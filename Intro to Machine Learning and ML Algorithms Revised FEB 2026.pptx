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_rels/presentation.xml.rels" ContentType="application/vnd.openxmlformats-package.relationships+xml"/>
  <Override PartName="/ppt/media/image29.jpeg" ContentType="image/jpeg"/>
  <Override PartName="/ppt/media/image28.jpeg" ContentType="image/jpeg"/>
  <Override PartName="/ppt/media/image6.jpeg" ContentType="image/jpeg"/>
  <Override PartName="/ppt/media/image27.jpeg" ContentType="image/jpeg"/>
  <Override PartName="/ppt/media/image25.jpeg" ContentType="image/jpeg"/>
  <Override PartName="/ppt/media/image24.jpeg" ContentType="image/jpeg"/>
  <Override PartName="/ppt/media/image23.jpeg" ContentType="image/jpeg"/>
  <Override PartName="/ppt/media/image10.png" ContentType="image/png"/>
  <Override PartName="/ppt/media/image21.jpeg" ContentType="image/jpeg"/>
  <Override PartName="/ppt/media/image19.jpeg" ContentType="image/jpeg"/>
  <Override PartName="/ppt/media/image13.png" ContentType="image/png"/>
  <Override PartName="/ppt/media/image39.png" ContentType="image/png"/>
  <Override PartName="/ppt/media/image7.png" ContentType="image/png"/>
  <Override PartName="/ppt/media/image1.png" ContentType="image/png"/>
  <Override PartName="/ppt/media/image33.png" ContentType="image/png"/>
  <Override PartName="/ppt/media/image17.jpeg" ContentType="image/jpeg"/>
  <Override PartName="/ppt/media/image35.png" ContentType="image/png"/>
  <Override PartName="/ppt/media/image3.png" ContentType="image/png"/>
  <Override PartName="/ppt/media/image12.png" ContentType="image/png"/>
  <Override PartName="/ppt/media/image31.png" ContentType="image/png"/>
  <Override PartName="/ppt/media/image32.png" ContentType="image/png"/>
  <Override PartName="/ppt/media/image36.png" ContentType="image/png"/>
  <Override PartName="/ppt/media/image38.png" ContentType="image/png"/>
  <Override PartName="/ppt/media/image9.jpeg" ContentType="image/jpeg"/>
  <Override PartName="/ppt/media/image11.jpeg" ContentType="image/jpeg"/>
  <Override PartName="/ppt/media/image4.jpeg" ContentType="image/jpeg"/>
  <Override PartName="/ppt/media/image34.png" ContentType="image/png"/>
  <Override PartName="/ppt/media/image30.jpeg" ContentType="image/jpeg"/>
  <Override PartName="/ppt/media/image2.png" ContentType="image/png"/>
  <Override PartName="/ppt/media/image22.jpeg" ContentType="image/jpeg"/>
  <Override PartName="/ppt/media/image37.png" ContentType="image/png"/>
  <Override PartName="/ppt/media/image5.png" ContentType="image/png"/>
  <Override PartName="/ppt/media/image8.png" ContentType="image/png"/>
  <Override PartName="/ppt/media/image14.jpeg" ContentType="image/jpeg"/>
  <Override PartName="/ppt/media/image15.png" ContentType="image/png"/>
  <Override PartName="/ppt/media/image16.jpeg" ContentType="image/jpeg"/>
  <Override PartName="/ppt/media/image18.jpeg" ContentType="image/jpeg"/>
  <Override PartName="/ppt/media/image20.jpeg" ContentType="image/jpeg"/>
  <Override PartName="/ppt/media/image26.png" ContentType="image/png"/>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12.xml.rels" ContentType="application/vnd.openxmlformats-package.relationships+xml"/>
  <Override PartName="/ppt/slides/_rels/slide49.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52.xml.rels" ContentType="application/vnd.openxmlformats-package.relationships+xml"/>
  <Override PartName="/ppt/slides/_rels/slide51.xml.rels" ContentType="application/vnd.openxmlformats-package.relationships+xml"/>
  <Override PartName="/ppt/slides/_rels/slide13.xml.rels" ContentType="application/vnd.openxmlformats-package.relationships+xml"/>
  <Override PartName="/ppt/slides/_rels/slide50.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11.xml.rels" ContentType="application/vnd.openxmlformats-package.relationships+xml"/>
  <Override PartName="/ppt/slides/_rels/slide48.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41.xml.rels" ContentType="application/vnd.openxmlformats-package.relationships+xml"/>
  <Override PartName="/ppt/slides/_rels/slide39.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39.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4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336960" y="282600"/>
            <a:ext cx="11517480" cy="62532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7"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2EDF56F-C3D5-40AB-B8D4-4BB654E4250B}" type="slidenum">
              <a:t>&lt;#&gt;</a:t>
            </a:fld>
          </a:p>
        </p:txBody>
      </p:sp>
      <p:sp>
        <p:nvSpPr>
          <p:cNvPr id="6" name="PlaceHolder 5"/>
          <p:cNvSpPr>
            <a:spLocks noGrp="1"/>
          </p:cNvSpPr>
          <p:nvPr>
            <p:ph type="dt" idx="3"/>
          </p:nvPr>
        </p:nvSpPr>
        <p:spPr/>
        <p:txBody>
          <a:bodyPr/>
          <a:p>
            <a:r>
              <a:rPr lang="en-GB"/>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336960" y="282600"/>
            <a:ext cx="11517480" cy="62532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15"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26F7C38A-884D-42C1-9B77-2AAF4C03A090}" type="slidenum">
              <a:t>&lt;#&gt;</a:t>
            </a:fld>
          </a:p>
        </p:txBody>
      </p:sp>
      <p:sp>
        <p:nvSpPr>
          <p:cNvPr id="6" name="PlaceHolder 5"/>
          <p:cNvSpPr>
            <a:spLocks noGrp="1"/>
          </p:cNvSpPr>
          <p:nvPr>
            <p:ph type="dt" idx="6"/>
          </p:nvPr>
        </p:nvSpPr>
        <p:spPr/>
        <p:txBody>
          <a:bodyPr/>
          <a:p>
            <a:r>
              <a:rPr lang="en-GB"/>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wo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336960" y="282600"/>
            <a:ext cx="11517480" cy="62532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23"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C604B936-DDED-433B-BC01-65F991A30744}" type="slidenum">
              <a:t>&lt;#&gt;</a:t>
            </a:fld>
          </a:p>
        </p:txBody>
      </p:sp>
      <p:sp>
        <p:nvSpPr>
          <p:cNvPr id="6" name="PlaceHolder 5"/>
          <p:cNvSpPr>
            <a:spLocks noGrp="1"/>
          </p:cNvSpPr>
          <p:nvPr>
            <p:ph type="dt" idx="9"/>
          </p:nvPr>
        </p:nvSpPr>
        <p:spPr/>
        <p:txBody>
          <a:bodyPr/>
          <a:p>
            <a:r>
              <a:rPr lang="en-GB"/>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spTree>
      <p:nvGrpSpPr>
        <p:cNvPr id="1" name=""/>
        <p:cNvGrpSpPr/>
        <p:nvPr/>
      </p:nvGrpSpPr>
      <p:grpSpPr>
        <a:xfrm>
          <a:off x="0" y="0"/>
          <a:ext cx="0" cy="0"/>
          <a:chOff x="0" y="0"/>
          <a:chExt cx="0" cy="0"/>
        </a:xfrm>
      </p:grpSpPr>
      <p:sp>
        <p:nvSpPr>
          <p:cNvPr id="30" name="PlaceHolder 1"/>
          <p:cNvSpPr>
            <a:spLocks noGrp="1"/>
          </p:cNvSpPr>
          <p:nvPr>
            <p:ph type="title"/>
          </p:nvPr>
        </p:nvSpPr>
        <p:spPr>
          <a:xfrm>
            <a:off x="336960" y="282600"/>
            <a:ext cx="11517480" cy="62532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31"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44416D45-4BC7-4E21-A82E-7AA40782D4F8}" type="slidenum">
              <a:t>&lt;#&gt;</a:t>
            </a:fld>
          </a:p>
        </p:txBody>
      </p:sp>
      <p:sp>
        <p:nvSpPr>
          <p:cNvPr id="6" name="PlaceHolder 5"/>
          <p:cNvSpPr>
            <a:spLocks noGrp="1"/>
          </p:cNvSpPr>
          <p:nvPr>
            <p:ph type="dt" idx="12"/>
          </p:nvPr>
        </p:nvSpPr>
        <p:spPr/>
        <p:txBody>
          <a:bodyPr/>
          <a:p>
            <a:r>
              <a:rPr lang="en-GB"/>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p:spTree>
      <p:nvGrpSpPr>
        <p:cNvPr id="1" name=""/>
        <p:cNvGrpSpPr/>
        <p:nvPr/>
      </p:nvGrpSpPr>
      <p:grpSpPr>
        <a:xfrm>
          <a:off x="0" y="0"/>
          <a:ext cx="0" cy="0"/>
          <a:chOff x="0" y="0"/>
          <a:chExt cx="0" cy="0"/>
        </a:xfrm>
      </p:grpSpPr>
      <p:sp>
        <p:nvSpPr>
          <p:cNvPr id="38" name="PlaceHolder 1"/>
          <p:cNvSpPr>
            <a:spLocks noGrp="1"/>
          </p:cNvSpPr>
          <p:nvPr>
            <p:ph type="title"/>
          </p:nvPr>
        </p:nvSpPr>
        <p:spPr>
          <a:xfrm>
            <a:off x="336960" y="282600"/>
            <a:ext cx="11517480" cy="62532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39"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56EE6543-D4E3-405C-A12E-3770092E6F31}" type="slidenum">
              <a:t>&lt;#&gt;</a:t>
            </a:fld>
          </a:p>
        </p:txBody>
      </p:sp>
      <p:sp>
        <p:nvSpPr>
          <p:cNvPr id="6" name="PlaceHolder 5"/>
          <p:cNvSpPr>
            <a:spLocks noGrp="1"/>
          </p:cNvSpPr>
          <p:nvPr>
            <p:ph type="dt" idx="15"/>
          </p:nvPr>
        </p:nvSpPr>
        <p:spPr/>
        <p:txBody>
          <a:bodyPr/>
          <a:p>
            <a:r>
              <a:rPr lang="en-GB"/>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0" name="bg object 16" descr=""/>
          <p:cNvPicPr/>
          <p:nvPr/>
        </p:nvPicPr>
        <p:blipFill>
          <a:blip r:embed="rId2"/>
          <a:stretch/>
        </p:blipFill>
        <p:spPr>
          <a:xfrm>
            <a:off x="11057760" y="6136920"/>
            <a:ext cx="1133640" cy="720360"/>
          </a:xfrm>
          <a:prstGeom prst="rect">
            <a:avLst/>
          </a:prstGeom>
          <a:ln w="0">
            <a:noFill/>
          </a:ln>
        </p:spPr>
      </p:pic>
      <p:sp>
        <p:nvSpPr>
          <p:cNvPr id="1" name="PlaceHolder 1"/>
          <p:cNvSpPr>
            <a:spLocks noGrp="1"/>
          </p:cNvSpPr>
          <p:nvPr>
            <p:ph type="title"/>
          </p:nvPr>
        </p:nvSpPr>
        <p:spPr>
          <a:xfrm>
            <a:off x="336960" y="369360"/>
            <a:ext cx="11517480" cy="451440"/>
          </a:xfrm>
          <a:prstGeom prst="rect">
            <a:avLst/>
          </a:prstGeom>
          <a:noFill/>
          <a:ln w="0">
            <a:noFill/>
          </a:ln>
        </p:spPr>
        <p:txBody>
          <a:bodyPr lIns="0" rIns="0" tIns="0" bIns="0" anchor="ctr">
            <a:noAutofit/>
          </a:bodyPr>
          <a:p>
            <a:pPr indent="0">
              <a:buNone/>
            </a:pPr>
            <a:r>
              <a:rPr b="0" lang="en-GB" sz="1800" spc="-1" strike="noStrike">
                <a:solidFill>
                  <a:srgbClr val="000000"/>
                </a:solidFill>
                <a:latin typeface="Arial"/>
              </a:rPr>
              <a:t>Click to edit the title text format</a:t>
            </a:r>
            <a:endParaRPr b="0" lang="en-GB" sz="1800" spc="-1" strike="noStrike">
              <a:solidFill>
                <a:srgbClr val="000000"/>
              </a:solidFill>
              <a:latin typeface="Arial"/>
            </a:endParaRPr>
          </a:p>
        </p:txBody>
      </p:sp>
      <p:sp>
        <p:nvSpPr>
          <p:cNvPr id="2"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pc="-1" strike="noStrike">
                <a:solidFill>
                  <a:srgbClr val="000000"/>
                </a:solidFill>
                <a:latin typeface="Arial"/>
              </a:rPr>
              <a:t>Click to edit the outline text format</a:t>
            </a:r>
            <a:endParaRPr b="0" lang="en-GB"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1800" spc="-1" strike="noStrike">
                <a:solidFill>
                  <a:srgbClr val="000000"/>
                </a:solidFill>
                <a:latin typeface="Arial"/>
              </a:rPr>
              <a:t>Second Outline Level</a:t>
            </a:r>
            <a:endParaRPr b="0" lang="en-GB"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1800" spc="-1" strike="noStrike">
                <a:solidFill>
                  <a:srgbClr val="000000"/>
                </a:solidFill>
                <a:latin typeface="Arial"/>
              </a:rPr>
              <a:t>Third Outline Level</a:t>
            </a:r>
            <a:endParaRPr b="0" lang="en-GB"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1800" spc="-1" strike="noStrike">
                <a:solidFill>
                  <a:srgbClr val="000000"/>
                </a:solidFill>
                <a:latin typeface="Arial"/>
              </a:rPr>
              <a:t>Fourth Outline Level</a:t>
            </a:r>
            <a:endParaRPr b="0" lang="en-GB"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1800" spc="-1" strike="noStrike">
                <a:solidFill>
                  <a:srgbClr val="000000"/>
                </a:solidFill>
                <a:latin typeface="Arial"/>
              </a:rPr>
              <a:t>Fifth Outline Level</a:t>
            </a:r>
            <a:endParaRPr b="0" lang="en-GB"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1800" spc="-1" strike="noStrike">
                <a:solidFill>
                  <a:srgbClr val="000000"/>
                </a:solidFill>
                <a:latin typeface="Arial"/>
              </a:rPr>
              <a:t>Sixth Outline Level</a:t>
            </a:r>
            <a:endParaRPr b="0" lang="en-GB"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1800" spc="-1" strike="noStrike">
                <a:solidFill>
                  <a:srgbClr val="000000"/>
                </a:solidFill>
                <a:latin typeface="Arial"/>
              </a:rPr>
              <a:t>Seventh Outline Level</a:t>
            </a:r>
            <a:endParaRPr b="0" lang="en-GB" sz="1800" spc="-1" strike="noStrike">
              <a:solidFill>
                <a:srgbClr val="000000"/>
              </a:solidFill>
              <a:latin typeface="Arial"/>
            </a:endParaRPr>
          </a:p>
        </p:txBody>
      </p:sp>
      <p:sp>
        <p:nvSpPr>
          <p:cNvPr id="3" name="PlaceHolder 3"/>
          <p:cNvSpPr>
            <a:spLocks noGrp="1"/>
          </p:cNvSpPr>
          <p:nvPr>
            <p:ph type="ftr" idx="1"/>
          </p:nvPr>
        </p:nvSpPr>
        <p:spPr>
          <a:xfrm>
            <a:off x="4145400" y="6378120"/>
            <a:ext cx="3900600" cy="342360"/>
          </a:xfrm>
          <a:prstGeom prst="rect">
            <a:avLst/>
          </a:prstGeom>
          <a:noFill/>
          <a:ln w="0">
            <a:noFill/>
          </a:ln>
        </p:spPr>
        <p:txBody>
          <a:bodyPr lIns="0" rIns="0" tIns="0" bIns="0" anchor="t">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4" name="PlaceHolder 4"/>
          <p:cNvSpPr>
            <a:spLocks noGrp="1"/>
          </p:cNvSpPr>
          <p:nvPr>
            <p:ph type="sldNum" idx="2"/>
          </p:nvPr>
        </p:nvSpPr>
        <p:spPr>
          <a:xfrm>
            <a:off x="8778240" y="6378120"/>
            <a:ext cx="2803320" cy="342360"/>
          </a:xfrm>
          <a:prstGeom prst="rect">
            <a:avLst/>
          </a:prstGeom>
          <a:noFill/>
          <a:ln w="0">
            <a:noFill/>
          </a:ln>
        </p:spPr>
        <p:txBody>
          <a:bodyPr lIns="0" rIns="0" tIns="0" bIns="0" anchor="t">
            <a:noAutofit/>
          </a:bodyPr>
          <a:lstStyle>
            <a:lvl1pPr indent="0" algn="r">
              <a:lnSpc>
                <a:spcPct val="100000"/>
              </a:lnSpc>
              <a:buNone/>
              <a:tabLst>
                <a:tab algn="l" pos="0"/>
              </a:tabLst>
              <a:defRPr b="0" lang="en-GB" sz="1400" spc="-1" strike="noStrike">
                <a:solidFill>
                  <a:schemeClr val="dk1">
                    <a:tint val="75000"/>
                  </a:schemeClr>
                </a:solidFill>
                <a:latin typeface="Times New Roman"/>
              </a:defRPr>
            </a:lvl1pPr>
          </a:lstStyle>
          <a:p>
            <a:pPr indent="0" algn="r">
              <a:lnSpc>
                <a:spcPct val="100000"/>
              </a:lnSpc>
              <a:buNone/>
              <a:tabLst>
                <a:tab algn="l" pos="0"/>
              </a:tabLst>
            </a:pPr>
            <a:fld id="{00040F5D-DE28-4FB8-96EC-D6CB8985A9C7}" type="slidenum">
              <a:rPr b="0" lang="en-GB" sz="1400" spc="-1" strike="noStrike">
                <a:solidFill>
                  <a:schemeClr val="dk1">
                    <a:tint val="75000"/>
                  </a:schemeClr>
                </a:solidFill>
                <a:latin typeface="Times New Roman"/>
              </a:rPr>
              <a:t>&lt;number&gt;</a:t>
            </a:fld>
            <a:endParaRPr b="0" lang="en-GB" sz="1400" spc="-1" strike="noStrike">
              <a:solidFill>
                <a:srgbClr val="000000"/>
              </a:solidFill>
              <a:latin typeface="Times New Roman"/>
            </a:endParaRPr>
          </a:p>
        </p:txBody>
      </p:sp>
      <p:sp>
        <p:nvSpPr>
          <p:cNvPr id="5" name="PlaceHolder 5"/>
          <p:cNvSpPr>
            <a:spLocks noGrp="1"/>
          </p:cNvSpPr>
          <p:nvPr>
            <p:ph type="dt" idx="3"/>
          </p:nvPr>
        </p:nvSpPr>
        <p:spPr>
          <a:xfrm>
            <a:off x="609480" y="6378120"/>
            <a:ext cx="2803320" cy="342360"/>
          </a:xfrm>
          <a:prstGeom prst="rect">
            <a:avLst/>
          </a:prstGeom>
          <a:noFill/>
          <a:ln w="0">
            <a:noFill/>
          </a:ln>
        </p:spPr>
        <p:txBody>
          <a:bodyPr lIns="0" rIns="0" tIns="0" bIns="0" anchor="t">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8" name="bg object 16" descr=""/>
          <p:cNvPicPr/>
          <p:nvPr/>
        </p:nvPicPr>
        <p:blipFill>
          <a:blip r:embed="rId2"/>
          <a:stretch/>
        </p:blipFill>
        <p:spPr>
          <a:xfrm>
            <a:off x="11057760" y="6136920"/>
            <a:ext cx="1133640" cy="720360"/>
          </a:xfrm>
          <a:prstGeom prst="rect">
            <a:avLst/>
          </a:prstGeom>
          <a:ln w="0">
            <a:noFill/>
          </a:ln>
        </p:spPr>
      </p:pic>
      <p:sp>
        <p:nvSpPr>
          <p:cNvPr id="9" name="PlaceHolder 1"/>
          <p:cNvSpPr>
            <a:spLocks noGrp="1"/>
          </p:cNvSpPr>
          <p:nvPr>
            <p:ph type="title"/>
          </p:nvPr>
        </p:nvSpPr>
        <p:spPr>
          <a:xfrm>
            <a:off x="336960" y="369360"/>
            <a:ext cx="11517480" cy="451440"/>
          </a:xfrm>
          <a:prstGeom prst="rect">
            <a:avLst/>
          </a:prstGeom>
          <a:noFill/>
          <a:ln w="0">
            <a:noFill/>
          </a:ln>
        </p:spPr>
        <p:txBody>
          <a:bodyPr lIns="0" rIns="0" tIns="0" bIns="0" anchor="ctr">
            <a:noAutofit/>
          </a:bodyPr>
          <a:p>
            <a:pPr indent="0">
              <a:buNone/>
            </a:pPr>
            <a:r>
              <a:rPr b="0" lang="en-GB" sz="1800" spc="-1" strike="noStrike">
                <a:solidFill>
                  <a:srgbClr val="000000"/>
                </a:solidFill>
                <a:latin typeface="Arial"/>
              </a:rPr>
              <a:t>Click to edit the title text format</a:t>
            </a:r>
            <a:endParaRPr b="0" lang="en-GB" sz="1800" spc="-1" strike="noStrike">
              <a:solidFill>
                <a:srgbClr val="000000"/>
              </a:solidFill>
              <a:latin typeface="Arial"/>
            </a:endParaRPr>
          </a:p>
        </p:txBody>
      </p:sp>
      <p:sp>
        <p:nvSpPr>
          <p:cNvPr id="10"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pc="-1" strike="noStrike">
                <a:solidFill>
                  <a:srgbClr val="000000"/>
                </a:solidFill>
                <a:latin typeface="Arial"/>
              </a:rPr>
              <a:t>Click to edit the outline text format</a:t>
            </a:r>
            <a:endParaRPr b="0" lang="en-GB"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1800" spc="-1" strike="noStrike">
                <a:solidFill>
                  <a:srgbClr val="000000"/>
                </a:solidFill>
                <a:latin typeface="Arial"/>
              </a:rPr>
              <a:t>Second Outline Level</a:t>
            </a:r>
            <a:endParaRPr b="0" lang="en-GB"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1800" spc="-1" strike="noStrike">
                <a:solidFill>
                  <a:srgbClr val="000000"/>
                </a:solidFill>
                <a:latin typeface="Arial"/>
              </a:rPr>
              <a:t>Third Outline Level</a:t>
            </a:r>
            <a:endParaRPr b="0" lang="en-GB"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1800" spc="-1" strike="noStrike">
                <a:solidFill>
                  <a:srgbClr val="000000"/>
                </a:solidFill>
                <a:latin typeface="Arial"/>
              </a:rPr>
              <a:t>Fourth Outline Level</a:t>
            </a:r>
            <a:endParaRPr b="0" lang="en-GB"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1800" spc="-1" strike="noStrike">
                <a:solidFill>
                  <a:srgbClr val="000000"/>
                </a:solidFill>
                <a:latin typeface="Arial"/>
              </a:rPr>
              <a:t>Fifth Outline Level</a:t>
            </a:r>
            <a:endParaRPr b="0" lang="en-GB"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1800" spc="-1" strike="noStrike">
                <a:solidFill>
                  <a:srgbClr val="000000"/>
                </a:solidFill>
                <a:latin typeface="Arial"/>
              </a:rPr>
              <a:t>Sixth Outline Level</a:t>
            </a:r>
            <a:endParaRPr b="0" lang="en-GB"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1800" spc="-1" strike="noStrike">
                <a:solidFill>
                  <a:srgbClr val="000000"/>
                </a:solidFill>
                <a:latin typeface="Arial"/>
              </a:rPr>
              <a:t>Seventh Outline Level</a:t>
            </a:r>
            <a:endParaRPr b="0" lang="en-GB" sz="1800" spc="-1" strike="noStrike">
              <a:solidFill>
                <a:srgbClr val="000000"/>
              </a:solidFill>
              <a:latin typeface="Arial"/>
            </a:endParaRPr>
          </a:p>
        </p:txBody>
      </p:sp>
      <p:sp>
        <p:nvSpPr>
          <p:cNvPr id="11" name="PlaceHolder 3"/>
          <p:cNvSpPr>
            <a:spLocks noGrp="1"/>
          </p:cNvSpPr>
          <p:nvPr>
            <p:ph type="ftr" idx="4"/>
          </p:nvPr>
        </p:nvSpPr>
        <p:spPr>
          <a:xfrm>
            <a:off x="4145400" y="6378120"/>
            <a:ext cx="3900600" cy="342360"/>
          </a:xfrm>
          <a:prstGeom prst="rect">
            <a:avLst/>
          </a:prstGeom>
          <a:noFill/>
          <a:ln w="0">
            <a:noFill/>
          </a:ln>
        </p:spPr>
        <p:txBody>
          <a:bodyPr lIns="0" rIns="0" tIns="0" bIns="0" anchor="t">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12" name="PlaceHolder 4"/>
          <p:cNvSpPr>
            <a:spLocks noGrp="1"/>
          </p:cNvSpPr>
          <p:nvPr>
            <p:ph type="sldNum" idx="5"/>
          </p:nvPr>
        </p:nvSpPr>
        <p:spPr>
          <a:xfrm>
            <a:off x="8778240" y="6378120"/>
            <a:ext cx="2803320" cy="342360"/>
          </a:xfrm>
          <a:prstGeom prst="rect">
            <a:avLst/>
          </a:prstGeom>
          <a:noFill/>
          <a:ln w="0">
            <a:noFill/>
          </a:ln>
        </p:spPr>
        <p:txBody>
          <a:bodyPr lIns="0" rIns="0" tIns="0" bIns="0" anchor="t">
            <a:noAutofit/>
          </a:bodyPr>
          <a:lstStyle>
            <a:lvl1pPr indent="0" algn="r">
              <a:lnSpc>
                <a:spcPct val="100000"/>
              </a:lnSpc>
              <a:buNone/>
              <a:tabLst>
                <a:tab algn="l" pos="0"/>
              </a:tabLst>
              <a:defRPr b="0" lang="en-GB" sz="1400" spc="-1" strike="noStrike">
                <a:solidFill>
                  <a:schemeClr val="dk1">
                    <a:tint val="75000"/>
                  </a:schemeClr>
                </a:solidFill>
                <a:latin typeface="Times New Roman"/>
              </a:defRPr>
            </a:lvl1pPr>
          </a:lstStyle>
          <a:p>
            <a:pPr indent="0" algn="r">
              <a:lnSpc>
                <a:spcPct val="100000"/>
              </a:lnSpc>
              <a:buNone/>
              <a:tabLst>
                <a:tab algn="l" pos="0"/>
              </a:tabLst>
            </a:pPr>
            <a:fld id="{11FA2649-336D-4810-88AD-AB2F450022DF}" type="slidenum">
              <a:rPr b="0" lang="en-GB" sz="1400" spc="-1" strike="noStrike">
                <a:solidFill>
                  <a:schemeClr val="dk1">
                    <a:tint val="75000"/>
                  </a:schemeClr>
                </a:solidFill>
                <a:latin typeface="Times New Roman"/>
              </a:rPr>
              <a:t>&lt;number&gt;</a:t>
            </a:fld>
            <a:endParaRPr b="0" lang="en-GB" sz="1400" spc="-1" strike="noStrike">
              <a:solidFill>
                <a:srgbClr val="000000"/>
              </a:solidFill>
              <a:latin typeface="Times New Roman"/>
            </a:endParaRPr>
          </a:p>
        </p:txBody>
      </p:sp>
      <p:sp>
        <p:nvSpPr>
          <p:cNvPr id="13" name="PlaceHolder 5"/>
          <p:cNvSpPr>
            <a:spLocks noGrp="1"/>
          </p:cNvSpPr>
          <p:nvPr>
            <p:ph type="dt" idx="6"/>
          </p:nvPr>
        </p:nvSpPr>
        <p:spPr>
          <a:xfrm>
            <a:off x="609480" y="6378120"/>
            <a:ext cx="2803320" cy="342360"/>
          </a:xfrm>
          <a:prstGeom prst="rect">
            <a:avLst/>
          </a:prstGeom>
          <a:noFill/>
          <a:ln w="0">
            <a:noFill/>
          </a:ln>
        </p:spPr>
        <p:txBody>
          <a:bodyPr lIns="0" rIns="0" tIns="0" bIns="0" anchor="t">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6" name="bg object 16" descr=""/>
          <p:cNvPicPr/>
          <p:nvPr/>
        </p:nvPicPr>
        <p:blipFill>
          <a:blip r:embed="rId2"/>
          <a:stretch/>
        </p:blipFill>
        <p:spPr>
          <a:xfrm>
            <a:off x="11057760" y="6136920"/>
            <a:ext cx="1133640" cy="720360"/>
          </a:xfrm>
          <a:prstGeom prst="rect">
            <a:avLst/>
          </a:prstGeom>
          <a:ln w="0">
            <a:noFill/>
          </a:ln>
        </p:spPr>
      </p:pic>
      <p:sp>
        <p:nvSpPr>
          <p:cNvPr id="17" name="PlaceHolder 1"/>
          <p:cNvSpPr>
            <a:spLocks noGrp="1"/>
          </p:cNvSpPr>
          <p:nvPr>
            <p:ph type="title"/>
          </p:nvPr>
        </p:nvSpPr>
        <p:spPr>
          <a:xfrm>
            <a:off x="336960" y="369360"/>
            <a:ext cx="11517480" cy="451440"/>
          </a:xfrm>
          <a:prstGeom prst="rect">
            <a:avLst/>
          </a:prstGeom>
          <a:noFill/>
          <a:ln w="0">
            <a:noFill/>
          </a:ln>
        </p:spPr>
        <p:txBody>
          <a:bodyPr lIns="0" rIns="0" tIns="0" bIns="0" anchor="ctr">
            <a:noAutofit/>
          </a:bodyPr>
          <a:p>
            <a:pPr indent="0">
              <a:buNone/>
            </a:pPr>
            <a:r>
              <a:rPr b="0" lang="en-GB" sz="1800" spc="-1" strike="noStrike">
                <a:solidFill>
                  <a:srgbClr val="000000"/>
                </a:solidFill>
                <a:latin typeface="Arial"/>
              </a:rPr>
              <a:t>Click to edit the title text format</a:t>
            </a:r>
            <a:endParaRPr b="0" lang="en-GB" sz="1800" spc="-1" strike="noStrike">
              <a:solidFill>
                <a:srgbClr val="000000"/>
              </a:solidFill>
              <a:latin typeface="Arial"/>
            </a:endParaRPr>
          </a:p>
        </p:txBody>
      </p:sp>
      <p:sp>
        <p:nvSpPr>
          <p:cNvPr id="18"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pc="-1" strike="noStrike">
                <a:solidFill>
                  <a:srgbClr val="000000"/>
                </a:solidFill>
                <a:latin typeface="Arial"/>
              </a:rPr>
              <a:t>Click to edit the outline text format</a:t>
            </a:r>
            <a:endParaRPr b="0" lang="en-GB"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1800" spc="-1" strike="noStrike">
                <a:solidFill>
                  <a:srgbClr val="000000"/>
                </a:solidFill>
                <a:latin typeface="Arial"/>
              </a:rPr>
              <a:t>Second Outline Level</a:t>
            </a:r>
            <a:endParaRPr b="0" lang="en-GB"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1800" spc="-1" strike="noStrike">
                <a:solidFill>
                  <a:srgbClr val="000000"/>
                </a:solidFill>
                <a:latin typeface="Arial"/>
              </a:rPr>
              <a:t>Third Outline Level</a:t>
            </a:r>
            <a:endParaRPr b="0" lang="en-GB"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1800" spc="-1" strike="noStrike">
                <a:solidFill>
                  <a:srgbClr val="000000"/>
                </a:solidFill>
                <a:latin typeface="Arial"/>
              </a:rPr>
              <a:t>Fourth Outline Level</a:t>
            </a:r>
            <a:endParaRPr b="0" lang="en-GB"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1800" spc="-1" strike="noStrike">
                <a:solidFill>
                  <a:srgbClr val="000000"/>
                </a:solidFill>
                <a:latin typeface="Arial"/>
              </a:rPr>
              <a:t>Fifth Outline Level</a:t>
            </a:r>
            <a:endParaRPr b="0" lang="en-GB"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1800" spc="-1" strike="noStrike">
                <a:solidFill>
                  <a:srgbClr val="000000"/>
                </a:solidFill>
                <a:latin typeface="Arial"/>
              </a:rPr>
              <a:t>Sixth Outline Level</a:t>
            </a:r>
            <a:endParaRPr b="0" lang="en-GB"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1800" spc="-1" strike="noStrike">
                <a:solidFill>
                  <a:srgbClr val="000000"/>
                </a:solidFill>
                <a:latin typeface="Arial"/>
              </a:rPr>
              <a:t>Seventh Outline Level</a:t>
            </a:r>
            <a:endParaRPr b="0" lang="en-GB" sz="1800" spc="-1" strike="noStrike">
              <a:solidFill>
                <a:srgbClr val="000000"/>
              </a:solidFill>
              <a:latin typeface="Arial"/>
            </a:endParaRPr>
          </a:p>
        </p:txBody>
      </p:sp>
      <p:sp>
        <p:nvSpPr>
          <p:cNvPr id="19" name="PlaceHolder 3"/>
          <p:cNvSpPr>
            <a:spLocks noGrp="1"/>
          </p:cNvSpPr>
          <p:nvPr>
            <p:ph type="ftr" idx="7"/>
          </p:nvPr>
        </p:nvSpPr>
        <p:spPr>
          <a:xfrm>
            <a:off x="4145400" y="6378120"/>
            <a:ext cx="3900600" cy="342360"/>
          </a:xfrm>
          <a:prstGeom prst="rect">
            <a:avLst/>
          </a:prstGeom>
          <a:noFill/>
          <a:ln w="0">
            <a:noFill/>
          </a:ln>
        </p:spPr>
        <p:txBody>
          <a:bodyPr lIns="0" rIns="0" tIns="0" bIns="0" anchor="t">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20" name="PlaceHolder 4"/>
          <p:cNvSpPr>
            <a:spLocks noGrp="1"/>
          </p:cNvSpPr>
          <p:nvPr>
            <p:ph type="sldNum" idx="8"/>
          </p:nvPr>
        </p:nvSpPr>
        <p:spPr>
          <a:xfrm>
            <a:off x="8778240" y="6378120"/>
            <a:ext cx="2803320" cy="342360"/>
          </a:xfrm>
          <a:prstGeom prst="rect">
            <a:avLst/>
          </a:prstGeom>
          <a:noFill/>
          <a:ln w="0">
            <a:noFill/>
          </a:ln>
        </p:spPr>
        <p:txBody>
          <a:bodyPr lIns="0" rIns="0" tIns="0" bIns="0" anchor="t">
            <a:noAutofit/>
          </a:bodyPr>
          <a:lstStyle>
            <a:lvl1pPr indent="0" algn="r">
              <a:lnSpc>
                <a:spcPct val="100000"/>
              </a:lnSpc>
              <a:buNone/>
              <a:tabLst>
                <a:tab algn="l" pos="0"/>
              </a:tabLst>
              <a:defRPr b="0" lang="en-GB" sz="1400" spc="-1" strike="noStrike">
                <a:solidFill>
                  <a:schemeClr val="dk1">
                    <a:tint val="75000"/>
                  </a:schemeClr>
                </a:solidFill>
                <a:latin typeface="Times New Roman"/>
              </a:defRPr>
            </a:lvl1pPr>
          </a:lstStyle>
          <a:p>
            <a:pPr indent="0" algn="r">
              <a:lnSpc>
                <a:spcPct val="100000"/>
              </a:lnSpc>
              <a:buNone/>
              <a:tabLst>
                <a:tab algn="l" pos="0"/>
              </a:tabLst>
            </a:pPr>
            <a:fld id="{53FFA73D-86D7-45A9-ACBB-CEA9E7BD9226}" type="slidenum">
              <a:rPr b="0" lang="en-GB" sz="1400" spc="-1" strike="noStrike">
                <a:solidFill>
                  <a:schemeClr val="dk1">
                    <a:tint val="75000"/>
                  </a:schemeClr>
                </a:solidFill>
                <a:latin typeface="Times New Roman"/>
              </a:rPr>
              <a:t>&lt;number&gt;</a:t>
            </a:fld>
            <a:endParaRPr b="0" lang="en-GB" sz="1400" spc="-1" strike="noStrike">
              <a:solidFill>
                <a:srgbClr val="000000"/>
              </a:solidFill>
              <a:latin typeface="Times New Roman"/>
            </a:endParaRPr>
          </a:p>
        </p:txBody>
      </p:sp>
      <p:sp>
        <p:nvSpPr>
          <p:cNvPr id="21" name="PlaceHolder 5"/>
          <p:cNvSpPr>
            <a:spLocks noGrp="1"/>
          </p:cNvSpPr>
          <p:nvPr>
            <p:ph type="dt" idx="9"/>
          </p:nvPr>
        </p:nvSpPr>
        <p:spPr>
          <a:xfrm>
            <a:off x="609480" y="6378120"/>
            <a:ext cx="2803320" cy="342360"/>
          </a:xfrm>
          <a:prstGeom prst="rect">
            <a:avLst/>
          </a:prstGeom>
          <a:noFill/>
          <a:ln w="0">
            <a:noFill/>
          </a:ln>
        </p:spPr>
        <p:txBody>
          <a:bodyPr lIns="0" rIns="0" tIns="0" bIns="0" anchor="t">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4" name="bg object 16" descr=""/>
          <p:cNvPicPr/>
          <p:nvPr/>
        </p:nvPicPr>
        <p:blipFill>
          <a:blip r:embed="rId2"/>
          <a:stretch/>
        </p:blipFill>
        <p:spPr>
          <a:xfrm>
            <a:off x="11057760" y="6136920"/>
            <a:ext cx="1133640" cy="720360"/>
          </a:xfrm>
          <a:prstGeom prst="rect">
            <a:avLst/>
          </a:prstGeom>
          <a:ln w="0">
            <a:noFill/>
          </a:ln>
        </p:spPr>
      </p:pic>
      <p:sp>
        <p:nvSpPr>
          <p:cNvPr id="25" name="PlaceHolder 1"/>
          <p:cNvSpPr>
            <a:spLocks noGrp="1"/>
          </p:cNvSpPr>
          <p:nvPr>
            <p:ph type="title"/>
          </p:nvPr>
        </p:nvSpPr>
        <p:spPr>
          <a:xfrm>
            <a:off x="336960" y="369360"/>
            <a:ext cx="11517480" cy="451440"/>
          </a:xfrm>
          <a:prstGeom prst="rect">
            <a:avLst/>
          </a:prstGeom>
          <a:noFill/>
          <a:ln w="0">
            <a:noFill/>
          </a:ln>
        </p:spPr>
        <p:txBody>
          <a:bodyPr lIns="0" rIns="0" tIns="0" bIns="0" anchor="ctr">
            <a:noAutofit/>
          </a:bodyPr>
          <a:p>
            <a:pPr indent="0">
              <a:buNone/>
            </a:pPr>
            <a:r>
              <a:rPr b="0" lang="en-GB" sz="1800" spc="-1" strike="noStrike">
                <a:solidFill>
                  <a:srgbClr val="000000"/>
                </a:solidFill>
                <a:latin typeface="Arial"/>
              </a:rPr>
              <a:t>Click to edit the title text format</a:t>
            </a:r>
            <a:endParaRPr b="0" lang="en-GB" sz="1800" spc="-1" strike="noStrike">
              <a:solidFill>
                <a:srgbClr val="000000"/>
              </a:solidFill>
              <a:latin typeface="Arial"/>
            </a:endParaRPr>
          </a:p>
        </p:txBody>
      </p:sp>
      <p:sp>
        <p:nvSpPr>
          <p:cNvPr id="26"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pc="-1" strike="noStrike">
                <a:solidFill>
                  <a:srgbClr val="000000"/>
                </a:solidFill>
                <a:latin typeface="Arial"/>
              </a:rPr>
              <a:t>Click to edit the outline text format</a:t>
            </a:r>
            <a:endParaRPr b="0" lang="en-GB"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1800" spc="-1" strike="noStrike">
                <a:solidFill>
                  <a:srgbClr val="000000"/>
                </a:solidFill>
                <a:latin typeface="Arial"/>
              </a:rPr>
              <a:t>Second Outline Level</a:t>
            </a:r>
            <a:endParaRPr b="0" lang="en-GB"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1800" spc="-1" strike="noStrike">
                <a:solidFill>
                  <a:srgbClr val="000000"/>
                </a:solidFill>
                <a:latin typeface="Arial"/>
              </a:rPr>
              <a:t>Third Outline Level</a:t>
            </a:r>
            <a:endParaRPr b="0" lang="en-GB"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1800" spc="-1" strike="noStrike">
                <a:solidFill>
                  <a:srgbClr val="000000"/>
                </a:solidFill>
                <a:latin typeface="Arial"/>
              </a:rPr>
              <a:t>Fourth Outline Level</a:t>
            </a:r>
            <a:endParaRPr b="0" lang="en-GB"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1800" spc="-1" strike="noStrike">
                <a:solidFill>
                  <a:srgbClr val="000000"/>
                </a:solidFill>
                <a:latin typeface="Arial"/>
              </a:rPr>
              <a:t>Fifth Outline Level</a:t>
            </a:r>
            <a:endParaRPr b="0" lang="en-GB"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1800" spc="-1" strike="noStrike">
                <a:solidFill>
                  <a:srgbClr val="000000"/>
                </a:solidFill>
                <a:latin typeface="Arial"/>
              </a:rPr>
              <a:t>Sixth Outline Level</a:t>
            </a:r>
            <a:endParaRPr b="0" lang="en-GB"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1800" spc="-1" strike="noStrike">
                <a:solidFill>
                  <a:srgbClr val="000000"/>
                </a:solidFill>
                <a:latin typeface="Arial"/>
              </a:rPr>
              <a:t>Seventh Outline Level</a:t>
            </a:r>
            <a:endParaRPr b="0" lang="en-GB" sz="1800" spc="-1" strike="noStrike">
              <a:solidFill>
                <a:srgbClr val="000000"/>
              </a:solidFill>
              <a:latin typeface="Arial"/>
            </a:endParaRPr>
          </a:p>
        </p:txBody>
      </p:sp>
      <p:sp>
        <p:nvSpPr>
          <p:cNvPr id="27" name="PlaceHolder 3"/>
          <p:cNvSpPr>
            <a:spLocks noGrp="1"/>
          </p:cNvSpPr>
          <p:nvPr>
            <p:ph type="ftr" idx="10"/>
          </p:nvPr>
        </p:nvSpPr>
        <p:spPr>
          <a:xfrm>
            <a:off x="4145400" y="6378120"/>
            <a:ext cx="3900600" cy="342360"/>
          </a:xfrm>
          <a:prstGeom prst="rect">
            <a:avLst/>
          </a:prstGeom>
          <a:noFill/>
          <a:ln w="0">
            <a:noFill/>
          </a:ln>
        </p:spPr>
        <p:txBody>
          <a:bodyPr lIns="0" rIns="0" tIns="0" bIns="0" anchor="t">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28" name="PlaceHolder 4"/>
          <p:cNvSpPr>
            <a:spLocks noGrp="1"/>
          </p:cNvSpPr>
          <p:nvPr>
            <p:ph type="sldNum" idx="11"/>
          </p:nvPr>
        </p:nvSpPr>
        <p:spPr>
          <a:xfrm>
            <a:off x="8778240" y="6378120"/>
            <a:ext cx="2803320" cy="342360"/>
          </a:xfrm>
          <a:prstGeom prst="rect">
            <a:avLst/>
          </a:prstGeom>
          <a:noFill/>
          <a:ln w="0">
            <a:noFill/>
          </a:ln>
        </p:spPr>
        <p:txBody>
          <a:bodyPr lIns="0" rIns="0" tIns="0" bIns="0" anchor="t">
            <a:noAutofit/>
          </a:bodyPr>
          <a:lstStyle>
            <a:lvl1pPr indent="0" algn="r">
              <a:lnSpc>
                <a:spcPct val="100000"/>
              </a:lnSpc>
              <a:buNone/>
              <a:tabLst>
                <a:tab algn="l" pos="0"/>
              </a:tabLst>
              <a:defRPr b="0" lang="en-GB" sz="1400" spc="-1" strike="noStrike">
                <a:solidFill>
                  <a:schemeClr val="dk1">
                    <a:tint val="75000"/>
                  </a:schemeClr>
                </a:solidFill>
                <a:latin typeface="Times New Roman"/>
              </a:defRPr>
            </a:lvl1pPr>
          </a:lstStyle>
          <a:p>
            <a:pPr indent="0" algn="r">
              <a:lnSpc>
                <a:spcPct val="100000"/>
              </a:lnSpc>
              <a:buNone/>
              <a:tabLst>
                <a:tab algn="l" pos="0"/>
              </a:tabLst>
            </a:pPr>
            <a:fld id="{B27C66E8-2F13-4D5C-8BED-640A2E6F2913}" type="slidenum">
              <a:rPr b="0" lang="en-GB" sz="1400" spc="-1" strike="noStrike">
                <a:solidFill>
                  <a:schemeClr val="dk1">
                    <a:tint val="75000"/>
                  </a:schemeClr>
                </a:solidFill>
                <a:latin typeface="Times New Roman"/>
              </a:rPr>
              <a:t>&lt;number&gt;</a:t>
            </a:fld>
            <a:endParaRPr b="0" lang="en-GB" sz="1400" spc="-1" strike="noStrike">
              <a:solidFill>
                <a:srgbClr val="000000"/>
              </a:solidFill>
              <a:latin typeface="Times New Roman"/>
            </a:endParaRPr>
          </a:p>
        </p:txBody>
      </p:sp>
      <p:sp>
        <p:nvSpPr>
          <p:cNvPr id="29" name="PlaceHolder 5"/>
          <p:cNvSpPr>
            <a:spLocks noGrp="1"/>
          </p:cNvSpPr>
          <p:nvPr>
            <p:ph type="dt" idx="12"/>
          </p:nvPr>
        </p:nvSpPr>
        <p:spPr>
          <a:xfrm>
            <a:off x="609480" y="6378120"/>
            <a:ext cx="2803320" cy="342360"/>
          </a:xfrm>
          <a:prstGeom prst="rect">
            <a:avLst/>
          </a:prstGeom>
          <a:noFill/>
          <a:ln w="0">
            <a:noFill/>
          </a:ln>
        </p:spPr>
        <p:txBody>
          <a:bodyPr lIns="0" rIns="0" tIns="0" bIns="0" anchor="t">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32" name="bg object 16" descr=""/>
          <p:cNvPicPr/>
          <p:nvPr/>
        </p:nvPicPr>
        <p:blipFill>
          <a:blip r:embed="rId2"/>
          <a:stretch/>
        </p:blipFill>
        <p:spPr>
          <a:xfrm>
            <a:off x="11057760" y="6136920"/>
            <a:ext cx="1133640" cy="720360"/>
          </a:xfrm>
          <a:prstGeom prst="rect">
            <a:avLst/>
          </a:prstGeom>
          <a:ln w="0">
            <a:noFill/>
          </a:ln>
        </p:spPr>
      </p:pic>
      <p:sp>
        <p:nvSpPr>
          <p:cNvPr id="33" name="PlaceHolder 1"/>
          <p:cNvSpPr>
            <a:spLocks noGrp="1"/>
          </p:cNvSpPr>
          <p:nvPr>
            <p:ph type="title"/>
          </p:nvPr>
        </p:nvSpPr>
        <p:spPr>
          <a:xfrm>
            <a:off x="336960" y="369360"/>
            <a:ext cx="11517480" cy="451440"/>
          </a:xfrm>
          <a:prstGeom prst="rect">
            <a:avLst/>
          </a:prstGeom>
          <a:noFill/>
          <a:ln w="0">
            <a:noFill/>
          </a:ln>
        </p:spPr>
        <p:txBody>
          <a:bodyPr lIns="0" rIns="0" tIns="0" bIns="0" anchor="ctr">
            <a:noAutofit/>
          </a:bodyPr>
          <a:p>
            <a:pPr indent="0">
              <a:buNone/>
            </a:pPr>
            <a:r>
              <a:rPr b="0" lang="en-GB" sz="1800" spc="-1" strike="noStrike">
                <a:solidFill>
                  <a:srgbClr val="000000"/>
                </a:solidFill>
                <a:latin typeface="Arial"/>
              </a:rPr>
              <a:t>Click to edit the title text format</a:t>
            </a:r>
            <a:endParaRPr b="0" lang="en-GB" sz="1800" spc="-1" strike="noStrike">
              <a:solidFill>
                <a:srgbClr val="000000"/>
              </a:solidFill>
              <a:latin typeface="Arial"/>
            </a:endParaRPr>
          </a:p>
        </p:txBody>
      </p:sp>
      <p:sp>
        <p:nvSpPr>
          <p:cNvPr id="34"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pc="-1" strike="noStrike">
                <a:solidFill>
                  <a:srgbClr val="000000"/>
                </a:solidFill>
                <a:latin typeface="Arial"/>
              </a:rPr>
              <a:t>Click to edit the outline text format</a:t>
            </a:r>
            <a:endParaRPr b="0" lang="en-GB"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1800" spc="-1" strike="noStrike">
                <a:solidFill>
                  <a:srgbClr val="000000"/>
                </a:solidFill>
                <a:latin typeface="Arial"/>
              </a:rPr>
              <a:t>Second Outline Level</a:t>
            </a:r>
            <a:endParaRPr b="0" lang="en-GB"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1800" spc="-1" strike="noStrike">
                <a:solidFill>
                  <a:srgbClr val="000000"/>
                </a:solidFill>
                <a:latin typeface="Arial"/>
              </a:rPr>
              <a:t>Third Outline Level</a:t>
            </a:r>
            <a:endParaRPr b="0" lang="en-GB"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1800" spc="-1" strike="noStrike">
                <a:solidFill>
                  <a:srgbClr val="000000"/>
                </a:solidFill>
                <a:latin typeface="Arial"/>
              </a:rPr>
              <a:t>Fourth Outline Level</a:t>
            </a:r>
            <a:endParaRPr b="0" lang="en-GB"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1800" spc="-1" strike="noStrike">
                <a:solidFill>
                  <a:srgbClr val="000000"/>
                </a:solidFill>
                <a:latin typeface="Arial"/>
              </a:rPr>
              <a:t>Fifth Outline Level</a:t>
            </a:r>
            <a:endParaRPr b="0" lang="en-GB"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1800" spc="-1" strike="noStrike">
                <a:solidFill>
                  <a:srgbClr val="000000"/>
                </a:solidFill>
                <a:latin typeface="Arial"/>
              </a:rPr>
              <a:t>Sixth Outline Level</a:t>
            </a:r>
            <a:endParaRPr b="0" lang="en-GB"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1800" spc="-1" strike="noStrike">
                <a:solidFill>
                  <a:srgbClr val="000000"/>
                </a:solidFill>
                <a:latin typeface="Arial"/>
              </a:rPr>
              <a:t>Seventh Outline Level</a:t>
            </a:r>
            <a:endParaRPr b="0" lang="en-GB" sz="1800" spc="-1" strike="noStrike">
              <a:solidFill>
                <a:srgbClr val="000000"/>
              </a:solidFill>
              <a:latin typeface="Arial"/>
            </a:endParaRPr>
          </a:p>
        </p:txBody>
      </p:sp>
      <p:sp>
        <p:nvSpPr>
          <p:cNvPr id="35" name="PlaceHolder 3"/>
          <p:cNvSpPr>
            <a:spLocks noGrp="1"/>
          </p:cNvSpPr>
          <p:nvPr>
            <p:ph type="ftr" idx="13"/>
          </p:nvPr>
        </p:nvSpPr>
        <p:spPr>
          <a:xfrm>
            <a:off x="4145400" y="6378120"/>
            <a:ext cx="3900600" cy="342360"/>
          </a:xfrm>
          <a:prstGeom prst="rect">
            <a:avLst/>
          </a:prstGeom>
          <a:noFill/>
          <a:ln w="0">
            <a:noFill/>
          </a:ln>
        </p:spPr>
        <p:txBody>
          <a:bodyPr lIns="0" rIns="0" tIns="0" bIns="0" anchor="t">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36" name="PlaceHolder 4"/>
          <p:cNvSpPr>
            <a:spLocks noGrp="1"/>
          </p:cNvSpPr>
          <p:nvPr>
            <p:ph type="sldNum" idx="14"/>
          </p:nvPr>
        </p:nvSpPr>
        <p:spPr>
          <a:xfrm>
            <a:off x="8778240" y="6378120"/>
            <a:ext cx="2803320" cy="342360"/>
          </a:xfrm>
          <a:prstGeom prst="rect">
            <a:avLst/>
          </a:prstGeom>
          <a:noFill/>
          <a:ln w="0">
            <a:noFill/>
          </a:ln>
        </p:spPr>
        <p:txBody>
          <a:bodyPr lIns="0" rIns="0" tIns="0" bIns="0" anchor="t">
            <a:noAutofit/>
          </a:bodyPr>
          <a:lstStyle>
            <a:lvl1pPr indent="0" algn="r">
              <a:lnSpc>
                <a:spcPct val="100000"/>
              </a:lnSpc>
              <a:buNone/>
              <a:tabLst>
                <a:tab algn="l" pos="0"/>
              </a:tabLst>
              <a:defRPr b="0" lang="en-GB" sz="1400" spc="-1" strike="noStrike">
                <a:solidFill>
                  <a:schemeClr val="dk1">
                    <a:tint val="75000"/>
                  </a:schemeClr>
                </a:solidFill>
                <a:latin typeface="Times New Roman"/>
              </a:defRPr>
            </a:lvl1pPr>
          </a:lstStyle>
          <a:p>
            <a:pPr indent="0" algn="r">
              <a:lnSpc>
                <a:spcPct val="100000"/>
              </a:lnSpc>
              <a:buNone/>
              <a:tabLst>
                <a:tab algn="l" pos="0"/>
              </a:tabLst>
            </a:pPr>
            <a:fld id="{BFD4532A-CD4C-478E-ABA5-0FEF129A6120}" type="slidenum">
              <a:rPr b="0" lang="en-GB" sz="1400" spc="-1" strike="noStrike">
                <a:solidFill>
                  <a:schemeClr val="dk1">
                    <a:tint val="75000"/>
                  </a:schemeClr>
                </a:solidFill>
                <a:latin typeface="Times New Roman"/>
              </a:rPr>
              <a:t>&lt;number&gt;</a:t>
            </a:fld>
            <a:endParaRPr b="0" lang="en-GB" sz="1400" spc="-1" strike="noStrike">
              <a:solidFill>
                <a:srgbClr val="000000"/>
              </a:solidFill>
              <a:latin typeface="Times New Roman"/>
            </a:endParaRPr>
          </a:p>
        </p:txBody>
      </p:sp>
      <p:sp>
        <p:nvSpPr>
          <p:cNvPr id="37" name="PlaceHolder 5"/>
          <p:cNvSpPr>
            <a:spLocks noGrp="1"/>
          </p:cNvSpPr>
          <p:nvPr>
            <p:ph type="dt" idx="15"/>
          </p:nvPr>
        </p:nvSpPr>
        <p:spPr>
          <a:xfrm>
            <a:off x="609480" y="6378120"/>
            <a:ext cx="2803320" cy="342360"/>
          </a:xfrm>
          <a:prstGeom prst="rect">
            <a:avLst/>
          </a:prstGeom>
          <a:noFill/>
          <a:ln w="0">
            <a:noFill/>
          </a:ln>
        </p:spPr>
        <p:txBody>
          <a:bodyPr lIns="0" rIns="0" tIns="0" bIns="0" anchor="t">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5.xml"/>
</Relationships>
</file>

<file path=ppt/slides/_rels/slide18.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19.jpeg"/><Relationship Id="rId3" Type="http://schemas.openxmlformats.org/officeDocument/2006/relationships/slideLayout" Target="../slideLayouts/slideLayout5.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6.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slideLayout" Target="../slideLayouts/slideLayout5.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23.jpeg"/><Relationship Id="rId2" Type="http://schemas.openxmlformats.org/officeDocument/2006/relationships/slideLayout" Target="../slideLayouts/slideLayout5.xml"/>
</Relationships>
</file>

<file path=ppt/slides/_rels/slide29.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slideLayout" Target="../slideLayouts/slideLayout5.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25.jpeg"/><Relationship Id="rId2" Type="http://schemas.openxmlformats.org/officeDocument/2006/relationships/slideLayout" Target="../slideLayouts/slideLayout2.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2.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27.jpeg"/><Relationship Id="rId2" Type="http://schemas.openxmlformats.org/officeDocument/2006/relationships/image" Target="../media/image28.jpeg"/><Relationship Id="rId3" Type="http://schemas.openxmlformats.org/officeDocument/2006/relationships/slideLayout" Target="../slideLayouts/slideLayout2.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Relationships xmlns="http://schemas.openxmlformats.org/package/2006/relationships"><Relationship Id="rId1" Type="http://schemas.openxmlformats.org/officeDocument/2006/relationships/image" Target="../media/image29.jpeg"/><Relationship Id="rId2" Type="http://schemas.openxmlformats.org/officeDocument/2006/relationships/slideLayout" Target="../slideLayouts/slideLayout2.xml"/>
</Relationships>
</file>

<file path=ppt/slides/_rels/slide40.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slideLayout" Target="../slideLayouts/slideLayout2.xml"/>
</Relationships>
</file>

<file path=ppt/slides/_rels/slide41.xml.rels><?xml version="1.0" encoding="UTF-8"?>
<Relationships xmlns="http://schemas.openxmlformats.org/package/2006/relationships"><Relationship Id="rId1" Type="http://schemas.openxmlformats.org/officeDocument/2006/relationships/image" Target="../media/image30.jpeg"/><Relationship Id="rId2" Type="http://schemas.openxmlformats.org/officeDocument/2006/relationships/slideLayout" Target="../slideLayouts/slideLayout2.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5867280" y="1828800"/>
            <a:ext cx="5873040" cy="4096440"/>
          </a:xfrm>
          <a:prstGeom prst="rect">
            <a:avLst/>
          </a:prstGeom>
          <a:noFill/>
          <a:ln w="0">
            <a:noFill/>
          </a:ln>
        </p:spPr>
        <p:txBody>
          <a:bodyPr lIns="0" rIns="0" tIns="12600" bIns="0" anchor="t">
            <a:noAutofit/>
          </a:bodyPr>
          <a:p>
            <a:pPr marL="12600" indent="0" algn="ctr">
              <a:lnSpc>
                <a:spcPct val="100000"/>
              </a:lnSpc>
              <a:spcBef>
                <a:spcPts val="99"/>
              </a:spcBef>
              <a:buNone/>
              <a:tabLst>
                <a:tab algn="l" pos="0"/>
              </a:tabLst>
            </a:pPr>
            <a:r>
              <a:rPr b="1" lang="en-GB" sz="4000" spc="-1" strike="noStrike">
                <a:solidFill>
                  <a:schemeClr val="dk1"/>
                </a:solidFill>
                <a:latin typeface="Calibri"/>
              </a:rPr>
              <a:t>INTRODUCTION</a:t>
            </a:r>
            <a:r>
              <a:rPr b="1" lang="en-GB" sz="4000" spc="-106" strike="noStrike">
                <a:solidFill>
                  <a:schemeClr val="dk1"/>
                </a:solidFill>
                <a:latin typeface="Calibri"/>
              </a:rPr>
              <a:t> </a:t>
            </a:r>
            <a:r>
              <a:rPr b="1" lang="en-GB" sz="4000" spc="-1" strike="noStrike">
                <a:solidFill>
                  <a:schemeClr val="dk1"/>
                </a:solidFill>
                <a:latin typeface="Calibri"/>
              </a:rPr>
              <a:t>TO</a:t>
            </a:r>
            <a:r>
              <a:rPr b="1" lang="en-GB" sz="4000" spc="-97" strike="noStrike">
                <a:solidFill>
                  <a:schemeClr val="dk1"/>
                </a:solidFill>
                <a:latin typeface="Calibri"/>
              </a:rPr>
              <a:t> </a:t>
            </a:r>
            <a:r>
              <a:rPr b="1" lang="en-GB" sz="4000" spc="-12" strike="noStrike">
                <a:solidFill>
                  <a:schemeClr val="dk1"/>
                </a:solidFill>
                <a:latin typeface="Calibri"/>
              </a:rPr>
              <a:t>MACHINE LEARNING AND MACHINE LEARNING</a:t>
            </a:r>
            <a:r>
              <a:rPr b="1" lang="en-GB" sz="4000" spc="-151" strike="noStrike">
                <a:solidFill>
                  <a:schemeClr val="dk1"/>
                </a:solidFill>
                <a:latin typeface="Calibri"/>
              </a:rPr>
              <a:t> </a:t>
            </a:r>
            <a:r>
              <a:rPr b="1" lang="en-GB" sz="4000" spc="-12" strike="noStrike">
                <a:solidFill>
                  <a:schemeClr val="dk1"/>
                </a:solidFill>
                <a:latin typeface="Calibri"/>
              </a:rPr>
              <a:t>ALGORITHMS</a:t>
            </a:r>
            <a:br>
              <a:rPr sz="4000"/>
            </a:br>
            <a:br>
              <a:rPr sz="4000"/>
            </a:br>
            <a:r>
              <a:rPr b="1" lang="en-GB" sz="1400" spc="-12" strike="noStrike">
                <a:solidFill>
                  <a:schemeClr val="dk1"/>
                </a:solidFill>
                <a:latin typeface="Calibri"/>
              </a:rPr>
              <a:t>Revised February 2026. Compiled by DataLab. © DataLab. All Rights Reserved.</a:t>
            </a:r>
            <a:endParaRPr b="0" lang="en-GB" sz="1400" spc="-1" strike="noStrike">
              <a:solidFill>
                <a:srgbClr val="000000"/>
              </a:solidFill>
              <a:latin typeface="Arial"/>
            </a:endParaRPr>
          </a:p>
        </p:txBody>
      </p:sp>
      <p:pic>
        <p:nvPicPr>
          <p:cNvPr id="41" name="Picture 7" descr="A person writing on a whiteboard&#10;&#10;AI-generated content may be incorrect."/>
          <p:cNvPicPr/>
          <p:nvPr/>
        </p:nvPicPr>
        <p:blipFill>
          <a:blip r:embed="rId1"/>
          <a:stretch/>
        </p:blipFill>
        <p:spPr>
          <a:xfrm>
            <a:off x="-24480" y="0"/>
            <a:ext cx="5281560" cy="6866280"/>
          </a:xfrm>
          <a:prstGeom prst="rect">
            <a:avLst/>
          </a:prstGeom>
          <a:ln w="0">
            <a:noFill/>
          </a:ln>
        </p:spPr>
      </p:pic>
      <p:pic>
        <p:nvPicPr>
          <p:cNvPr id="42" name="Picture 9" descr="A logo with blue and orange letters&#10;&#10;AI-generated content may be incorrect."/>
          <p:cNvPicPr/>
          <p:nvPr/>
        </p:nvPicPr>
        <p:blipFill>
          <a:blip r:embed="rId2"/>
          <a:stretch/>
        </p:blipFill>
        <p:spPr>
          <a:xfrm>
            <a:off x="10820520" y="304920"/>
            <a:ext cx="1033920" cy="65196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pic>
        <p:nvPicPr>
          <p:cNvPr id="43" name="object 3" descr=""/>
          <p:cNvPicPr/>
          <p:nvPr/>
        </p:nvPicPr>
        <p:blipFill>
          <a:blip r:embed="rId1"/>
          <a:stretch/>
        </p:blipFill>
        <p:spPr>
          <a:xfrm>
            <a:off x="114480" y="533520"/>
            <a:ext cx="11962800" cy="605988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44" name="object 2"/>
          <p:cNvSpPr/>
          <p:nvPr/>
        </p:nvSpPr>
        <p:spPr>
          <a:xfrm>
            <a:off x="1828800" y="762120"/>
            <a:ext cx="7748280" cy="1841040"/>
          </a:xfrm>
          <a:prstGeom prst="rect">
            <a:avLst/>
          </a:prstGeom>
          <a:noFill/>
          <a:ln w="0">
            <a:noFill/>
          </a:ln>
        </p:spPr>
        <p:style>
          <a:lnRef idx="0"/>
          <a:fillRef idx="0"/>
          <a:effectRef idx="0"/>
          <a:fontRef idx="minor"/>
        </p:style>
        <p:txBody>
          <a:bodyPr lIns="0" rIns="0" tIns="12600" bIns="0" anchor="t">
            <a:spAutoFit/>
          </a:bodyPr>
          <a:p>
            <a:pPr marL="12600" algn="just">
              <a:lnSpc>
                <a:spcPct val="100000"/>
              </a:lnSpc>
              <a:spcBef>
                <a:spcPts val="99"/>
              </a:spcBef>
            </a:pPr>
            <a:r>
              <a:rPr b="0" lang="en-GB" sz="2400" spc="-1" strike="noStrike">
                <a:solidFill>
                  <a:srgbClr val="000000"/>
                </a:solidFill>
                <a:latin typeface="Calibri"/>
              </a:rPr>
              <a:t>Machine</a:t>
            </a:r>
            <a:r>
              <a:rPr b="0" lang="en-GB" sz="2400" spc="-72" strike="noStrike">
                <a:solidFill>
                  <a:srgbClr val="000000"/>
                </a:solidFill>
                <a:latin typeface="Calibri"/>
              </a:rPr>
              <a:t> </a:t>
            </a:r>
            <a:r>
              <a:rPr b="0" lang="en-GB" sz="2400" spc="-1" strike="noStrike">
                <a:solidFill>
                  <a:srgbClr val="000000"/>
                </a:solidFill>
                <a:latin typeface="Calibri"/>
              </a:rPr>
              <a:t>learning</a:t>
            </a:r>
            <a:r>
              <a:rPr b="0" lang="en-GB" sz="2400" spc="-66" strike="noStrike">
                <a:solidFill>
                  <a:srgbClr val="000000"/>
                </a:solidFill>
                <a:latin typeface="Calibri"/>
              </a:rPr>
              <a:t> </a:t>
            </a:r>
            <a:r>
              <a:rPr b="0" lang="en-GB" sz="2400" spc="-1" strike="noStrike">
                <a:solidFill>
                  <a:srgbClr val="000000"/>
                </a:solidFill>
                <a:latin typeface="Calibri"/>
              </a:rPr>
              <a:t>is</a:t>
            </a:r>
            <a:r>
              <a:rPr b="0" lang="en-GB" sz="2400" spc="-66" strike="noStrike">
                <a:solidFill>
                  <a:srgbClr val="000000"/>
                </a:solidFill>
                <a:latin typeface="Calibri"/>
              </a:rPr>
              <a:t> </a:t>
            </a:r>
            <a:r>
              <a:rPr b="0" lang="en-GB" sz="2400" spc="-1" strike="noStrike">
                <a:solidFill>
                  <a:srgbClr val="000000"/>
                </a:solidFill>
                <a:latin typeface="Calibri"/>
              </a:rPr>
              <a:t>a</a:t>
            </a:r>
            <a:r>
              <a:rPr b="0" lang="en-GB" sz="2400" spc="-72" strike="noStrike">
                <a:solidFill>
                  <a:srgbClr val="000000"/>
                </a:solidFill>
                <a:latin typeface="Calibri"/>
              </a:rPr>
              <a:t> </a:t>
            </a:r>
            <a:r>
              <a:rPr b="0" lang="en-GB" sz="2400" spc="-12" strike="noStrike">
                <a:solidFill>
                  <a:srgbClr val="000000"/>
                </a:solidFill>
                <a:latin typeface="Calibri"/>
              </a:rPr>
              <a:t>branch </a:t>
            </a:r>
            <a:r>
              <a:rPr b="0" lang="en-GB" sz="2400" spc="-1" strike="noStrike">
                <a:solidFill>
                  <a:srgbClr val="000000"/>
                </a:solidFill>
                <a:latin typeface="Calibri"/>
              </a:rPr>
              <a:t>of</a:t>
            </a:r>
            <a:r>
              <a:rPr b="0" lang="en-GB" sz="2400" spc="-41" strike="noStrike">
                <a:solidFill>
                  <a:srgbClr val="000000"/>
                </a:solidFill>
                <a:latin typeface="Calibri"/>
              </a:rPr>
              <a:t> </a:t>
            </a:r>
            <a:r>
              <a:rPr b="0" lang="en-GB" sz="2400" spc="-1" strike="noStrike">
                <a:solidFill>
                  <a:srgbClr val="000000"/>
                </a:solidFill>
                <a:latin typeface="Calibri"/>
              </a:rPr>
              <a:t>artificial</a:t>
            </a:r>
            <a:r>
              <a:rPr b="0" lang="en-GB" sz="2400" spc="-41" strike="noStrike">
                <a:solidFill>
                  <a:srgbClr val="000000"/>
                </a:solidFill>
                <a:latin typeface="Calibri"/>
              </a:rPr>
              <a:t> </a:t>
            </a:r>
            <a:r>
              <a:rPr b="0" lang="en-GB" sz="2400" spc="-12" strike="noStrike">
                <a:solidFill>
                  <a:srgbClr val="000000"/>
                </a:solidFill>
                <a:latin typeface="Calibri"/>
              </a:rPr>
              <a:t>intelligence </a:t>
            </a:r>
            <a:r>
              <a:rPr b="0" lang="en-GB" sz="2400" spc="-1" strike="noStrike">
                <a:solidFill>
                  <a:srgbClr val="000000"/>
                </a:solidFill>
                <a:latin typeface="Calibri"/>
              </a:rPr>
              <a:t>which</a:t>
            </a:r>
            <a:r>
              <a:rPr b="0" lang="en-GB" sz="2400" spc="-46" strike="noStrike">
                <a:solidFill>
                  <a:srgbClr val="000000"/>
                </a:solidFill>
                <a:latin typeface="Calibri"/>
              </a:rPr>
              <a:t> </a:t>
            </a:r>
            <a:r>
              <a:rPr b="0" lang="en-GB" sz="2400" spc="-1" strike="noStrike">
                <a:solidFill>
                  <a:srgbClr val="000000"/>
                </a:solidFill>
                <a:latin typeface="Calibri"/>
              </a:rPr>
              <a:t>focuses</a:t>
            </a:r>
            <a:r>
              <a:rPr b="0" lang="en-GB" sz="2400" spc="-46" strike="noStrike">
                <a:solidFill>
                  <a:srgbClr val="000000"/>
                </a:solidFill>
                <a:latin typeface="Calibri"/>
              </a:rPr>
              <a:t> </a:t>
            </a:r>
            <a:r>
              <a:rPr b="0" lang="en-GB" sz="2400" spc="-1" strike="noStrike">
                <a:solidFill>
                  <a:srgbClr val="000000"/>
                </a:solidFill>
                <a:latin typeface="Calibri"/>
              </a:rPr>
              <a:t>on</a:t>
            </a:r>
            <a:r>
              <a:rPr b="0" lang="en-GB" sz="2400" spc="-46" strike="noStrike">
                <a:solidFill>
                  <a:srgbClr val="000000"/>
                </a:solidFill>
                <a:latin typeface="Calibri"/>
              </a:rPr>
              <a:t> </a:t>
            </a:r>
            <a:r>
              <a:rPr b="0" lang="en-GB" sz="2400" spc="-1" strike="noStrike">
                <a:solidFill>
                  <a:srgbClr val="000000"/>
                </a:solidFill>
                <a:latin typeface="Calibri"/>
              </a:rPr>
              <a:t>the</a:t>
            </a:r>
            <a:r>
              <a:rPr b="0" lang="en-GB" sz="2400" spc="-46" strike="noStrike">
                <a:solidFill>
                  <a:srgbClr val="000000"/>
                </a:solidFill>
                <a:latin typeface="Calibri"/>
              </a:rPr>
              <a:t> </a:t>
            </a:r>
            <a:r>
              <a:rPr b="0" lang="en-GB" sz="2400" spc="-1" strike="noStrike">
                <a:solidFill>
                  <a:srgbClr val="000000"/>
                </a:solidFill>
                <a:latin typeface="Calibri"/>
              </a:rPr>
              <a:t>use</a:t>
            </a:r>
            <a:r>
              <a:rPr b="0" lang="en-GB" sz="2400" spc="-41" strike="noStrike">
                <a:solidFill>
                  <a:srgbClr val="000000"/>
                </a:solidFill>
                <a:latin typeface="Calibri"/>
              </a:rPr>
              <a:t> </a:t>
            </a:r>
            <a:r>
              <a:rPr b="0" lang="en-GB" sz="2400" spc="-26" strike="noStrike">
                <a:solidFill>
                  <a:srgbClr val="000000"/>
                </a:solidFill>
                <a:latin typeface="Calibri"/>
              </a:rPr>
              <a:t>of </a:t>
            </a:r>
            <a:r>
              <a:rPr b="0" lang="en-GB" sz="2400" spc="-1" strike="noStrike">
                <a:solidFill>
                  <a:srgbClr val="000000"/>
                </a:solidFill>
                <a:latin typeface="Calibri"/>
              </a:rPr>
              <a:t>data</a:t>
            </a:r>
            <a:r>
              <a:rPr b="0" lang="en-GB" sz="2400" spc="-75" strike="noStrike">
                <a:solidFill>
                  <a:srgbClr val="000000"/>
                </a:solidFill>
                <a:latin typeface="Calibri"/>
              </a:rPr>
              <a:t> </a:t>
            </a:r>
            <a:r>
              <a:rPr b="0" lang="en-GB" sz="2400" spc="-1" strike="noStrike">
                <a:solidFill>
                  <a:srgbClr val="000000"/>
                </a:solidFill>
                <a:latin typeface="Calibri"/>
              </a:rPr>
              <a:t>and</a:t>
            </a:r>
            <a:r>
              <a:rPr b="0" lang="en-GB" sz="2400" spc="-72" strike="noStrike">
                <a:solidFill>
                  <a:srgbClr val="000000"/>
                </a:solidFill>
                <a:latin typeface="Calibri"/>
              </a:rPr>
              <a:t> </a:t>
            </a:r>
            <a:r>
              <a:rPr b="0" lang="en-GB" sz="2400" spc="-1" strike="noStrike">
                <a:solidFill>
                  <a:srgbClr val="000000"/>
                </a:solidFill>
                <a:latin typeface="Calibri"/>
              </a:rPr>
              <a:t>algorithms</a:t>
            </a:r>
            <a:r>
              <a:rPr b="0" lang="en-GB" sz="2400" spc="-75" strike="noStrike">
                <a:solidFill>
                  <a:srgbClr val="000000"/>
                </a:solidFill>
                <a:latin typeface="Calibri"/>
              </a:rPr>
              <a:t> </a:t>
            </a:r>
            <a:r>
              <a:rPr b="0" lang="en-GB" sz="2400" spc="-26" strike="noStrike">
                <a:solidFill>
                  <a:srgbClr val="000000"/>
                </a:solidFill>
                <a:latin typeface="Calibri"/>
              </a:rPr>
              <a:t>to </a:t>
            </a:r>
            <a:r>
              <a:rPr b="0" lang="en-GB" sz="2400" spc="-1" strike="noStrike">
                <a:solidFill>
                  <a:srgbClr val="000000"/>
                </a:solidFill>
                <a:latin typeface="Calibri"/>
              </a:rPr>
              <a:t>imitate</a:t>
            </a:r>
            <a:r>
              <a:rPr b="0" lang="en-GB" sz="2400" spc="-80" strike="noStrike">
                <a:solidFill>
                  <a:srgbClr val="000000"/>
                </a:solidFill>
                <a:latin typeface="Calibri"/>
              </a:rPr>
              <a:t> </a:t>
            </a:r>
            <a:r>
              <a:rPr b="0" lang="en-GB" sz="2400" spc="-1" strike="noStrike">
                <a:solidFill>
                  <a:srgbClr val="000000"/>
                </a:solidFill>
                <a:latin typeface="Calibri"/>
              </a:rPr>
              <a:t>the</a:t>
            </a:r>
            <a:r>
              <a:rPr b="0" lang="en-GB" sz="2400" spc="-80" strike="noStrike">
                <a:solidFill>
                  <a:srgbClr val="000000"/>
                </a:solidFill>
                <a:latin typeface="Calibri"/>
              </a:rPr>
              <a:t> </a:t>
            </a:r>
            <a:r>
              <a:rPr b="0" lang="en-GB" sz="2400" spc="-1" strike="noStrike">
                <a:solidFill>
                  <a:srgbClr val="000000"/>
                </a:solidFill>
                <a:latin typeface="Calibri"/>
              </a:rPr>
              <a:t>way</a:t>
            </a:r>
            <a:r>
              <a:rPr b="0" lang="en-GB" sz="2400" spc="-80" strike="noStrike">
                <a:solidFill>
                  <a:srgbClr val="000000"/>
                </a:solidFill>
                <a:latin typeface="Calibri"/>
              </a:rPr>
              <a:t> </a:t>
            </a:r>
            <a:r>
              <a:rPr b="0" lang="en-GB" sz="2400" spc="-1" strike="noStrike">
                <a:solidFill>
                  <a:srgbClr val="000000"/>
                </a:solidFill>
                <a:latin typeface="Calibri"/>
              </a:rPr>
              <a:t>that</a:t>
            </a:r>
            <a:r>
              <a:rPr b="0" lang="en-GB" sz="2400" spc="-75" strike="noStrike">
                <a:solidFill>
                  <a:srgbClr val="000000"/>
                </a:solidFill>
                <a:latin typeface="Calibri"/>
              </a:rPr>
              <a:t> </a:t>
            </a:r>
            <a:r>
              <a:rPr b="0" lang="en-GB" sz="2400" spc="-12" strike="noStrike">
                <a:solidFill>
                  <a:srgbClr val="000000"/>
                </a:solidFill>
                <a:latin typeface="Calibri"/>
              </a:rPr>
              <a:t>humans </a:t>
            </a:r>
            <a:r>
              <a:rPr b="0" lang="en-GB" sz="2400" spc="-1" strike="noStrike">
                <a:solidFill>
                  <a:srgbClr val="000000"/>
                </a:solidFill>
                <a:latin typeface="Calibri"/>
              </a:rPr>
              <a:t>learn. It </a:t>
            </a:r>
            <a:r>
              <a:rPr b="0" lang="en-GB" sz="2400" spc="-26" strike="noStrike">
                <a:solidFill>
                  <a:srgbClr val="000000"/>
                </a:solidFill>
                <a:latin typeface="Calibri"/>
              </a:rPr>
              <a:t>can </a:t>
            </a:r>
            <a:r>
              <a:rPr b="0" lang="en-GB" sz="2400" spc="-1" strike="noStrike">
                <a:solidFill>
                  <a:srgbClr val="000000"/>
                </a:solidFill>
                <a:latin typeface="Calibri"/>
              </a:rPr>
              <a:t>detect</a:t>
            </a:r>
            <a:r>
              <a:rPr b="0" lang="en-GB" sz="2400" spc="-80" strike="noStrike">
                <a:solidFill>
                  <a:srgbClr val="000000"/>
                </a:solidFill>
                <a:latin typeface="Calibri"/>
              </a:rPr>
              <a:t> </a:t>
            </a:r>
            <a:r>
              <a:rPr b="0" lang="en-GB" sz="2400" spc="-12" strike="noStrike">
                <a:solidFill>
                  <a:srgbClr val="000000"/>
                </a:solidFill>
                <a:latin typeface="Calibri"/>
              </a:rPr>
              <a:t>patterns</a:t>
            </a:r>
            <a:r>
              <a:rPr b="0" lang="en-GB" sz="2400" spc="-80" strike="noStrike">
                <a:solidFill>
                  <a:srgbClr val="000000"/>
                </a:solidFill>
                <a:latin typeface="Calibri"/>
              </a:rPr>
              <a:t> </a:t>
            </a:r>
            <a:r>
              <a:rPr b="0" lang="en-GB" sz="2400" spc="-1" strike="noStrike">
                <a:solidFill>
                  <a:srgbClr val="000000"/>
                </a:solidFill>
                <a:latin typeface="Calibri"/>
              </a:rPr>
              <a:t>in</a:t>
            </a:r>
            <a:r>
              <a:rPr b="0" lang="en-GB" sz="2400" spc="-80" strike="noStrike">
                <a:solidFill>
                  <a:srgbClr val="000000"/>
                </a:solidFill>
                <a:latin typeface="Calibri"/>
              </a:rPr>
              <a:t> </a:t>
            </a:r>
            <a:r>
              <a:rPr b="0" lang="en-GB" sz="2400" spc="-1" strike="noStrike">
                <a:solidFill>
                  <a:srgbClr val="000000"/>
                </a:solidFill>
                <a:latin typeface="Calibri"/>
              </a:rPr>
              <a:t>data</a:t>
            </a:r>
            <a:r>
              <a:rPr b="0" lang="en-GB" sz="2400" spc="-80" strike="noStrike">
                <a:solidFill>
                  <a:srgbClr val="000000"/>
                </a:solidFill>
                <a:latin typeface="Calibri"/>
              </a:rPr>
              <a:t> </a:t>
            </a:r>
            <a:r>
              <a:rPr b="0" lang="en-GB" sz="2400" spc="-26" strike="noStrike">
                <a:solidFill>
                  <a:srgbClr val="000000"/>
                </a:solidFill>
                <a:latin typeface="Calibri"/>
              </a:rPr>
              <a:t>and </a:t>
            </a:r>
            <a:r>
              <a:rPr b="0" lang="en-GB" sz="2400" spc="-1" strike="noStrike">
                <a:solidFill>
                  <a:srgbClr val="000000"/>
                </a:solidFill>
                <a:latin typeface="Calibri"/>
              </a:rPr>
              <a:t>use</a:t>
            </a:r>
            <a:r>
              <a:rPr b="0" lang="en-GB" sz="2400" spc="-55" strike="noStrike">
                <a:solidFill>
                  <a:srgbClr val="000000"/>
                </a:solidFill>
                <a:latin typeface="Calibri"/>
              </a:rPr>
              <a:t> </a:t>
            </a:r>
            <a:r>
              <a:rPr b="0" lang="en-GB" sz="2400" spc="-1" strike="noStrike">
                <a:solidFill>
                  <a:srgbClr val="000000"/>
                </a:solidFill>
                <a:latin typeface="Calibri"/>
              </a:rPr>
              <a:t>those</a:t>
            </a:r>
            <a:r>
              <a:rPr b="0" lang="en-GB" sz="2400" spc="-52" strike="noStrike">
                <a:solidFill>
                  <a:srgbClr val="000000"/>
                </a:solidFill>
                <a:latin typeface="Calibri"/>
              </a:rPr>
              <a:t> </a:t>
            </a:r>
            <a:r>
              <a:rPr b="0" lang="en-GB" sz="2400" spc="-12" strike="noStrike">
                <a:solidFill>
                  <a:srgbClr val="000000"/>
                </a:solidFill>
                <a:latin typeface="Calibri"/>
              </a:rPr>
              <a:t>patterns</a:t>
            </a:r>
            <a:r>
              <a:rPr b="0" lang="en-GB" sz="2400" spc="-52" strike="noStrike">
                <a:solidFill>
                  <a:srgbClr val="000000"/>
                </a:solidFill>
                <a:latin typeface="Calibri"/>
              </a:rPr>
              <a:t> </a:t>
            </a:r>
            <a:r>
              <a:rPr b="0" lang="en-GB" sz="2400" spc="-1" strike="noStrike">
                <a:solidFill>
                  <a:srgbClr val="000000"/>
                </a:solidFill>
                <a:latin typeface="Calibri"/>
              </a:rPr>
              <a:t>to</a:t>
            </a:r>
            <a:r>
              <a:rPr b="0" lang="en-GB" sz="2400" spc="-55" strike="noStrike">
                <a:solidFill>
                  <a:srgbClr val="000000"/>
                </a:solidFill>
                <a:latin typeface="Calibri"/>
              </a:rPr>
              <a:t> </a:t>
            </a:r>
            <a:r>
              <a:rPr b="0" lang="en-GB" sz="2400" spc="-21" strike="noStrike">
                <a:solidFill>
                  <a:srgbClr val="000000"/>
                </a:solidFill>
                <a:latin typeface="Calibri"/>
              </a:rPr>
              <a:t>make </a:t>
            </a:r>
            <a:r>
              <a:rPr b="0" lang="en-GB" sz="2400" spc="-1" strike="noStrike">
                <a:solidFill>
                  <a:srgbClr val="000000"/>
                </a:solidFill>
                <a:latin typeface="Calibri"/>
              </a:rPr>
              <a:t>future</a:t>
            </a:r>
            <a:r>
              <a:rPr b="0" lang="en-GB" sz="2400" spc="-126" strike="noStrike">
                <a:solidFill>
                  <a:srgbClr val="000000"/>
                </a:solidFill>
                <a:latin typeface="Calibri"/>
              </a:rPr>
              <a:t> </a:t>
            </a:r>
            <a:r>
              <a:rPr b="0" lang="en-GB" sz="2400" spc="-12" strike="noStrike">
                <a:solidFill>
                  <a:srgbClr val="000000"/>
                </a:solidFill>
                <a:latin typeface="Calibri"/>
              </a:rPr>
              <a:t>predictions.</a:t>
            </a:r>
            <a:endParaRPr b="0" lang="en-GB" sz="2400" spc="-1" strike="noStrike">
              <a:solidFill>
                <a:srgbClr val="000000"/>
              </a:solidFill>
              <a:latin typeface="Arial"/>
            </a:endParaRPr>
          </a:p>
        </p:txBody>
      </p:sp>
      <p:pic>
        <p:nvPicPr>
          <p:cNvPr id="45" name="Picture 5" descr=""/>
          <p:cNvPicPr/>
          <p:nvPr/>
        </p:nvPicPr>
        <p:blipFill>
          <a:blip r:embed="rId1"/>
          <a:stretch/>
        </p:blipFill>
        <p:spPr>
          <a:xfrm>
            <a:off x="1447920" y="2590920"/>
            <a:ext cx="8940960" cy="420948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441000" y="1371600"/>
            <a:ext cx="5349600" cy="1658520"/>
          </a:xfrm>
          <a:prstGeom prst="rect">
            <a:avLst/>
          </a:prstGeom>
          <a:noFill/>
          <a:ln w="0">
            <a:noFill/>
          </a:ln>
        </p:spPr>
        <p:txBody>
          <a:bodyPr lIns="0" rIns="0" tIns="12600" bIns="0" anchor="t">
            <a:noAutofit/>
          </a:bodyPr>
          <a:p>
            <a:pPr marL="12600" indent="0">
              <a:lnSpc>
                <a:spcPct val="150000"/>
              </a:lnSpc>
              <a:spcBef>
                <a:spcPts val="99"/>
              </a:spcBef>
              <a:buNone/>
              <a:tabLst>
                <a:tab algn="l" pos="0"/>
              </a:tabLst>
            </a:pPr>
            <a:r>
              <a:rPr b="0" lang="en-GB" sz="2400" spc="-1" strike="noStrike">
                <a:solidFill>
                  <a:schemeClr val="dk1"/>
                </a:solidFill>
                <a:latin typeface="Calibri"/>
              </a:rPr>
              <a:t>Broadly</a:t>
            </a:r>
            <a:r>
              <a:rPr b="0" lang="en-GB" sz="2400" spc="-86" strike="noStrike">
                <a:solidFill>
                  <a:schemeClr val="dk1"/>
                </a:solidFill>
                <a:latin typeface="Calibri"/>
              </a:rPr>
              <a:t> </a:t>
            </a:r>
            <a:r>
              <a:rPr b="0" lang="en-GB" sz="2400" spc="-1" strike="noStrike">
                <a:solidFill>
                  <a:schemeClr val="dk1"/>
                </a:solidFill>
                <a:latin typeface="Calibri"/>
              </a:rPr>
              <a:t>speaking,</a:t>
            </a:r>
            <a:r>
              <a:rPr b="0" lang="en-GB" sz="2400" spc="-86" strike="noStrike">
                <a:solidFill>
                  <a:schemeClr val="dk1"/>
                </a:solidFill>
                <a:latin typeface="Calibri"/>
              </a:rPr>
              <a:t> </a:t>
            </a:r>
            <a:r>
              <a:rPr b="0" lang="en-GB" sz="2400" spc="-1" strike="noStrike">
                <a:solidFill>
                  <a:schemeClr val="dk1"/>
                </a:solidFill>
                <a:latin typeface="Calibri"/>
              </a:rPr>
              <a:t>machine</a:t>
            </a:r>
            <a:r>
              <a:rPr b="0" lang="en-GB" sz="2400" spc="-86" strike="noStrike">
                <a:solidFill>
                  <a:schemeClr val="dk1"/>
                </a:solidFill>
                <a:latin typeface="Calibri"/>
              </a:rPr>
              <a:t> </a:t>
            </a:r>
            <a:r>
              <a:rPr b="0" lang="en-GB" sz="2400" spc="-1" strike="noStrike">
                <a:solidFill>
                  <a:schemeClr val="dk1"/>
                </a:solidFill>
                <a:latin typeface="Calibri"/>
              </a:rPr>
              <a:t>learning</a:t>
            </a:r>
            <a:r>
              <a:rPr b="0" lang="en-GB" sz="2400" spc="-80" strike="noStrike">
                <a:solidFill>
                  <a:schemeClr val="dk1"/>
                </a:solidFill>
                <a:latin typeface="Calibri"/>
              </a:rPr>
              <a:t> </a:t>
            </a:r>
            <a:r>
              <a:rPr b="0" lang="en-GB" sz="2400" spc="-26" strike="noStrike">
                <a:solidFill>
                  <a:schemeClr val="dk1"/>
                </a:solidFill>
                <a:latin typeface="Calibri"/>
              </a:rPr>
              <a:t>can </a:t>
            </a:r>
            <a:r>
              <a:rPr b="0" lang="en-GB" sz="2400" spc="-1" strike="noStrike">
                <a:solidFill>
                  <a:schemeClr val="dk1"/>
                </a:solidFill>
                <a:latin typeface="Calibri"/>
              </a:rPr>
              <a:t>be</a:t>
            </a:r>
            <a:r>
              <a:rPr b="0" lang="en-GB" sz="2400" spc="-72" strike="noStrike">
                <a:solidFill>
                  <a:schemeClr val="dk1"/>
                </a:solidFill>
                <a:latin typeface="Calibri"/>
              </a:rPr>
              <a:t> </a:t>
            </a:r>
            <a:r>
              <a:rPr b="0" lang="en-GB" sz="2400" spc="-12" strike="noStrike">
                <a:solidFill>
                  <a:schemeClr val="dk1"/>
                </a:solidFill>
                <a:latin typeface="Calibri"/>
              </a:rPr>
              <a:t>categorized</a:t>
            </a:r>
            <a:r>
              <a:rPr b="0" lang="en-GB" sz="2400" spc="-66" strike="noStrike">
                <a:solidFill>
                  <a:schemeClr val="dk1"/>
                </a:solidFill>
                <a:latin typeface="Calibri"/>
              </a:rPr>
              <a:t> </a:t>
            </a:r>
            <a:r>
              <a:rPr b="0" lang="en-GB" sz="2400" spc="-1" strike="noStrike">
                <a:solidFill>
                  <a:schemeClr val="dk1"/>
                </a:solidFill>
                <a:latin typeface="Calibri"/>
              </a:rPr>
              <a:t>into</a:t>
            </a:r>
            <a:r>
              <a:rPr b="0" lang="en-GB" sz="2400" spc="-66" strike="noStrike">
                <a:solidFill>
                  <a:schemeClr val="dk1"/>
                </a:solidFill>
                <a:latin typeface="Calibri"/>
              </a:rPr>
              <a:t> </a:t>
            </a:r>
            <a:r>
              <a:rPr b="0" lang="en-GB" sz="2400" spc="-1" strike="noStrike">
                <a:solidFill>
                  <a:schemeClr val="dk1"/>
                </a:solidFill>
                <a:latin typeface="Calibri"/>
              </a:rPr>
              <a:t>three</a:t>
            </a:r>
            <a:r>
              <a:rPr b="0" lang="en-GB" sz="2400" spc="-66" strike="noStrike">
                <a:solidFill>
                  <a:schemeClr val="dk1"/>
                </a:solidFill>
                <a:latin typeface="Calibri"/>
              </a:rPr>
              <a:t> </a:t>
            </a:r>
            <a:r>
              <a:rPr b="0" lang="en-GB" sz="2400" spc="-1" strike="noStrike">
                <a:solidFill>
                  <a:schemeClr val="dk1"/>
                </a:solidFill>
                <a:latin typeface="Calibri"/>
              </a:rPr>
              <a:t>main</a:t>
            </a:r>
            <a:r>
              <a:rPr b="0" lang="en-GB" sz="2400" spc="-72" strike="noStrike">
                <a:solidFill>
                  <a:schemeClr val="dk1"/>
                </a:solidFill>
                <a:latin typeface="Calibri"/>
              </a:rPr>
              <a:t> </a:t>
            </a:r>
            <a:r>
              <a:rPr b="0" lang="en-GB" sz="2400" spc="-12" strike="noStrike">
                <a:solidFill>
                  <a:schemeClr val="dk1"/>
                </a:solidFill>
                <a:latin typeface="Calibri"/>
              </a:rPr>
              <a:t>types:</a:t>
            </a:r>
            <a:endParaRPr b="0" lang="en-GB" sz="2400" spc="-1" strike="noStrike">
              <a:solidFill>
                <a:srgbClr val="000000"/>
              </a:solidFill>
              <a:latin typeface="Arial"/>
            </a:endParaRPr>
          </a:p>
        </p:txBody>
      </p:sp>
      <p:sp>
        <p:nvSpPr>
          <p:cNvPr id="47" name="object 3"/>
          <p:cNvSpPr/>
          <p:nvPr/>
        </p:nvSpPr>
        <p:spPr>
          <a:xfrm>
            <a:off x="533520" y="2593440"/>
            <a:ext cx="3278520" cy="2389680"/>
          </a:xfrm>
          <a:prstGeom prst="rect">
            <a:avLst/>
          </a:prstGeom>
          <a:noFill/>
          <a:ln w="0">
            <a:noFill/>
          </a:ln>
        </p:spPr>
        <p:style>
          <a:lnRef idx="0"/>
          <a:fillRef idx="0"/>
          <a:effectRef idx="0"/>
          <a:fontRef idx="minor"/>
        </p:style>
        <p:txBody>
          <a:bodyPr lIns="0" rIns="0" tIns="195480" bIns="0" anchor="t">
            <a:spAutoFit/>
          </a:bodyPr>
          <a:p>
            <a:pPr marL="309240" indent="-296640">
              <a:lnSpc>
                <a:spcPct val="100000"/>
              </a:lnSpc>
              <a:spcBef>
                <a:spcPts val="1539"/>
              </a:spcBef>
              <a:buClr>
                <a:srgbClr val="000000"/>
              </a:buClr>
              <a:buFont typeface="Arial MT"/>
              <a:buChar char="•"/>
              <a:tabLst>
                <a:tab algn="l" pos="309240"/>
              </a:tabLst>
            </a:pPr>
            <a:r>
              <a:rPr b="0" lang="en-GB" sz="2400" spc="-1" strike="noStrike">
                <a:solidFill>
                  <a:srgbClr val="000000"/>
                </a:solidFill>
                <a:latin typeface="Calibri"/>
              </a:rPr>
              <a:t>Supervised</a:t>
            </a:r>
            <a:r>
              <a:rPr b="0" lang="en-GB" sz="2400" spc="-137" strike="noStrike">
                <a:solidFill>
                  <a:srgbClr val="000000"/>
                </a:solidFill>
                <a:latin typeface="Calibri"/>
              </a:rPr>
              <a:t> </a:t>
            </a:r>
            <a:r>
              <a:rPr b="0" lang="en-GB" sz="2400" spc="-12" strike="noStrike">
                <a:solidFill>
                  <a:srgbClr val="000000"/>
                </a:solidFill>
                <a:latin typeface="Calibri"/>
              </a:rPr>
              <a:t>Learning</a:t>
            </a:r>
            <a:endParaRPr b="0" lang="en-GB" sz="2400" spc="-1" strike="noStrike">
              <a:solidFill>
                <a:srgbClr val="000000"/>
              </a:solidFill>
              <a:latin typeface="Arial"/>
            </a:endParaRPr>
          </a:p>
          <a:p>
            <a:pPr marL="309240" indent="-296640">
              <a:lnSpc>
                <a:spcPct val="100000"/>
              </a:lnSpc>
              <a:spcBef>
                <a:spcPts val="1440"/>
              </a:spcBef>
              <a:buClr>
                <a:srgbClr val="000000"/>
              </a:buClr>
              <a:buFont typeface="Arial MT"/>
              <a:buChar char="•"/>
              <a:tabLst>
                <a:tab algn="l" pos="309240"/>
              </a:tabLst>
            </a:pPr>
            <a:r>
              <a:rPr b="0" lang="en-GB" sz="2400" spc="-12" strike="noStrike">
                <a:solidFill>
                  <a:srgbClr val="000000"/>
                </a:solidFill>
                <a:latin typeface="Calibri"/>
              </a:rPr>
              <a:t>Unsupervised</a:t>
            </a:r>
            <a:r>
              <a:rPr b="0" lang="en-GB" sz="2400" spc="-52" strike="noStrike">
                <a:solidFill>
                  <a:srgbClr val="000000"/>
                </a:solidFill>
                <a:latin typeface="Calibri"/>
              </a:rPr>
              <a:t> </a:t>
            </a:r>
            <a:r>
              <a:rPr b="0" lang="en-GB" sz="2400" spc="-12" strike="noStrike">
                <a:solidFill>
                  <a:srgbClr val="000000"/>
                </a:solidFill>
                <a:latin typeface="Calibri"/>
              </a:rPr>
              <a:t>Learning</a:t>
            </a:r>
            <a:endParaRPr b="0" lang="en-GB" sz="2400" spc="-1" strike="noStrike">
              <a:solidFill>
                <a:srgbClr val="000000"/>
              </a:solidFill>
              <a:latin typeface="Arial"/>
            </a:endParaRPr>
          </a:p>
          <a:p>
            <a:pPr marL="309240" indent="-296640">
              <a:lnSpc>
                <a:spcPct val="100000"/>
              </a:lnSpc>
              <a:spcBef>
                <a:spcPts val="1440"/>
              </a:spcBef>
              <a:buClr>
                <a:srgbClr val="000000"/>
              </a:buClr>
              <a:buFont typeface="Arial MT"/>
              <a:buChar char="•"/>
              <a:tabLst>
                <a:tab algn="l" pos="309240"/>
              </a:tabLst>
            </a:pPr>
            <a:r>
              <a:rPr b="0" lang="en-GB" sz="2400" spc="-21" strike="noStrike">
                <a:solidFill>
                  <a:srgbClr val="000000"/>
                </a:solidFill>
                <a:latin typeface="Calibri"/>
              </a:rPr>
              <a:t>Reinforcement</a:t>
            </a:r>
            <a:r>
              <a:rPr b="0" lang="en-GB" sz="2400" spc="-60" strike="noStrike">
                <a:solidFill>
                  <a:srgbClr val="000000"/>
                </a:solidFill>
                <a:latin typeface="Calibri"/>
              </a:rPr>
              <a:t> </a:t>
            </a:r>
            <a:r>
              <a:rPr b="0" lang="en-GB" sz="2400" spc="-12" strike="noStrike">
                <a:solidFill>
                  <a:srgbClr val="000000"/>
                </a:solidFill>
                <a:latin typeface="Calibri"/>
              </a:rPr>
              <a:t>Learning</a:t>
            </a:r>
            <a:endParaRPr b="0" lang="en-GB" sz="2400" spc="-1" strike="noStrike">
              <a:solidFill>
                <a:srgbClr val="000000"/>
              </a:solidFill>
              <a:latin typeface="Arial"/>
            </a:endParaRPr>
          </a:p>
        </p:txBody>
      </p:sp>
      <p:pic>
        <p:nvPicPr>
          <p:cNvPr id="48" name="object 5" descr=""/>
          <p:cNvPicPr/>
          <p:nvPr/>
        </p:nvPicPr>
        <p:blipFill>
          <a:blip r:embed="rId1"/>
          <a:stretch/>
        </p:blipFill>
        <p:spPr>
          <a:xfrm>
            <a:off x="5241240" y="376920"/>
            <a:ext cx="6491880" cy="574488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552240" y="533520"/>
            <a:ext cx="4686120" cy="115740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n-GB" sz="3200" spc="-1" strike="noStrike">
                <a:solidFill>
                  <a:schemeClr val="dk1"/>
                </a:solidFill>
                <a:latin typeface="Calibri"/>
              </a:rPr>
              <a:t>SUPERVISED</a:t>
            </a:r>
            <a:r>
              <a:rPr b="1" lang="en-GB" sz="3200" spc="-171" strike="noStrike">
                <a:solidFill>
                  <a:schemeClr val="dk1"/>
                </a:solidFill>
                <a:latin typeface="Calibri"/>
              </a:rPr>
              <a:t> </a:t>
            </a:r>
            <a:r>
              <a:rPr b="1" lang="en-GB" sz="3200" spc="-12" strike="noStrike">
                <a:solidFill>
                  <a:schemeClr val="dk1"/>
                </a:solidFill>
                <a:latin typeface="Calibri"/>
              </a:rPr>
              <a:t>LEARNING</a:t>
            </a:r>
            <a:endParaRPr b="0" lang="en-GB" sz="3200" spc="-1" strike="noStrike">
              <a:solidFill>
                <a:srgbClr val="000000"/>
              </a:solidFill>
              <a:latin typeface="Arial"/>
            </a:endParaRPr>
          </a:p>
        </p:txBody>
      </p:sp>
      <p:sp>
        <p:nvSpPr>
          <p:cNvPr id="50" name="object 3"/>
          <p:cNvSpPr/>
          <p:nvPr/>
        </p:nvSpPr>
        <p:spPr>
          <a:xfrm>
            <a:off x="380880" y="1143000"/>
            <a:ext cx="5028480" cy="4584240"/>
          </a:xfrm>
          <a:prstGeom prst="rect">
            <a:avLst/>
          </a:prstGeom>
          <a:noFill/>
          <a:ln w="0">
            <a:noFill/>
          </a:ln>
        </p:spPr>
        <p:style>
          <a:lnRef idx="0"/>
          <a:fillRef idx="0"/>
          <a:effectRef idx="0"/>
          <a:fontRef idx="minor"/>
        </p:style>
        <p:txBody>
          <a:bodyPr lIns="0" rIns="0" tIns="12600" bIns="0" anchor="t">
            <a:spAutoFit/>
          </a:bodyPr>
          <a:p>
            <a:pPr marL="298440" indent="-285840">
              <a:lnSpc>
                <a:spcPct val="150000"/>
              </a:lnSpc>
              <a:spcBef>
                <a:spcPts val="99"/>
              </a:spcBef>
              <a:buClr>
                <a:srgbClr val="000000"/>
              </a:buClr>
              <a:buFont typeface="Arial"/>
              <a:buChar char="•"/>
            </a:pPr>
            <a:r>
              <a:rPr b="0" lang="en-GB" sz="2000" spc="-1" strike="noStrike">
                <a:solidFill>
                  <a:srgbClr val="000000"/>
                </a:solidFill>
                <a:latin typeface="Calibri"/>
              </a:rPr>
              <a:t>Supervised</a:t>
            </a:r>
            <a:r>
              <a:rPr b="0" lang="en-GB" sz="2000" spc="-52" strike="noStrike">
                <a:solidFill>
                  <a:srgbClr val="000000"/>
                </a:solidFill>
                <a:latin typeface="Calibri"/>
              </a:rPr>
              <a:t> </a:t>
            </a:r>
            <a:r>
              <a:rPr b="0" lang="en-GB" sz="2000" spc="-1" strike="noStrike">
                <a:solidFill>
                  <a:srgbClr val="000000"/>
                </a:solidFill>
                <a:latin typeface="Calibri"/>
              </a:rPr>
              <a:t>Learning</a:t>
            </a:r>
            <a:r>
              <a:rPr b="0" lang="en-GB" sz="2000" spc="-52" strike="noStrike">
                <a:solidFill>
                  <a:srgbClr val="000000"/>
                </a:solidFill>
                <a:latin typeface="Calibri"/>
              </a:rPr>
              <a:t> </a:t>
            </a:r>
            <a:r>
              <a:rPr b="0" lang="en-GB" sz="2000" spc="-1" strike="noStrike">
                <a:solidFill>
                  <a:srgbClr val="000000"/>
                </a:solidFill>
                <a:latin typeface="Calibri"/>
              </a:rPr>
              <a:t>is</a:t>
            </a:r>
            <a:r>
              <a:rPr b="0" lang="en-GB" sz="2000" spc="-52" strike="noStrike">
                <a:solidFill>
                  <a:srgbClr val="000000"/>
                </a:solidFill>
                <a:latin typeface="Calibri"/>
              </a:rPr>
              <a:t> </a:t>
            </a:r>
            <a:r>
              <a:rPr b="0" lang="en-GB" sz="2000" spc="-1" strike="noStrike">
                <a:solidFill>
                  <a:srgbClr val="000000"/>
                </a:solidFill>
                <a:latin typeface="Calibri"/>
              </a:rPr>
              <a:t>the</a:t>
            </a:r>
            <a:r>
              <a:rPr b="0" lang="en-GB" sz="2000" spc="-52" strike="noStrike">
                <a:solidFill>
                  <a:srgbClr val="000000"/>
                </a:solidFill>
                <a:latin typeface="Calibri"/>
              </a:rPr>
              <a:t> </a:t>
            </a:r>
            <a:r>
              <a:rPr b="0" lang="en-GB" sz="2000" spc="-1" strike="noStrike">
                <a:solidFill>
                  <a:srgbClr val="000000"/>
                </a:solidFill>
                <a:latin typeface="Calibri"/>
              </a:rPr>
              <a:t>most</a:t>
            </a:r>
            <a:r>
              <a:rPr b="0" lang="en-GB" sz="2000" spc="-46" strike="noStrike">
                <a:solidFill>
                  <a:srgbClr val="000000"/>
                </a:solidFill>
                <a:latin typeface="Calibri"/>
              </a:rPr>
              <a:t> </a:t>
            </a:r>
            <a:r>
              <a:rPr b="0" lang="en-GB" sz="2000" spc="-1" strike="noStrike">
                <a:solidFill>
                  <a:srgbClr val="000000"/>
                </a:solidFill>
                <a:latin typeface="Calibri"/>
              </a:rPr>
              <a:t>popular</a:t>
            </a:r>
            <a:r>
              <a:rPr b="0" lang="en-GB" sz="2000" spc="-52" strike="noStrike">
                <a:solidFill>
                  <a:srgbClr val="000000"/>
                </a:solidFill>
                <a:latin typeface="Calibri"/>
              </a:rPr>
              <a:t> approach </a:t>
            </a:r>
            <a:r>
              <a:rPr b="0" lang="en-GB" sz="2000" spc="-1" strike="noStrike">
                <a:solidFill>
                  <a:srgbClr val="000000"/>
                </a:solidFill>
                <a:latin typeface="Calibri"/>
              </a:rPr>
              <a:t>for</a:t>
            </a:r>
            <a:r>
              <a:rPr b="0" lang="en-GB" sz="2000" spc="-52" strike="noStrike">
                <a:solidFill>
                  <a:srgbClr val="000000"/>
                </a:solidFill>
                <a:latin typeface="Calibri"/>
              </a:rPr>
              <a:t> </a:t>
            </a:r>
            <a:r>
              <a:rPr b="0" lang="en-GB" sz="2000" spc="-12" strike="noStrike">
                <a:solidFill>
                  <a:srgbClr val="000000"/>
                </a:solidFill>
                <a:latin typeface="Calibri"/>
              </a:rPr>
              <a:t>performing </a:t>
            </a:r>
            <a:r>
              <a:rPr b="0" lang="en-GB" sz="2000" spc="-1" strike="noStrike">
                <a:solidFill>
                  <a:srgbClr val="000000"/>
                </a:solidFill>
                <a:latin typeface="Calibri"/>
              </a:rPr>
              <a:t>machine</a:t>
            </a:r>
            <a:r>
              <a:rPr b="0" lang="en-GB" sz="2000" spc="-32" strike="noStrike">
                <a:solidFill>
                  <a:srgbClr val="000000"/>
                </a:solidFill>
                <a:latin typeface="Calibri"/>
              </a:rPr>
              <a:t> </a:t>
            </a:r>
            <a:r>
              <a:rPr b="0" lang="en-GB" sz="2000" spc="-1" strike="noStrike">
                <a:solidFill>
                  <a:srgbClr val="000000"/>
                </a:solidFill>
                <a:latin typeface="Calibri"/>
              </a:rPr>
              <a:t>learning</a:t>
            </a:r>
            <a:r>
              <a:rPr b="0" lang="en-GB" sz="2000" spc="-32" strike="noStrike">
                <a:solidFill>
                  <a:srgbClr val="000000"/>
                </a:solidFill>
                <a:latin typeface="Calibri"/>
              </a:rPr>
              <a:t> </a:t>
            </a:r>
            <a:r>
              <a:rPr b="0" lang="en-GB" sz="2000" spc="-12" strike="noStrike">
                <a:solidFill>
                  <a:srgbClr val="000000"/>
                </a:solidFill>
                <a:latin typeface="Calibri"/>
              </a:rPr>
              <a:t>operations.</a:t>
            </a:r>
            <a:r>
              <a:rPr b="0" lang="en-GB" sz="2000" spc="-32" strike="noStrike">
                <a:solidFill>
                  <a:srgbClr val="000000"/>
                </a:solidFill>
                <a:latin typeface="Calibri"/>
              </a:rPr>
              <a:t> </a:t>
            </a:r>
            <a:r>
              <a:rPr b="0" lang="en-GB" sz="2000" spc="-1" strike="noStrike">
                <a:solidFill>
                  <a:srgbClr val="000000"/>
                </a:solidFill>
                <a:latin typeface="Calibri"/>
              </a:rPr>
              <a:t>It</a:t>
            </a:r>
            <a:r>
              <a:rPr b="0" lang="en-GB" sz="2000" spc="-32" strike="noStrike">
                <a:solidFill>
                  <a:srgbClr val="000000"/>
                </a:solidFill>
                <a:latin typeface="Calibri"/>
              </a:rPr>
              <a:t> </a:t>
            </a:r>
            <a:r>
              <a:rPr b="0" lang="en-GB" sz="2000" spc="-1" strike="noStrike">
                <a:solidFill>
                  <a:srgbClr val="000000"/>
                </a:solidFill>
                <a:latin typeface="Calibri"/>
              </a:rPr>
              <a:t>is</a:t>
            </a:r>
            <a:r>
              <a:rPr b="0" lang="en-GB" sz="2000" spc="-32" strike="noStrike">
                <a:solidFill>
                  <a:srgbClr val="000000"/>
                </a:solidFill>
                <a:latin typeface="Calibri"/>
              </a:rPr>
              <a:t> </a:t>
            </a:r>
            <a:r>
              <a:rPr b="0" lang="en-GB" sz="2000" spc="-1" strike="noStrike">
                <a:solidFill>
                  <a:srgbClr val="000000"/>
                </a:solidFill>
                <a:latin typeface="Calibri"/>
              </a:rPr>
              <a:t>widely</a:t>
            </a:r>
            <a:r>
              <a:rPr b="0" lang="en-GB" sz="2000" spc="-32" strike="noStrike">
                <a:solidFill>
                  <a:srgbClr val="000000"/>
                </a:solidFill>
                <a:latin typeface="Calibri"/>
              </a:rPr>
              <a:t> </a:t>
            </a:r>
            <a:r>
              <a:rPr b="0" lang="en-GB" sz="2000" spc="-1" strike="noStrike">
                <a:solidFill>
                  <a:srgbClr val="000000"/>
                </a:solidFill>
                <a:latin typeface="Calibri"/>
              </a:rPr>
              <a:t>used</a:t>
            </a:r>
            <a:r>
              <a:rPr b="0" lang="en-GB" sz="2000" spc="-32" strike="noStrike">
                <a:solidFill>
                  <a:srgbClr val="000000"/>
                </a:solidFill>
                <a:latin typeface="Calibri"/>
              </a:rPr>
              <a:t> </a:t>
            </a:r>
            <a:r>
              <a:rPr b="0" lang="en-GB" sz="2000" spc="-1" strike="noStrike">
                <a:solidFill>
                  <a:srgbClr val="000000"/>
                </a:solidFill>
                <a:latin typeface="Calibri"/>
              </a:rPr>
              <a:t>for</a:t>
            </a:r>
            <a:r>
              <a:rPr b="0" lang="en-GB" sz="2000" spc="-32" strike="noStrike">
                <a:solidFill>
                  <a:srgbClr val="000000"/>
                </a:solidFill>
                <a:latin typeface="Calibri"/>
              </a:rPr>
              <a:t> </a:t>
            </a:r>
            <a:r>
              <a:rPr b="0" lang="en-GB" sz="2000" spc="-1" strike="noStrike">
                <a:solidFill>
                  <a:srgbClr val="000000"/>
                </a:solidFill>
                <a:latin typeface="Calibri"/>
              </a:rPr>
              <a:t>data</a:t>
            </a:r>
            <a:r>
              <a:rPr b="0" lang="en-GB" sz="2000" spc="-32" strike="noStrike">
                <a:solidFill>
                  <a:srgbClr val="000000"/>
                </a:solidFill>
                <a:latin typeface="Calibri"/>
              </a:rPr>
              <a:t> </a:t>
            </a:r>
            <a:r>
              <a:rPr b="0" lang="en-GB" sz="2000" spc="-12" strike="noStrike">
                <a:solidFill>
                  <a:srgbClr val="000000"/>
                </a:solidFill>
                <a:latin typeface="Calibri"/>
              </a:rPr>
              <a:t>with a precise mapping between inputs and outputs.</a:t>
            </a:r>
            <a:endParaRPr b="0" lang="en-GB" sz="2000" spc="-1" strike="noStrike">
              <a:solidFill>
                <a:srgbClr val="000000"/>
              </a:solidFill>
              <a:latin typeface="Arial"/>
            </a:endParaRPr>
          </a:p>
          <a:p>
            <a:pPr marL="298440" indent="-285840">
              <a:lnSpc>
                <a:spcPct val="150000"/>
              </a:lnSpc>
              <a:buClr>
                <a:srgbClr val="000000"/>
              </a:buClr>
              <a:buFont typeface="Arial"/>
              <a:buChar char="•"/>
            </a:pPr>
            <a:r>
              <a:rPr b="0" lang="en-GB" sz="2000" spc="-1" strike="noStrike">
                <a:solidFill>
                  <a:srgbClr val="000000"/>
                </a:solidFill>
                <a:latin typeface="Calibri"/>
              </a:rPr>
              <a:t>The</a:t>
            </a:r>
            <a:r>
              <a:rPr b="0" lang="en-GB" sz="2000" spc="-35" strike="noStrike">
                <a:solidFill>
                  <a:srgbClr val="000000"/>
                </a:solidFill>
                <a:latin typeface="Calibri"/>
              </a:rPr>
              <a:t> </a:t>
            </a:r>
            <a:r>
              <a:rPr b="0" lang="en-GB" sz="2000" spc="-1" strike="noStrike">
                <a:solidFill>
                  <a:srgbClr val="000000"/>
                </a:solidFill>
                <a:latin typeface="Calibri"/>
              </a:rPr>
              <a:t>dataset,</a:t>
            </a:r>
            <a:r>
              <a:rPr b="0" lang="en-GB" sz="2000" spc="-32" strike="noStrike">
                <a:solidFill>
                  <a:srgbClr val="000000"/>
                </a:solidFill>
                <a:latin typeface="Calibri"/>
              </a:rPr>
              <a:t> </a:t>
            </a:r>
            <a:r>
              <a:rPr b="0" lang="en-GB" sz="2000" spc="-1" strike="noStrike">
                <a:solidFill>
                  <a:srgbClr val="000000"/>
                </a:solidFill>
                <a:latin typeface="Calibri"/>
              </a:rPr>
              <a:t>in</a:t>
            </a:r>
            <a:r>
              <a:rPr b="0" lang="en-GB" sz="2000" spc="-32" strike="noStrike">
                <a:solidFill>
                  <a:srgbClr val="000000"/>
                </a:solidFill>
                <a:latin typeface="Calibri"/>
              </a:rPr>
              <a:t> </a:t>
            </a:r>
            <a:r>
              <a:rPr b="0" lang="en-GB" sz="2000" spc="-1" strike="noStrike">
                <a:solidFill>
                  <a:srgbClr val="000000"/>
                </a:solidFill>
                <a:latin typeface="Calibri"/>
              </a:rPr>
              <a:t>this</a:t>
            </a:r>
            <a:r>
              <a:rPr b="0" lang="en-GB" sz="2000" spc="-32" strike="noStrike">
                <a:solidFill>
                  <a:srgbClr val="000000"/>
                </a:solidFill>
                <a:latin typeface="Calibri"/>
              </a:rPr>
              <a:t> </a:t>
            </a:r>
            <a:r>
              <a:rPr b="0" lang="en-GB" sz="2000" spc="-1" strike="noStrike">
                <a:solidFill>
                  <a:srgbClr val="000000"/>
                </a:solidFill>
                <a:latin typeface="Calibri"/>
              </a:rPr>
              <a:t>case,</a:t>
            </a:r>
            <a:r>
              <a:rPr b="0" lang="en-GB" sz="2000" spc="-32" strike="noStrike">
                <a:solidFill>
                  <a:srgbClr val="000000"/>
                </a:solidFill>
                <a:latin typeface="Calibri"/>
              </a:rPr>
              <a:t> </a:t>
            </a:r>
            <a:r>
              <a:rPr b="0" lang="en-GB" sz="2000" spc="-1" strike="noStrike">
                <a:solidFill>
                  <a:srgbClr val="000000"/>
                </a:solidFill>
                <a:latin typeface="Calibri"/>
              </a:rPr>
              <a:t>is</a:t>
            </a:r>
            <a:r>
              <a:rPr b="0" lang="en-GB" sz="2000" spc="-32" strike="noStrike">
                <a:solidFill>
                  <a:srgbClr val="000000"/>
                </a:solidFill>
                <a:latin typeface="Calibri"/>
              </a:rPr>
              <a:t> </a:t>
            </a:r>
            <a:r>
              <a:rPr b="0" lang="en-GB" sz="2000" spc="-1" strike="noStrike">
                <a:solidFill>
                  <a:srgbClr val="000000"/>
                </a:solidFill>
                <a:latin typeface="Calibri"/>
              </a:rPr>
              <a:t>labelled,</a:t>
            </a:r>
            <a:r>
              <a:rPr b="0" lang="en-GB" sz="2000" spc="-32" strike="noStrike">
                <a:solidFill>
                  <a:srgbClr val="000000"/>
                </a:solidFill>
                <a:latin typeface="Calibri"/>
              </a:rPr>
              <a:t> </a:t>
            </a:r>
            <a:r>
              <a:rPr b="0" lang="en-GB" sz="2000" spc="-1" strike="noStrike">
                <a:solidFill>
                  <a:srgbClr val="000000"/>
                </a:solidFill>
                <a:latin typeface="Calibri"/>
              </a:rPr>
              <a:t>meaning</a:t>
            </a:r>
            <a:r>
              <a:rPr b="0" lang="en-GB" sz="2000" spc="-32" strike="noStrike">
                <a:solidFill>
                  <a:srgbClr val="000000"/>
                </a:solidFill>
                <a:latin typeface="Calibri"/>
              </a:rPr>
              <a:t> </a:t>
            </a:r>
            <a:r>
              <a:rPr b="0" lang="en-GB" sz="2000" spc="-1" strike="noStrike">
                <a:solidFill>
                  <a:srgbClr val="000000"/>
                </a:solidFill>
                <a:latin typeface="Calibri"/>
              </a:rPr>
              <a:t>that</a:t>
            </a:r>
            <a:r>
              <a:rPr b="0" lang="en-GB" sz="2000" spc="-35" strike="noStrike">
                <a:solidFill>
                  <a:srgbClr val="000000"/>
                </a:solidFill>
                <a:latin typeface="Calibri"/>
              </a:rPr>
              <a:t> </a:t>
            </a:r>
            <a:r>
              <a:rPr b="0" lang="en-GB" sz="2000" spc="-26" strike="noStrike">
                <a:solidFill>
                  <a:srgbClr val="000000"/>
                </a:solidFill>
                <a:latin typeface="Calibri"/>
              </a:rPr>
              <a:t>the </a:t>
            </a:r>
            <a:r>
              <a:rPr b="0" lang="en-GB" sz="2000" spc="-12" strike="noStrike">
                <a:solidFill>
                  <a:srgbClr val="000000"/>
                </a:solidFill>
                <a:latin typeface="Calibri"/>
              </a:rPr>
              <a:t>algorithm</a:t>
            </a:r>
            <a:r>
              <a:rPr b="0" lang="en-GB" sz="2000" spc="-52" strike="noStrike">
                <a:solidFill>
                  <a:srgbClr val="000000"/>
                </a:solidFill>
                <a:latin typeface="Calibri"/>
              </a:rPr>
              <a:t> </a:t>
            </a:r>
            <a:r>
              <a:rPr b="0" lang="en-GB" sz="2000" spc="-1" strike="noStrike">
                <a:solidFill>
                  <a:srgbClr val="000000"/>
                </a:solidFill>
                <a:latin typeface="Calibri"/>
              </a:rPr>
              <a:t>identifies</a:t>
            </a:r>
            <a:r>
              <a:rPr b="0" lang="en-GB" sz="2000" spc="-52" strike="noStrike">
                <a:solidFill>
                  <a:srgbClr val="000000"/>
                </a:solidFill>
                <a:latin typeface="Calibri"/>
              </a:rPr>
              <a:t> </a:t>
            </a:r>
            <a:r>
              <a:rPr b="0" lang="en-GB" sz="2000" spc="-1" strike="noStrike">
                <a:solidFill>
                  <a:srgbClr val="000000"/>
                </a:solidFill>
                <a:latin typeface="Calibri"/>
              </a:rPr>
              <a:t>the</a:t>
            </a:r>
            <a:r>
              <a:rPr b="0" lang="en-GB" sz="2000" spc="-46" strike="noStrike">
                <a:solidFill>
                  <a:srgbClr val="000000"/>
                </a:solidFill>
                <a:latin typeface="Calibri"/>
              </a:rPr>
              <a:t> </a:t>
            </a:r>
            <a:r>
              <a:rPr b="0" lang="en-GB" sz="2000" spc="-12" strike="noStrike">
                <a:solidFill>
                  <a:srgbClr val="000000"/>
                </a:solidFill>
                <a:latin typeface="Calibri"/>
              </a:rPr>
              <a:t>feature</a:t>
            </a:r>
            <a:r>
              <a:rPr b="0" lang="en-GB" sz="2000" spc="-52" strike="noStrike">
                <a:solidFill>
                  <a:srgbClr val="000000"/>
                </a:solidFill>
                <a:latin typeface="Calibri"/>
              </a:rPr>
              <a:t> labels </a:t>
            </a:r>
            <a:r>
              <a:rPr b="0" lang="en-GB" sz="2000" spc="-1" strike="noStrike">
                <a:solidFill>
                  <a:srgbClr val="000000"/>
                </a:solidFill>
                <a:latin typeface="Calibri"/>
              </a:rPr>
              <a:t>explicitly</a:t>
            </a:r>
            <a:r>
              <a:rPr b="0" lang="en-GB" sz="2000" spc="-46" strike="noStrike">
                <a:solidFill>
                  <a:srgbClr val="000000"/>
                </a:solidFill>
                <a:latin typeface="Calibri"/>
              </a:rPr>
              <a:t> </a:t>
            </a:r>
            <a:r>
              <a:rPr b="0" lang="en-GB" sz="2000" spc="-1" strike="noStrike">
                <a:solidFill>
                  <a:srgbClr val="000000"/>
                </a:solidFill>
                <a:latin typeface="Calibri"/>
              </a:rPr>
              <a:t>and</a:t>
            </a:r>
            <a:r>
              <a:rPr b="0" lang="en-GB" sz="2000" spc="-52" strike="noStrike">
                <a:solidFill>
                  <a:srgbClr val="000000"/>
                </a:solidFill>
                <a:latin typeface="Calibri"/>
              </a:rPr>
              <a:t> </a:t>
            </a:r>
            <a:r>
              <a:rPr b="0" lang="en-GB" sz="2000" spc="-1" strike="noStrike">
                <a:solidFill>
                  <a:srgbClr val="000000"/>
                </a:solidFill>
                <a:latin typeface="Calibri"/>
              </a:rPr>
              <a:t>carries</a:t>
            </a:r>
            <a:r>
              <a:rPr b="0" lang="en-GB" sz="2000" spc="-46" strike="noStrike">
                <a:solidFill>
                  <a:srgbClr val="000000"/>
                </a:solidFill>
                <a:latin typeface="Calibri"/>
              </a:rPr>
              <a:t> </a:t>
            </a:r>
            <a:r>
              <a:rPr b="0" lang="en-GB" sz="2000" spc="-26" strike="noStrike">
                <a:solidFill>
                  <a:srgbClr val="000000"/>
                </a:solidFill>
                <a:latin typeface="Calibri"/>
              </a:rPr>
              <a:t>out </a:t>
            </a:r>
            <a:r>
              <a:rPr b="0" lang="en-GB" sz="2000" spc="-1" strike="noStrike">
                <a:solidFill>
                  <a:srgbClr val="000000"/>
                </a:solidFill>
                <a:latin typeface="Calibri"/>
              </a:rPr>
              <a:t>predictions</a:t>
            </a:r>
            <a:r>
              <a:rPr b="0" lang="en-GB" sz="2000" spc="-72" strike="noStrike">
                <a:solidFill>
                  <a:srgbClr val="000000"/>
                </a:solidFill>
                <a:latin typeface="Calibri"/>
              </a:rPr>
              <a:t> </a:t>
            </a:r>
            <a:r>
              <a:rPr b="0" lang="en-GB" sz="2000" spc="-1" strike="noStrike">
                <a:solidFill>
                  <a:srgbClr val="000000"/>
                </a:solidFill>
                <a:latin typeface="Calibri"/>
              </a:rPr>
              <a:t>or</a:t>
            </a:r>
            <a:r>
              <a:rPr b="0" lang="en-GB" sz="2000" spc="-72" strike="noStrike">
                <a:solidFill>
                  <a:srgbClr val="000000"/>
                </a:solidFill>
                <a:latin typeface="Calibri"/>
              </a:rPr>
              <a:t> </a:t>
            </a:r>
            <a:r>
              <a:rPr b="0" lang="en-GB" sz="2000" spc="-1" strike="noStrike">
                <a:solidFill>
                  <a:srgbClr val="000000"/>
                </a:solidFill>
                <a:latin typeface="Calibri"/>
              </a:rPr>
              <a:t>classification</a:t>
            </a:r>
            <a:r>
              <a:rPr b="0" lang="en-GB" sz="2000" spc="-66" strike="noStrike">
                <a:solidFill>
                  <a:srgbClr val="000000"/>
                </a:solidFill>
                <a:latin typeface="Calibri"/>
              </a:rPr>
              <a:t> </a:t>
            </a:r>
            <a:r>
              <a:rPr b="0" lang="en-GB" sz="2000" spc="-12" strike="noStrike">
                <a:solidFill>
                  <a:srgbClr val="000000"/>
                </a:solidFill>
                <a:latin typeface="Calibri"/>
              </a:rPr>
              <a:t>accordingly.</a:t>
            </a:r>
            <a:endParaRPr b="0" lang="en-GB" sz="2000" spc="-1" strike="noStrike">
              <a:solidFill>
                <a:srgbClr val="000000"/>
              </a:solidFill>
              <a:latin typeface="Arial"/>
            </a:endParaRPr>
          </a:p>
        </p:txBody>
      </p:sp>
      <p:pic>
        <p:nvPicPr>
          <p:cNvPr id="51" name="Picture 5" descr=""/>
          <p:cNvPicPr/>
          <p:nvPr/>
        </p:nvPicPr>
        <p:blipFill>
          <a:blip r:embed="rId1"/>
          <a:stretch/>
        </p:blipFill>
        <p:spPr>
          <a:xfrm>
            <a:off x="5361120" y="1567440"/>
            <a:ext cx="6753960" cy="369504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52" name="object 2"/>
          <p:cNvSpPr/>
          <p:nvPr/>
        </p:nvSpPr>
        <p:spPr>
          <a:xfrm>
            <a:off x="397800" y="337680"/>
            <a:ext cx="9705960" cy="6499800"/>
          </a:xfrm>
          <a:prstGeom prst="rect">
            <a:avLst/>
          </a:prstGeom>
          <a:noFill/>
          <a:ln w="0">
            <a:noFill/>
          </a:ln>
        </p:spPr>
        <p:style>
          <a:lnRef idx="0"/>
          <a:fillRef idx="0"/>
          <a:effectRef idx="0"/>
          <a:fontRef idx="minor"/>
        </p:style>
        <p:txBody>
          <a:bodyPr lIns="0" rIns="0" tIns="12600" bIns="0" anchor="t">
            <a:spAutoFit/>
          </a:bodyPr>
          <a:p>
            <a:pPr marL="83880">
              <a:lnSpc>
                <a:spcPct val="100000"/>
              </a:lnSpc>
              <a:spcBef>
                <a:spcPts val="99"/>
              </a:spcBef>
            </a:pPr>
            <a:r>
              <a:rPr b="1" lang="en-GB" sz="1800" spc="-1" strike="noStrike">
                <a:solidFill>
                  <a:srgbClr val="000000"/>
                </a:solidFill>
                <a:latin typeface="Calibri"/>
              </a:rPr>
              <a:t>Supervised</a:t>
            </a:r>
            <a:r>
              <a:rPr b="1" lang="en-GB" sz="1800" spc="-52" strike="noStrike">
                <a:solidFill>
                  <a:srgbClr val="000000"/>
                </a:solidFill>
                <a:latin typeface="Calibri"/>
              </a:rPr>
              <a:t> </a:t>
            </a:r>
            <a:r>
              <a:rPr b="1" lang="en-GB" sz="1800" spc="-12" strike="noStrike">
                <a:solidFill>
                  <a:srgbClr val="000000"/>
                </a:solidFill>
                <a:latin typeface="Calibri"/>
              </a:rPr>
              <a:t>Learning</a:t>
            </a:r>
            <a:r>
              <a:rPr b="1" lang="en-GB" sz="1800" spc="-46" strike="noStrike">
                <a:solidFill>
                  <a:srgbClr val="000000"/>
                </a:solidFill>
                <a:latin typeface="Calibri"/>
              </a:rPr>
              <a:t> </a:t>
            </a:r>
            <a:r>
              <a:rPr b="1" lang="en-GB" sz="1800" spc="-12" strike="noStrike">
                <a:solidFill>
                  <a:srgbClr val="000000"/>
                </a:solidFill>
                <a:latin typeface="Calibri"/>
              </a:rPr>
              <a:t>algorithms</a:t>
            </a:r>
            <a:endParaRPr b="0" lang="en-GB" sz="1800" spc="-1" strike="noStrike">
              <a:solidFill>
                <a:srgbClr val="000000"/>
              </a:solidFill>
              <a:latin typeface="Arial"/>
            </a:endParaRPr>
          </a:p>
          <a:p>
            <a:pPr marL="369000" indent="-254520">
              <a:lnSpc>
                <a:spcPct val="100000"/>
              </a:lnSpc>
              <a:spcBef>
                <a:spcPts val="1919"/>
              </a:spcBef>
              <a:buClr>
                <a:srgbClr val="000000"/>
              </a:buClr>
              <a:buFont typeface="Arial MT"/>
              <a:buChar char="•"/>
              <a:tabLst>
                <a:tab algn="l" pos="369000"/>
              </a:tabLst>
            </a:pPr>
            <a:r>
              <a:rPr b="0" lang="en-GB" sz="1800" spc="-1" strike="noStrike">
                <a:solidFill>
                  <a:srgbClr val="000000"/>
                </a:solidFill>
                <a:latin typeface="Calibri"/>
              </a:rPr>
              <a:t>Linear</a:t>
            </a:r>
            <a:r>
              <a:rPr b="0" lang="en-GB" sz="1800" spc="-32" strike="noStrike">
                <a:solidFill>
                  <a:srgbClr val="000000"/>
                </a:solidFill>
                <a:latin typeface="Calibri"/>
              </a:rPr>
              <a:t> </a:t>
            </a:r>
            <a:r>
              <a:rPr b="0" lang="en-GB" sz="1800" spc="-12" strike="noStrike">
                <a:solidFill>
                  <a:srgbClr val="000000"/>
                </a:solidFill>
                <a:latin typeface="Calibri"/>
              </a:rPr>
              <a:t>Regression.</a:t>
            </a:r>
            <a:endParaRPr b="0" lang="en-GB" sz="1800" spc="-1" strike="noStrike">
              <a:solidFill>
                <a:srgbClr val="000000"/>
              </a:solidFill>
              <a:latin typeface="Arial"/>
            </a:endParaRPr>
          </a:p>
          <a:p>
            <a:pPr marL="369000" indent="-254520">
              <a:lnSpc>
                <a:spcPct val="100000"/>
              </a:lnSpc>
              <a:buClr>
                <a:srgbClr val="000000"/>
              </a:buClr>
              <a:buFont typeface="Arial MT"/>
              <a:buChar char="•"/>
              <a:tabLst>
                <a:tab algn="l" pos="369000"/>
              </a:tabLst>
            </a:pPr>
            <a:r>
              <a:rPr b="0" lang="en-GB" sz="1800" spc="-1" strike="noStrike">
                <a:solidFill>
                  <a:srgbClr val="000000"/>
                </a:solidFill>
                <a:latin typeface="Calibri"/>
              </a:rPr>
              <a:t>Random</a:t>
            </a:r>
            <a:r>
              <a:rPr b="0" lang="en-GB" sz="1800" spc="-32" strike="noStrike">
                <a:solidFill>
                  <a:srgbClr val="000000"/>
                </a:solidFill>
                <a:latin typeface="Calibri"/>
              </a:rPr>
              <a:t> </a:t>
            </a:r>
            <a:r>
              <a:rPr b="0" lang="en-GB" sz="1800" spc="-12" strike="noStrike">
                <a:solidFill>
                  <a:srgbClr val="000000"/>
                </a:solidFill>
                <a:latin typeface="Calibri"/>
              </a:rPr>
              <a:t>Forest.</a:t>
            </a:r>
            <a:endParaRPr b="0" lang="en-GB" sz="1800" spc="-1" strike="noStrike">
              <a:solidFill>
                <a:srgbClr val="000000"/>
              </a:solidFill>
              <a:latin typeface="Arial"/>
            </a:endParaRPr>
          </a:p>
          <a:p>
            <a:pPr marL="369000" indent="-254520">
              <a:lnSpc>
                <a:spcPct val="100000"/>
              </a:lnSpc>
              <a:buClr>
                <a:srgbClr val="000000"/>
              </a:buClr>
              <a:buFont typeface="Arial MT"/>
              <a:buChar char="•"/>
              <a:tabLst>
                <a:tab algn="l" pos="369000"/>
              </a:tabLst>
            </a:pPr>
            <a:r>
              <a:rPr b="0" lang="en-GB" sz="1800" spc="-12" strike="noStrike">
                <a:solidFill>
                  <a:srgbClr val="000000"/>
                </a:solidFill>
                <a:latin typeface="Calibri"/>
              </a:rPr>
              <a:t>Gradient</a:t>
            </a:r>
            <a:r>
              <a:rPr b="0" lang="en-GB" sz="1800" spc="-26" strike="noStrike">
                <a:solidFill>
                  <a:srgbClr val="000000"/>
                </a:solidFill>
                <a:latin typeface="Calibri"/>
              </a:rPr>
              <a:t> </a:t>
            </a:r>
            <a:r>
              <a:rPr b="0" lang="en-GB" sz="1800" spc="-12" strike="noStrike">
                <a:solidFill>
                  <a:srgbClr val="000000"/>
                </a:solidFill>
                <a:latin typeface="Calibri"/>
              </a:rPr>
              <a:t>Boosting.</a:t>
            </a:r>
            <a:endParaRPr b="0" lang="en-GB" sz="1800" spc="-1" strike="noStrike">
              <a:solidFill>
                <a:srgbClr val="000000"/>
              </a:solidFill>
              <a:latin typeface="Arial"/>
            </a:endParaRPr>
          </a:p>
          <a:p>
            <a:pPr marL="369000" indent="-254520">
              <a:lnSpc>
                <a:spcPct val="100000"/>
              </a:lnSpc>
              <a:buClr>
                <a:srgbClr val="000000"/>
              </a:buClr>
              <a:buFont typeface="Arial MT"/>
              <a:buChar char="•"/>
              <a:tabLst>
                <a:tab algn="l" pos="369000"/>
              </a:tabLst>
            </a:pPr>
            <a:r>
              <a:rPr b="0" lang="en-GB" sz="1800" spc="-1" strike="noStrike">
                <a:solidFill>
                  <a:srgbClr val="000000"/>
                </a:solidFill>
                <a:latin typeface="Calibri"/>
              </a:rPr>
              <a:t>Support</a:t>
            </a:r>
            <a:r>
              <a:rPr b="0" lang="en-GB" sz="1800" spc="-72" strike="noStrike">
                <a:solidFill>
                  <a:srgbClr val="000000"/>
                </a:solidFill>
                <a:latin typeface="Calibri"/>
              </a:rPr>
              <a:t> </a:t>
            </a:r>
            <a:r>
              <a:rPr b="0" lang="en-GB" sz="1800" spc="-21" strike="noStrike">
                <a:solidFill>
                  <a:srgbClr val="000000"/>
                </a:solidFill>
                <a:latin typeface="Calibri"/>
              </a:rPr>
              <a:t>Vector</a:t>
            </a:r>
            <a:r>
              <a:rPr b="0" lang="en-GB" sz="1800" spc="-66" strike="noStrike">
                <a:solidFill>
                  <a:srgbClr val="000000"/>
                </a:solidFill>
                <a:latin typeface="Calibri"/>
              </a:rPr>
              <a:t> </a:t>
            </a:r>
            <a:r>
              <a:rPr b="0" lang="en-GB" sz="1800" spc="-12" strike="noStrike">
                <a:solidFill>
                  <a:srgbClr val="000000"/>
                </a:solidFill>
                <a:latin typeface="Calibri"/>
              </a:rPr>
              <a:t>Machine.</a:t>
            </a:r>
            <a:endParaRPr b="0" lang="en-GB" sz="1800" spc="-1" strike="noStrike">
              <a:solidFill>
                <a:srgbClr val="000000"/>
              </a:solidFill>
              <a:latin typeface="Arial"/>
            </a:endParaRPr>
          </a:p>
          <a:p>
            <a:pPr marL="369000" indent="-254520">
              <a:lnSpc>
                <a:spcPct val="100000"/>
              </a:lnSpc>
              <a:buClr>
                <a:srgbClr val="000000"/>
              </a:buClr>
              <a:buFont typeface="Arial MT"/>
              <a:buChar char="•"/>
              <a:tabLst>
                <a:tab algn="l" pos="369000"/>
              </a:tabLst>
            </a:pPr>
            <a:r>
              <a:rPr b="0" lang="en-GB" sz="1800" spc="-1" strike="noStrike">
                <a:solidFill>
                  <a:srgbClr val="000000"/>
                </a:solidFill>
                <a:latin typeface="Calibri"/>
              </a:rPr>
              <a:t>Logistic</a:t>
            </a:r>
            <a:r>
              <a:rPr b="0" lang="en-GB" sz="1800" spc="-66" strike="noStrike">
                <a:solidFill>
                  <a:srgbClr val="000000"/>
                </a:solidFill>
                <a:latin typeface="Calibri"/>
              </a:rPr>
              <a:t> </a:t>
            </a:r>
            <a:r>
              <a:rPr b="0" lang="en-GB" sz="1800" spc="-12" strike="noStrike">
                <a:solidFill>
                  <a:srgbClr val="000000"/>
                </a:solidFill>
                <a:latin typeface="Calibri"/>
              </a:rPr>
              <a:t>Regression.</a:t>
            </a:r>
            <a:endParaRPr b="0" lang="en-GB" sz="1800" spc="-1" strike="noStrike">
              <a:solidFill>
                <a:srgbClr val="000000"/>
              </a:solidFill>
              <a:latin typeface="Arial"/>
            </a:endParaRPr>
          </a:p>
          <a:p>
            <a:pPr>
              <a:lnSpc>
                <a:spcPct val="100000"/>
              </a:lnSpc>
              <a:spcBef>
                <a:spcPts val="1885"/>
              </a:spcBef>
              <a:tabLst>
                <a:tab algn="l" pos="369000"/>
              </a:tabLst>
            </a:pPr>
            <a:endParaRPr b="0" lang="en-GB" sz="1800" spc="-1" strike="noStrike">
              <a:solidFill>
                <a:srgbClr val="000000"/>
              </a:solidFill>
              <a:latin typeface="Arial"/>
            </a:endParaRPr>
          </a:p>
          <a:p>
            <a:pPr marL="83880">
              <a:lnSpc>
                <a:spcPct val="100000"/>
              </a:lnSpc>
              <a:tabLst>
                <a:tab algn="l" pos="369000"/>
              </a:tabLst>
            </a:pPr>
            <a:r>
              <a:rPr b="1" lang="en-GB" sz="1800" spc="-1" strike="noStrike">
                <a:solidFill>
                  <a:srgbClr val="000000"/>
                </a:solidFill>
                <a:latin typeface="Calibri"/>
              </a:rPr>
              <a:t>Supervised</a:t>
            </a:r>
            <a:r>
              <a:rPr b="1" lang="en-GB" sz="1800" spc="-46" strike="noStrike">
                <a:solidFill>
                  <a:srgbClr val="000000"/>
                </a:solidFill>
                <a:latin typeface="Calibri"/>
              </a:rPr>
              <a:t> </a:t>
            </a:r>
            <a:r>
              <a:rPr b="1" lang="en-GB" sz="1800" spc="-12" strike="noStrike">
                <a:solidFill>
                  <a:srgbClr val="000000"/>
                </a:solidFill>
                <a:latin typeface="Calibri"/>
              </a:rPr>
              <a:t>Learning</a:t>
            </a:r>
            <a:r>
              <a:rPr b="1" lang="en-GB" sz="1800" spc="-46" strike="noStrike">
                <a:solidFill>
                  <a:srgbClr val="000000"/>
                </a:solidFill>
                <a:latin typeface="Calibri"/>
              </a:rPr>
              <a:t> </a:t>
            </a:r>
            <a:r>
              <a:rPr b="1" lang="en-GB" sz="1800" spc="-1" strike="noStrike">
                <a:solidFill>
                  <a:srgbClr val="000000"/>
                </a:solidFill>
                <a:latin typeface="Calibri"/>
              </a:rPr>
              <a:t>Real</a:t>
            </a:r>
            <a:r>
              <a:rPr b="1" lang="en-GB" sz="1800" spc="-46" strike="noStrike">
                <a:solidFill>
                  <a:srgbClr val="000000"/>
                </a:solidFill>
                <a:latin typeface="Calibri"/>
              </a:rPr>
              <a:t> </a:t>
            </a:r>
            <a:r>
              <a:rPr b="1" lang="en-GB" sz="1800" spc="-1" strike="noStrike">
                <a:solidFill>
                  <a:srgbClr val="000000"/>
                </a:solidFill>
                <a:latin typeface="Calibri"/>
              </a:rPr>
              <a:t>life</a:t>
            </a:r>
            <a:r>
              <a:rPr b="1" lang="en-GB" sz="1800" spc="-46" strike="noStrike">
                <a:solidFill>
                  <a:srgbClr val="000000"/>
                </a:solidFill>
                <a:latin typeface="Calibri"/>
              </a:rPr>
              <a:t> </a:t>
            </a:r>
            <a:r>
              <a:rPr b="1" lang="en-GB" sz="1800" spc="-12" strike="noStrike">
                <a:solidFill>
                  <a:srgbClr val="000000"/>
                </a:solidFill>
                <a:latin typeface="Calibri"/>
              </a:rPr>
              <a:t>problems</a:t>
            </a:r>
            <a:endParaRPr b="0" lang="en-GB" sz="1800" spc="-1" strike="noStrike">
              <a:solidFill>
                <a:srgbClr val="000000"/>
              </a:solidFill>
              <a:latin typeface="Arial"/>
            </a:endParaRPr>
          </a:p>
          <a:p>
            <a:pPr marL="83880" indent="-79920">
              <a:lnSpc>
                <a:spcPct val="100000"/>
              </a:lnSpc>
              <a:spcBef>
                <a:spcPts val="1919"/>
              </a:spcBef>
              <a:buClr>
                <a:srgbClr val="000000"/>
              </a:buClr>
              <a:buSzPct val="94000"/>
              <a:buFont typeface="Arial MT"/>
              <a:buChar char="•"/>
              <a:tabLst>
                <a:tab algn="l" pos="83880"/>
              </a:tabLst>
            </a:pPr>
            <a:r>
              <a:rPr b="0" lang="en-GB" sz="1800" spc="-1" strike="noStrike">
                <a:solidFill>
                  <a:srgbClr val="000000"/>
                </a:solidFill>
                <a:latin typeface="Calibri"/>
              </a:rPr>
              <a:t>Classifying</a:t>
            </a:r>
            <a:r>
              <a:rPr b="0" lang="en-GB" sz="1800" spc="-46" strike="noStrike">
                <a:solidFill>
                  <a:srgbClr val="000000"/>
                </a:solidFill>
                <a:latin typeface="Calibri"/>
              </a:rPr>
              <a:t> </a:t>
            </a:r>
            <a:r>
              <a:rPr b="0" lang="en-GB" sz="1800" spc="-1" strike="noStrike">
                <a:solidFill>
                  <a:srgbClr val="000000"/>
                </a:solidFill>
                <a:latin typeface="Calibri"/>
              </a:rPr>
              <a:t>documents</a:t>
            </a:r>
            <a:r>
              <a:rPr b="0" lang="en-GB" sz="1800" spc="-46" strike="noStrike">
                <a:solidFill>
                  <a:srgbClr val="000000"/>
                </a:solidFill>
                <a:latin typeface="Calibri"/>
              </a:rPr>
              <a:t> </a:t>
            </a:r>
            <a:r>
              <a:rPr b="0" lang="en-GB" sz="1800" spc="-1" strike="noStrike">
                <a:solidFill>
                  <a:srgbClr val="000000"/>
                </a:solidFill>
                <a:latin typeface="Calibri"/>
              </a:rPr>
              <a:t>into</a:t>
            </a:r>
            <a:r>
              <a:rPr b="0" lang="en-GB" sz="1800" spc="-41" strike="noStrike">
                <a:solidFill>
                  <a:srgbClr val="000000"/>
                </a:solidFill>
                <a:latin typeface="Calibri"/>
              </a:rPr>
              <a:t> </a:t>
            </a:r>
            <a:r>
              <a:rPr b="0" lang="en-GB" sz="1800" spc="-12" strike="noStrike">
                <a:solidFill>
                  <a:srgbClr val="000000"/>
                </a:solidFill>
                <a:latin typeface="Calibri"/>
              </a:rPr>
              <a:t>different</a:t>
            </a:r>
            <a:r>
              <a:rPr b="0" lang="en-GB" sz="1800" spc="-46" strike="noStrike">
                <a:solidFill>
                  <a:srgbClr val="000000"/>
                </a:solidFill>
                <a:latin typeface="Calibri"/>
              </a:rPr>
              <a:t> </a:t>
            </a:r>
            <a:r>
              <a:rPr b="0" lang="en-GB" sz="1800" spc="-1" strike="noStrike">
                <a:solidFill>
                  <a:srgbClr val="000000"/>
                </a:solidFill>
                <a:latin typeface="Calibri"/>
              </a:rPr>
              <a:t>document</a:t>
            </a:r>
            <a:r>
              <a:rPr b="0" lang="en-GB" sz="1800" spc="-41" strike="noStrike">
                <a:solidFill>
                  <a:srgbClr val="000000"/>
                </a:solidFill>
                <a:latin typeface="Calibri"/>
              </a:rPr>
              <a:t> </a:t>
            </a:r>
            <a:r>
              <a:rPr b="0" lang="en-GB" sz="1800" spc="-1" strike="noStrike">
                <a:solidFill>
                  <a:srgbClr val="000000"/>
                </a:solidFill>
                <a:latin typeface="Calibri"/>
              </a:rPr>
              <a:t>types</a:t>
            </a:r>
            <a:r>
              <a:rPr b="0" lang="en-GB" sz="1800" spc="-46" strike="noStrike">
                <a:solidFill>
                  <a:srgbClr val="000000"/>
                </a:solidFill>
                <a:latin typeface="Calibri"/>
              </a:rPr>
              <a:t> </a:t>
            </a:r>
            <a:r>
              <a:rPr b="0" lang="en-GB" sz="1800" spc="-12" strike="noStrike">
                <a:solidFill>
                  <a:srgbClr val="000000"/>
                </a:solidFill>
                <a:latin typeface="Calibri"/>
              </a:rPr>
              <a:t>automatically,</a:t>
            </a:r>
            <a:r>
              <a:rPr b="0" lang="en-GB" sz="1800" spc="-41" strike="noStrike">
                <a:solidFill>
                  <a:srgbClr val="000000"/>
                </a:solidFill>
                <a:latin typeface="Calibri"/>
              </a:rPr>
              <a:t> </a:t>
            </a:r>
            <a:r>
              <a:rPr b="0" lang="en-GB" sz="1800" spc="-1" strike="noStrike">
                <a:solidFill>
                  <a:srgbClr val="000000"/>
                </a:solidFill>
                <a:latin typeface="Calibri"/>
              </a:rPr>
              <a:t>as</a:t>
            </a:r>
            <a:r>
              <a:rPr b="0" lang="en-GB" sz="1800" spc="-46" strike="noStrike">
                <a:solidFill>
                  <a:srgbClr val="000000"/>
                </a:solidFill>
                <a:latin typeface="Calibri"/>
              </a:rPr>
              <a:t> </a:t>
            </a:r>
            <a:r>
              <a:rPr b="0" lang="en-GB" sz="1800" spc="-1" strike="noStrike">
                <a:solidFill>
                  <a:srgbClr val="000000"/>
                </a:solidFill>
                <a:latin typeface="Calibri"/>
              </a:rPr>
              <a:t>part</a:t>
            </a:r>
            <a:r>
              <a:rPr b="0" lang="en-GB" sz="1800" spc="-41" strike="noStrike">
                <a:solidFill>
                  <a:srgbClr val="000000"/>
                </a:solidFill>
                <a:latin typeface="Calibri"/>
              </a:rPr>
              <a:t> </a:t>
            </a:r>
            <a:r>
              <a:rPr b="0" lang="en-GB" sz="1800" spc="-1" strike="noStrike">
                <a:solidFill>
                  <a:srgbClr val="000000"/>
                </a:solidFill>
                <a:latin typeface="Calibri"/>
              </a:rPr>
              <a:t>of</a:t>
            </a:r>
            <a:r>
              <a:rPr b="0" lang="en-GB" sz="1800" spc="-46" strike="noStrike">
                <a:solidFill>
                  <a:srgbClr val="000000"/>
                </a:solidFill>
                <a:latin typeface="Calibri"/>
              </a:rPr>
              <a:t> </a:t>
            </a:r>
            <a:r>
              <a:rPr b="0" lang="en-GB" sz="1800" spc="-1" strike="noStrike">
                <a:solidFill>
                  <a:srgbClr val="000000"/>
                </a:solidFill>
                <a:latin typeface="Calibri"/>
              </a:rPr>
              <a:t>a</a:t>
            </a:r>
            <a:r>
              <a:rPr b="0" lang="en-GB" sz="1800" spc="-41" strike="noStrike">
                <a:solidFill>
                  <a:srgbClr val="000000"/>
                </a:solidFill>
                <a:latin typeface="Calibri"/>
              </a:rPr>
              <a:t> </a:t>
            </a:r>
            <a:r>
              <a:rPr b="0" lang="en-GB" sz="1800" spc="-1" strike="noStrike">
                <a:solidFill>
                  <a:srgbClr val="000000"/>
                </a:solidFill>
                <a:latin typeface="Calibri"/>
              </a:rPr>
              <a:t>document</a:t>
            </a:r>
            <a:r>
              <a:rPr b="0" lang="en-GB" sz="1800" spc="-46" strike="noStrike">
                <a:solidFill>
                  <a:srgbClr val="000000"/>
                </a:solidFill>
                <a:latin typeface="Calibri"/>
              </a:rPr>
              <a:t> </a:t>
            </a:r>
            <a:r>
              <a:rPr b="0" lang="en-GB" sz="1800" spc="-12" strike="noStrike">
                <a:solidFill>
                  <a:srgbClr val="000000"/>
                </a:solidFill>
                <a:latin typeface="Calibri"/>
              </a:rPr>
              <a:t>management</a:t>
            </a:r>
            <a:r>
              <a:rPr b="0" lang="en-GB" sz="1800" spc="-41" strike="noStrike">
                <a:solidFill>
                  <a:srgbClr val="000000"/>
                </a:solidFill>
                <a:latin typeface="Calibri"/>
              </a:rPr>
              <a:t> </a:t>
            </a:r>
            <a:r>
              <a:rPr b="0" lang="en-GB" sz="1800" spc="-12" strike="noStrike">
                <a:solidFill>
                  <a:srgbClr val="000000"/>
                </a:solidFill>
                <a:latin typeface="Calibri"/>
              </a:rPr>
              <a:t>workflow. </a:t>
            </a:r>
            <a:r>
              <a:rPr b="0" lang="en-GB" sz="1800" spc="-1" strike="noStrike">
                <a:solidFill>
                  <a:srgbClr val="000000"/>
                </a:solidFill>
                <a:latin typeface="Calibri"/>
              </a:rPr>
              <a:t>The</a:t>
            </a:r>
            <a:r>
              <a:rPr b="0" lang="en-GB" sz="1800" spc="-52" strike="noStrike">
                <a:solidFill>
                  <a:srgbClr val="000000"/>
                </a:solidFill>
                <a:latin typeface="Calibri"/>
              </a:rPr>
              <a:t> </a:t>
            </a:r>
            <a:r>
              <a:rPr b="0" lang="en-GB" sz="1800" spc="-1" strike="noStrike">
                <a:solidFill>
                  <a:srgbClr val="000000"/>
                </a:solidFill>
                <a:latin typeface="Calibri"/>
              </a:rPr>
              <a:t>typical</a:t>
            </a:r>
            <a:r>
              <a:rPr b="0" lang="en-GB" sz="1800" spc="-46" strike="noStrike">
                <a:solidFill>
                  <a:srgbClr val="000000"/>
                </a:solidFill>
                <a:latin typeface="Calibri"/>
              </a:rPr>
              <a:t> </a:t>
            </a:r>
            <a:r>
              <a:rPr b="0" lang="en-GB" sz="1800" spc="-1" strike="noStrike">
                <a:solidFill>
                  <a:srgbClr val="000000"/>
                </a:solidFill>
                <a:latin typeface="Calibri"/>
              </a:rPr>
              <a:t>business</a:t>
            </a:r>
            <a:r>
              <a:rPr b="0" lang="en-GB" sz="1800" spc="-46" strike="noStrike">
                <a:solidFill>
                  <a:srgbClr val="000000"/>
                </a:solidFill>
                <a:latin typeface="Calibri"/>
              </a:rPr>
              <a:t> </a:t>
            </a:r>
            <a:r>
              <a:rPr b="0" lang="en-GB" sz="1800" spc="-1" strike="noStrike">
                <a:solidFill>
                  <a:srgbClr val="000000"/>
                </a:solidFill>
                <a:latin typeface="Calibri"/>
              </a:rPr>
              <a:t>benefits</a:t>
            </a:r>
            <a:r>
              <a:rPr b="0" lang="en-GB" sz="1800" spc="-46" strike="noStrike">
                <a:solidFill>
                  <a:srgbClr val="000000"/>
                </a:solidFill>
                <a:latin typeface="Calibri"/>
              </a:rPr>
              <a:t> </a:t>
            </a:r>
            <a:r>
              <a:rPr b="0" lang="en-GB" sz="1800" spc="-1" strike="noStrike">
                <a:solidFill>
                  <a:srgbClr val="000000"/>
                </a:solidFill>
                <a:latin typeface="Calibri"/>
              </a:rPr>
              <a:t>of</a:t>
            </a:r>
            <a:r>
              <a:rPr b="0" lang="en-GB" sz="1800" spc="-46" strike="noStrike">
                <a:solidFill>
                  <a:srgbClr val="000000"/>
                </a:solidFill>
                <a:latin typeface="Calibri"/>
              </a:rPr>
              <a:t> </a:t>
            </a:r>
            <a:r>
              <a:rPr b="0" lang="en-GB" sz="1800" spc="-12" strike="noStrike">
                <a:solidFill>
                  <a:srgbClr val="000000"/>
                </a:solidFill>
                <a:latin typeface="Calibri"/>
              </a:rPr>
              <a:t>ML-</a:t>
            </a:r>
            <a:r>
              <a:rPr b="0" lang="en-GB" sz="1800" spc="-1" strike="noStrike">
                <a:solidFill>
                  <a:srgbClr val="000000"/>
                </a:solidFill>
                <a:latin typeface="Calibri"/>
              </a:rPr>
              <a:t>based</a:t>
            </a:r>
            <a:r>
              <a:rPr b="0" lang="en-GB" sz="1800" spc="-52" strike="noStrike">
                <a:solidFill>
                  <a:srgbClr val="000000"/>
                </a:solidFill>
                <a:latin typeface="Calibri"/>
              </a:rPr>
              <a:t> </a:t>
            </a:r>
            <a:r>
              <a:rPr b="0" lang="en-GB" sz="1800" spc="-1" strike="noStrike">
                <a:solidFill>
                  <a:srgbClr val="000000"/>
                </a:solidFill>
                <a:latin typeface="Calibri"/>
              </a:rPr>
              <a:t>document</a:t>
            </a:r>
            <a:r>
              <a:rPr b="0" lang="en-GB" sz="1800" spc="-46" strike="noStrike">
                <a:solidFill>
                  <a:srgbClr val="000000"/>
                </a:solidFill>
                <a:latin typeface="Calibri"/>
              </a:rPr>
              <a:t> </a:t>
            </a:r>
            <a:r>
              <a:rPr b="0" lang="en-GB" sz="1800" spc="-1" strike="noStrike">
                <a:solidFill>
                  <a:srgbClr val="000000"/>
                </a:solidFill>
                <a:latin typeface="Calibri"/>
              </a:rPr>
              <a:t>processing</a:t>
            </a:r>
            <a:r>
              <a:rPr b="0" lang="en-GB" sz="1800" spc="-46" strike="noStrike">
                <a:solidFill>
                  <a:srgbClr val="000000"/>
                </a:solidFill>
                <a:latin typeface="Calibri"/>
              </a:rPr>
              <a:t> </a:t>
            </a:r>
            <a:r>
              <a:rPr b="0" lang="en-GB" sz="1800" spc="-1" strike="noStrike">
                <a:solidFill>
                  <a:srgbClr val="000000"/>
                </a:solidFill>
                <a:latin typeface="Calibri"/>
              </a:rPr>
              <a:t>are</a:t>
            </a:r>
            <a:r>
              <a:rPr b="0" lang="en-GB" sz="1800" spc="-46" strike="noStrike">
                <a:solidFill>
                  <a:srgbClr val="000000"/>
                </a:solidFill>
                <a:latin typeface="Calibri"/>
              </a:rPr>
              <a:t> </a:t>
            </a:r>
            <a:r>
              <a:rPr b="0" lang="en-GB" sz="1800" spc="-1" strike="noStrike">
                <a:solidFill>
                  <a:srgbClr val="000000"/>
                </a:solidFill>
                <a:latin typeface="Calibri"/>
              </a:rPr>
              <a:t>the</a:t>
            </a:r>
            <a:r>
              <a:rPr b="0" lang="en-GB" sz="1800" spc="-46" strike="noStrike">
                <a:solidFill>
                  <a:srgbClr val="000000"/>
                </a:solidFill>
                <a:latin typeface="Calibri"/>
              </a:rPr>
              <a:t> </a:t>
            </a:r>
            <a:r>
              <a:rPr b="0" lang="en-GB" sz="1800" spc="-1" strike="noStrike">
                <a:solidFill>
                  <a:srgbClr val="000000"/>
                </a:solidFill>
                <a:latin typeface="Calibri"/>
              </a:rPr>
              <a:t>reduction</a:t>
            </a:r>
            <a:r>
              <a:rPr b="0" lang="en-GB" sz="1800" spc="-46" strike="noStrike">
                <a:solidFill>
                  <a:srgbClr val="000000"/>
                </a:solidFill>
                <a:latin typeface="Calibri"/>
              </a:rPr>
              <a:t> </a:t>
            </a:r>
            <a:r>
              <a:rPr b="0" lang="en-GB" sz="1800" spc="-1" strike="noStrike">
                <a:solidFill>
                  <a:srgbClr val="000000"/>
                </a:solidFill>
                <a:latin typeface="Calibri"/>
              </a:rPr>
              <a:t>of</a:t>
            </a:r>
            <a:r>
              <a:rPr b="0" lang="en-GB" sz="1800" spc="-52" strike="noStrike">
                <a:solidFill>
                  <a:srgbClr val="000000"/>
                </a:solidFill>
                <a:latin typeface="Calibri"/>
              </a:rPr>
              <a:t> </a:t>
            </a:r>
            <a:r>
              <a:rPr b="0" lang="en-GB" sz="1800" spc="-1" strike="noStrike">
                <a:solidFill>
                  <a:srgbClr val="000000"/>
                </a:solidFill>
                <a:latin typeface="Calibri"/>
              </a:rPr>
              <a:t>manual</a:t>
            </a:r>
            <a:r>
              <a:rPr b="0" lang="en-GB" sz="1800" spc="-46" strike="noStrike">
                <a:solidFill>
                  <a:srgbClr val="000000"/>
                </a:solidFill>
                <a:latin typeface="Calibri"/>
              </a:rPr>
              <a:t> </a:t>
            </a:r>
            <a:r>
              <a:rPr b="0" lang="en-GB" sz="1800" spc="-12" strike="noStrike">
                <a:solidFill>
                  <a:srgbClr val="000000"/>
                </a:solidFill>
                <a:latin typeface="Calibri"/>
              </a:rPr>
              <a:t>effort</a:t>
            </a:r>
            <a:r>
              <a:rPr b="0" lang="en-GB" sz="1800" spc="-46" strike="noStrike">
                <a:solidFill>
                  <a:srgbClr val="000000"/>
                </a:solidFill>
                <a:latin typeface="Calibri"/>
              </a:rPr>
              <a:t> </a:t>
            </a:r>
            <a:r>
              <a:rPr b="0" lang="en-GB" sz="1800" spc="-1" strike="noStrike">
                <a:solidFill>
                  <a:srgbClr val="000000"/>
                </a:solidFill>
                <a:latin typeface="Calibri"/>
              </a:rPr>
              <a:t>to</a:t>
            </a:r>
            <a:r>
              <a:rPr b="0" lang="en-GB" sz="1800" spc="-46" strike="noStrike">
                <a:solidFill>
                  <a:srgbClr val="000000"/>
                </a:solidFill>
                <a:latin typeface="Calibri"/>
              </a:rPr>
              <a:t> </a:t>
            </a:r>
            <a:r>
              <a:rPr b="0" lang="en-GB" sz="1800" spc="-1" strike="noStrike">
                <a:solidFill>
                  <a:srgbClr val="000000"/>
                </a:solidFill>
                <a:latin typeface="Calibri"/>
              </a:rPr>
              <a:t>save</a:t>
            </a:r>
            <a:r>
              <a:rPr b="0" lang="en-GB" sz="1800" spc="-46" strike="noStrike">
                <a:solidFill>
                  <a:srgbClr val="000000"/>
                </a:solidFill>
                <a:latin typeface="Calibri"/>
              </a:rPr>
              <a:t> </a:t>
            </a:r>
            <a:r>
              <a:rPr b="0" lang="en-GB" sz="1800" spc="-12" strike="noStrike">
                <a:solidFill>
                  <a:srgbClr val="000000"/>
                </a:solidFill>
                <a:latin typeface="Calibri"/>
              </a:rPr>
              <a:t>cost, faster</a:t>
            </a:r>
            <a:r>
              <a:rPr b="0" lang="en-GB" sz="1800" spc="-52" strike="noStrike">
                <a:solidFill>
                  <a:srgbClr val="000000"/>
                </a:solidFill>
                <a:latin typeface="Calibri"/>
              </a:rPr>
              <a:t> </a:t>
            </a:r>
            <a:r>
              <a:rPr b="0" lang="en-GB" sz="1800" spc="-1" strike="noStrike">
                <a:solidFill>
                  <a:srgbClr val="000000"/>
                </a:solidFill>
                <a:latin typeface="Calibri"/>
              </a:rPr>
              <a:t>processing</a:t>
            </a:r>
            <a:r>
              <a:rPr b="0" lang="en-GB" sz="1800" spc="-52" strike="noStrike">
                <a:solidFill>
                  <a:srgbClr val="000000"/>
                </a:solidFill>
                <a:latin typeface="Calibri"/>
              </a:rPr>
              <a:t> </a:t>
            </a:r>
            <a:r>
              <a:rPr b="0" lang="en-GB" sz="1800" spc="-1" strike="noStrike">
                <a:solidFill>
                  <a:srgbClr val="000000"/>
                </a:solidFill>
                <a:latin typeface="Calibri"/>
              </a:rPr>
              <a:t>time,</a:t>
            </a:r>
            <a:r>
              <a:rPr b="0" lang="en-GB" sz="1800" spc="-52" strike="noStrike">
                <a:solidFill>
                  <a:srgbClr val="000000"/>
                </a:solidFill>
                <a:latin typeface="Calibri"/>
              </a:rPr>
              <a:t> </a:t>
            </a:r>
            <a:r>
              <a:rPr b="0" lang="en-GB" sz="1800" spc="-1" strike="noStrike">
                <a:solidFill>
                  <a:srgbClr val="000000"/>
                </a:solidFill>
                <a:latin typeface="Calibri"/>
              </a:rPr>
              <a:t>and</a:t>
            </a:r>
            <a:r>
              <a:rPr b="0" lang="en-GB" sz="1800" spc="-52" strike="noStrike">
                <a:solidFill>
                  <a:srgbClr val="000000"/>
                </a:solidFill>
                <a:latin typeface="Calibri"/>
              </a:rPr>
              <a:t> </a:t>
            </a:r>
            <a:r>
              <a:rPr b="0" lang="en-GB" sz="1800" spc="-1" strike="noStrike">
                <a:solidFill>
                  <a:srgbClr val="000000"/>
                </a:solidFill>
                <a:latin typeface="Calibri"/>
              </a:rPr>
              <a:t>higher</a:t>
            </a:r>
            <a:r>
              <a:rPr b="0" lang="en-GB" sz="1800" spc="-52" strike="noStrike">
                <a:solidFill>
                  <a:srgbClr val="000000"/>
                </a:solidFill>
                <a:latin typeface="Calibri"/>
              </a:rPr>
              <a:t> </a:t>
            </a:r>
            <a:r>
              <a:rPr b="0" lang="en-GB" sz="1800" spc="-1" strike="noStrike">
                <a:solidFill>
                  <a:srgbClr val="000000"/>
                </a:solidFill>
                <a:latin typeface="Calibri"/>
              </a:rPr>
              <a:t>processing</a:t>
            </a:r>
            <a:r>
              <a:rPr b="0" lang="en-GB" sz="1800" spc="-52" strike="noStrike">
                <a:solidFill>
                  <a:srgbClr val="000000"/>
                </a:solidFill>
                <a:latin typeface="Calibri"/>
              </a:rPr>
              <a:t> </a:t>
            </a:r>
            <a:r>
              <a:rPr b="0" lang="en-GB" sz="1800" spc="-12" strike="noStrike">
                <a:solidFill>
                  <a:srgbClr val="000000"/>
                </a:solidFill>
                <a:latin typeface="Calibri"/>
              </a:rPr>
              <a:t>quality.</a:t>
            </a:r>
            <a:endParaRPr b="0" lang="en-GB" sz="1800" spc="-1" strike="noStrike">
              <a:solidFill>
                <a:srgbClr val="000000"/>
              </a:solidFill>
              <a:latin typeface="Arial"/>
            </a:endParaRPr>
          </a:p>
          <a:p>
            <a:pPr marL="83880" indent="-79920">
              <a:lnSpc>
                <a:spcPct val="100000"/>
              </a:lnSpc>
              <a:buClr>
                <a:srgbClr val="000000"/>
              </a:buClr>
              <a:buSzPct val="94000"/>
              <a:buFont typeface="Arial MT"/>
              <a:buChar char="•"/>
              <a:tabLst>
                <a:tab algn="l" pos="83880"/>
              </a:tabLst>
            </a:pPr>
            <a:r>
              <a:rPr b="0" lang="en-GB" sz="1800" spc="-1" strike="noStrike">
                <a:solidFill>
                  <a:srgbClr val="000000"/>
                </a:solidFill>
                <a:latin typeface="Calibri"/>
              </a:rPr>
              <a:t>Assessing</a:t>
            </a:r>
            <a:r>
              <a:rPr b="0" lang="en-GB" sz="1800" spc="-41" strike="noStrike">
                <a:solidFill>
                  <a:srgbClr val="000000"/>
                </a:solidFill>
                <a:latin typeface="Calibri"/>
              </a:rPr>
              <a:t> </a:t>
            </a:r>
            <a:r>
              <a:rPr b="0" lang="en-GB" sz="1800" spc="-1" strike="noStrike">
                <a:solidFill>
                  <a:srgbClr val="000000"/>
                </a:solidFill>
                <a:latin typeface="Calibri"/>
              </a:rPr>
              <a:t>the</a:t>
            </a:r>
            <a:r>
              <a:rPr b="0" lang="en-GB" sz="1800" spc="-35" strike="noStrike">
                <a:solidFill>
                  <a:srgbClr val="000000"/>
                </a:solidFill>
                <a:latin typeface="Calibri"/>
              </a:rPr>
              <a:t> </a:t>
            </a:r>
            <a:r>
              <a:rPr b="0" lang="en-GB" sz="1800" spc="-1" strike="noStrike">
                <a:solidFill>
                  <a:srgbClr val="000000"/>
                </a:solidFill>
                <a:latin typeface="Calibri"/>
              </a:rPr>
              <a:t>sentiment</a:t>
            </a:r>
            <a:r>
              <a:rPr b="0" lang="en-GB" sz="1800" spc="-35" strike="noStrike">
                <a:solidFill>
                  <a:srgbClr val="000000"/>
                </a:solidFill>
                <a:latin typeface="Calibri"/>
              </a:rPr>
              <a:t> </a:t>
            </a:r>
            <a:r>
              <a:rPr b="0" lang="en-GB" sz="1800" spc="-1" strike="noStrike">
                <a:solidFill>
                  <a:srgbClr val="000000"/>
                </a:solidFill>
                <a:latin typeface="Calibri"/>
              </a:rPr>
              <a:t>of</a:t>
            </a:r>
            <a:r>
              <a:rPr b="0" lang="en-GB" sz="1800" spc="-35" strike="noStrike">
                <a:solidFill>
                  <a:srgbClr val="000000"/>
                </a:solidFill>
                <a:latin typeface="Calibri"/>
              </a:rPr>
              <a:t> </a:t>
            </a:r>
            <a:r>
              <a:rPr b="0" lang="en-GB" sz="1800" spc="-1" strike="noStrike">
                <a:solidFill>
                  <a:srgbClr val="000000"/>
                </a:solidFill>
                <a:latin typeface="Calibri"/>
              </a:rPr>
              <a:t>news</a:t>
            </a:r>
            <a:r>
              <a:rPr b="0" lang="en-GB" sz="1800" spc="-35" strike="noStrike">
                <a:solidFill>
                  <a:srgbClr val="000000"/>
                </a:solidFill>
                <a:latin typeface="Calibri"/>
              </a:rPr>
              <a:t> </a:t>
            </a:r>
            <a:r>
              <a:rPr b="0" lang="en-GB" sz="1800" spc="-1" strike="noStrike">
                <a:solidFill>
                  <a:srgbClr val="000000"/>
                </a:solidFill>
                <a:latin typeface="Calibri"/>
              </a:rPr>
              <a:t>articles</a:t>
            </a:r>
            <a:r>
              <a:rPr b="0" lang="en-GB" sz="1800" spc="-35" strike="noStrike">
                <a:solidFill>
                  <a:srgbClr val="000000"/>
                </a:solidFill>
                <a:latin typeface="Calibri"/>
              </a:rPr>
              <a:t> </a:t>
            </a:r>
            <a:r>
              <a:rPr b="0" lang="en-GB" sz="1800" spc="-1" strike="noStrike">
                <a:solidFill>
                  <a:srgbClr val="000000"/>
                </a:solidFill>
                <a:latin typeface="Calibri"/>
              </a:rPr>
              <a:t>to</a:t>
            </a:r>
            <a:r>
              <a:rPr b="0" lang="en-GB" sz="1800" spc="-41" strike="noStrike">
                <a:solidFill>
                  <a:srgbClr val="000000"/>
                </a:solidFill>
                <a:latin typeface="Calibri"/>
              </a:rPr>
              <a:t> </a:t>
            </a:r>
            <a:r>
              <a:rPr b="0" lang="en-GB" sz="1800" spc="-1" strike="noStrike">
                <a:solidFill>
                  <a:srgbClr val="000000"/>
                </a:solidFill>
                <a:latin typeface="Calibri"/>
              </a:rPr>
              <a:t>help</a:t>
            </a:r>
            <a:r>
              <a:rPr b="0" lang="en-GB" sz="1800" spc="-35" strike="noStrike">
                <a:solidFill>
                  <a:srgbClr val="000000"/>
                </a:solidFill>
                <a:latin typeface="Calibri"/>
              </a:rPr>
              <a:t> </a:t>
            </a:r>
            <a:r>
              <a:rPr b="0" lang="en-GB" sz="1800" spc="-12" strike="noStrike">
                <a:solidFill>
                  <a:srgbClr val="000000"/>
                </a:solidFill>
                <a:latin typeface="Calibri"/>
              </a:rPr>
              <a:t>understand</a:t>
            </a:r>
            <a:r>
              <a:rPr b="0" lang="en-GB" sz="1800" spc="-35" strike="noStrike">
                <a:solidFill>
                  <a:srgbClr val="000000"/>
                </a:solidFill>
                <a:latin typeface="Calibri"/>
              </a:rPr>
              <a:t> </a:t>
            </a:r>
            <a:r>
              <a:rPr b="0" lang="en-GB" sz="1800" spc="-1" strike="noStrike">
                <a:solidFill>
                  <a:srgbClr val="000000"/>
                </a:solidFill>
                <a:latin typeface="Calibri"/>
              </a:rPr>
              <a:t>the</a:t>
            </a:r>
            <a:r>
              <a:rPr b="0" lang="en-GB" sz="1800" spc="-35" strike="noStrike">
                <a:solidFill>
                  <a:srgbClr val="000000"/>
                </a:solidFill>
                <a:latin typeface="Calibri"/>
              </a:rPr>
              <a:t> </a:t>
            </a:r>
            <a:r>
              <a:rPr b="0" lang="en-GB" sz="1800" spc="-12" strike="noStrike">
                <a:solidFill>
                  <a:srgbClr val="000000"/>
                </a:solidFill>
                <a:latin typeface="Calibri"/>
              </a:rPr>
              <a:t>market</a:t>
            </a:r>
            <a:r>
              <a:rPr b="0" lang="en-GB" sz="1800" spc="-35" strike="noStrike">
                <a:solidFill>
                  <a:srgbClr val="000000"/>
                </a:solidFill>
                <a:latin typeface="Calibri"/>
              </a:rPr>
              <a:t> </a:t>
            </a:r>
            <a:r>
              <a:rPr b="0" lang="en-GB" sz="1800" spc="-12" strike="noStrike">
                <a:solidFill>
                  <a:srgbClr val="000000"/>
                </a:solidFill>
                <a:latin typeface="Calibri"/>
              </a:rPr>
              <a:t>perception</a:t>
            </a:r>
            <a:r>
              <a:rPr b="0" lang="en-GB" sz="1800" spc="-35" strike="noStrike">
                <a:solidFill>
                  <a:srgbClr val="000000"/>
                </a:solidFill>
                <a:latin typeface="Calibri"/>
              </a:rPr>
              <a:t> </a:t>
            </a:r>
            <a:r>
              <a:rPr b="0" lang="en-GB" sz="1800" spc="-1" strike="noStrike">
                <a:solidFill>
                  <a:srgbClr val="000000"/>
                </a:solidFill>
                <a:latin typeface="Calibri"/>
              </a:rPr>
              <a:t>of</a:t>
            </a:r>
            <a:r>
              <a:rPr b="0" lang="en-GB" sz="1800" spc="-41" strike="noStrike">
                <a:solidFill>
                  <a:srgbClr val="000000"/>
                </a:solidFill>
                <a:latin typeface="Calibri"/>
              </a:rPr>
              <a:t> </a:t>
            </a:r>
            <a:r>
              <a:rPr b="0" lang="en-GB" sz="1800" spc="-1" strike="noStrike">
                <a:solidFill>
                  <a:srgbClr val="000000"/>
                </a:solidFill>
                <a:latin typeface="Calibri"/>
              </a:rPr>
              <a:t>a</a:t>
            </a:r>
            <a:r>
              <a:rPr b="0" lang="en-GB" sz="1800" spc="-35" strike="noStrike">
                <a:solidFill>
                  <a:srgbClr val="000000"/>
                </a:solidFill>
                <a:latin typeface="Calibri"/>
              </a:rPr>
              <a:t> </a:t>
            </a:r>
            <a:r>
              <a:rPr b="0" lang="en-GB" sz="1800" spc="-1" strike="noStrike">
                <a:solidFill>
                  <a:srgbClr val="000000"/>
                </a:solidFill>
                <a:latin typeface="Calibri"/>
              </a:rPr>
              <a:t>brand</a:t>
            </a:r>
            <a:r>
              <a:rPr b="0" lang="en-GB" sz="1800" spc="-35" strike="noStrike">
                <a:solidFill>
                  <a:srgbClr val="000000"/>
                </a:solidFill>
                <a:latin typeface="Calibri"/>
              </a:rPr>
              <a:t> </a:t>
            </a:r>
            <a:r>
              <a:rPr b="0" lang="en-GB" sz="1800" spc="-1" strike="noStrike">
                <a:solidFill>
                  <a:srgbClr val="000000"/>
                </a:solidFill>
                <a:latin typeface="Calibri"/>
              </a:rPr>
              <a:t>or</a:t>
            </a:r>
            <a:r>
              <a:rPr b="0" lang="en-GB" sz="1800" spc="-35" strike="noStrike">
                <a:solidFill>
                  <a:srgbClr val="000000"/>
                </a:solidFill>
                <a:latin typeface="Calibri"/>
              </a:rPr>
              <a:t> </a:t>
            </a:r>
            <a:r>
              <a:rPr b="0" lang="en-GB" sz="1800" spc="-1" strike="noStrike">
                <a:solidFill>
                  <a:srgbClr val="000000"/>
                </a:solidFill>
                <a:latin typeface="Calibri"/>
              </a:rPr>
              <a:t>product</a:t>
            </a:r>
            <a:r>
              <a:rPr b="0" lang="en-GB" sz="1800" spc="-35" strike="noStrike">
                <a:solidFill>
                  <a:srgbClr val="000000"/>
                </a:solidFill>
                <a:latin typeface="Calibri"/>
              </a:rPr>
              <a:t> </a:t>
            </a:r>
            <a:r>
              <a:rPr b="0" lang="en-GB" sz="1800" spc="-1" strike="noStrike">
                <a:solidFill>
                  <a:srgbClr val="000000"/>
                </a:solidFill>
                <a:latin typeface="Calibri"/>
              </a:rPr>
              <a:t>or</a:t>
            </a:r>
            <a:r>
              <a:rPr b="0" lang="en-GB" sz="1800" spc="-35" strike="noStrike">
                <a:solidFill>
                  <a:srgbClr val="000000"/>
                </a:solidFill>
                <a:latin typeface="Calibri"/>
              </a:rPr>
              <a:t> </a:t>
            </a:r>
            <a:r>
              <a:rPr b="0" lang="en-GB" sz="1800" spc="-12" strike="noStrike">
                <a:solidFill>
                  <a:srgbClr val="000000"/>
                </a:solidFill>
                <a:latin typeface="Calibri"/>
              </a:rPr>
              <a:t>facilitate investment</a:t>
            </a:r>
            <a:r>
              <a:rPr b="0" lang="en-GB" sz="1800" spc="-46" strike="noStrike">
                <a:solidFill>
                  <a:srgbClr val="000000"/>
                </a:solidFill>
                <a:latin typeface="Calibri"/>
              </a:rPr>
              <a:t> </a:t>
            </a:r>
            <a:r>
              <a:rPr b="0" lang="en-GB" sz="1800" spc="-12" strike="noStrike">
                <a:solidFill>
                  <a:srgbClr val="000000"/>
                </a:solidFill>
                <a:latin typeface="Calibri"/>
              </a:rPr>
              <a:t>decisions.</a:t>
            </a:r>
            <a:endParaRPr b="0" lang="en-GB" sz="1800" spc="-1" strike="noStrike">
              <a:solidFill>
                <a:srgbClr val="000000"/>
              </a:solidFill>
              <a:latin typeface="Arial"/>
            </a:endParaRPr>
          </a:p>
          <a:p>
            <a:pPr marL="83880" indent="-79920">
              <a:lnSpc>
                <a:spcPct val="100000"/>
              </a:lnSpc>
              <a:buClr>
                <a:srgbClr val="000000"/>
              </a:buClr>
              <a:buSzPct val="94000"/>
              <a:buFont typeface="Arial MT"/>
              <a:buChar char="•"/>
              <a:tabLst>
                <a:tab algn="l" pos="83880"/>
              </a:tabLst>
            </a:pPr>
            <a:r>
              <a:rPr b="0" lang="en-GB" sz="1800" spc="-1" strike="noStrike">
                <a:solidFill>
                  <a:srgbClr val="000000"/>
                </a:solidFill>
                <a:latin typeface="Calibri"/>
              </a:rPr>
              <a:t>Automating</a:t>
            </a:r>
            <a:r>
              <a:rPr b="0" lang="en-GB" sz="1800" spc="-35" strike="noStrike">
                <a:solidFill>
                  <a:srgbClr val="000000"/>
                </a:solidFill>
                <a:latin typeface="Calibri"/>
              </a:rPr>
              <a:t> </a:t>
            </a:r>
            <a:r>
              <a:rPr b="0" lang="en-GB" sz="1800" spc="-1" strike="noStrike">
                <a:solidFill>
                  <a:srgbClr val="000000"/>
                </a:solidFill>
                <a:latin typeface="Calibri"/>
              </a:rPr>
              <a:t>the</a:t>
            </a:r>
            <a:r>
              <a:rPr b="0" lang="en-GB" sz="1800" spc="-35" strike="noStrike">
                <a:solidFill>
                  <a:srgbClr val="000000"/>
                </a:solidFill>
                <a:latin typeface="Calibri"/>
              </a:rPr>
              <a:t> </a:t>
            </a:r>
            <a:r>
              <a:rPr b="0" lang="en-GB" sz="1800" spc="-1" strike="noStrike">
                <a:solidFill>
                  <a:srgbClr val="000000"/>
                </a:solidFill>
                <a:latin typeface="Calibri"/>
              </a:rPr>
              <a:t>objects</a:t>
            </a:r>
            <a:r>
              <a:rPr b="0" lang="en-GB" sz="1800" spc="-35" strike="noStrike">
                <a:solidFill>
                  <a:srgbClr val="000000"/>
                </a:solidFill>
                <a:latin typeface="Calibri"/>
              </a:rPr>
              <a:t> </a:t>
            </a:r>
            <a:r>
              <a:rPr b="0" lang="en-GB" sz="1800" spc="-1" strike="noStrike">
                <a:solidFill>
                  <a:srgbClr val="000000"/>
                </a:solidFill>
                <a:latin typeface="Calibri"/>
              </a:rPr>
              <a:t>or</a:t>
            </a:r>
            <a:r>
              <a:rPr b="0" lang="en-GB" sz="1800" spc="-35" strike="noStrike">
                <a:solidFill>
                  <a:srgbClr val="000000"/>
                </a:solidFill>
                <a:latin typeface="Calibri"/>
              </a:rPr>
              <a:t> </a:t>
            </a:r>
            <a:r>
              <a:rPr b="0" lang="en-GB" sz="1800" spc="-1" strike="noStrike">
                <a:solidFill>
                  <a:srgbClr val="000000"/>
                </a:solidFill>
                <a:latin typeface="Calibri"/>
              </a:rPr>
              <a:t>faces</a:t>
            </a:r>
            <a:r>
              <a:rPr b="0" lang="en-GB" sz="1800" spc="-32" strike="noStrike">
                <a:solidFill>
                  <a:srgbClr val="000000"/>
                </a:solidFill>
                <a:latin typeface="Calibri"/>
              </a:rPr>
              <a:t> </a:t>
            </a:r>
            <a:r>
              <a:rPr b="0" lang="en-GB" sz="1800" spc="-12" strike="noStrike">
                <a:solidFill>
                  <a:srgbClr val="000000"/>
                </a:solidFill>
                <a:latin typeface="Calibri"/>
              </a:rPr>
              <a:t>detection</a:t>
            </a:r>
            <a:r>
              <a:rPr b="0" lang="en-GB" sz="1800" spc="-35" strike="noStrike">
                <a:solidFill>
                  <a:srgbClr val="000000"/>
                </a:solidFill>
                <a:latin typeface="Calibri"/>
              </a:rPr>
              <a:t> </a:t>
            </a:r>
            <a:r>
              <a:rPr b="0" lang="en-GB" sz="1800" spc="-1" strike="noStrike">
                <a:solidFill>
                  <a:srgbClr val="000000"/>
                </a:solidFill>
                <a:latin typeface="Calibri"/>
              </a:rPr>
              <a:t>in</a:t>
            </a:r>
            <a:r>
              <a:rPr b="0" lang="en-GB" sz="1800" spc="-35" strike="noStrike">
                <a:solidFill>
                  <a:srgbClr val="000000"/>
                </a:solidFill>
                <a:latin typeface="Calibri"/>
              </a:rPr>
              <a:t> </a:t>
            </a:r>
            <a:r>
              <a:rPr b="0" lang="en-GB" sz="1800" spc="-1" strike="noStrike">
                <a:solidFill>
                  <a:srgbClr val="000000"/>
                </a:solidFill>
                <a:latin typeface="Calibri"/>
              </a:rPr>
              <a:t>images</a:t>
            </a:r>
            <a:r>
              <a:rPr b="0" lang="en-GB" sz="1800" spc="-35" strike="noStrike">
                <a:solidFill>
                  <a:srgbClr val="000000"/>
                </a:solidFill>
                <a:latin typeface="Calibri"/>
              </a:rPr>
              <a:t> </a:t>
            </a:r>
            <a:r>
              <a:rPr b="0" lang="en-GB" sz="1800" spc="-1" strike="noStrike">
                <a:solidFill>
                  <a:srgbClr val="000000"/>
                </a:solidFill>
                <a:latin typeface="Calibri"/>
              </a:rPr>
              <a:t>as</a:t>
            </a:r>
            <a:r>
              <a:rPr b="0" lang="en-GB" sz="1800" spc="-35" strike="noStrike">
                <a:solidFill>
                  <a:srgbClr val="000000"/>
                </a:solidFill>
                <a:latin typeface="Calibri"/>
              </a:rPr>
              <a:t> </a:t>
            </a:r>
            <a:r>
              <a:rPr b="0" lang="en-GB" sz="1800" spc="-1" strike="noStrike">
                <a:solidFill>
                  <a:srgbClr val="000000"/>
                </a:solidFill>
                <a:latin typeface="Calibri"/>
              </a:rPr>
              <a:t>part</a:t>
            </a:r>
            <a:r>
              <a:rPr b="0" lang="en-GB" sz="1800" spc="-32" strike="noStrike">
                <a:solidFill>
                  <a:srgbClr val="000000"/>
                </a:solidFill>
                <a:latin typeface="Calibri"/>
              </a:rPr>
              <a:t> </a:t>
            </a:r>
            <a:r>
              <a:rPr b="0" lang="en-GB" sz="1800" spc="-1" strike="noStrike">
                <a:solidFill>
                  <a:srgbClr val="000000"/>
                </a:solidFill>
                <a:latin typeface="Calibri"/>
              </a:rPr>
              <a:t>of</a:t>
            </a:r>
            <a:r>
              <a:rPr b="0" lang="en-GB" sz="1800" spc="-35" strike="noStrike">
                <a:solidFill>
                  <a:srgbClr val="000000"/>
                </a:solidFill>
                <a:latin typeface="Calibri"/>
              </a:rPr>
              <a:t> </a:t>
            </a:r>
            <a:r>
              <a:rPr b="0" lang="en-GB" sz="1800" spc="-1" strike="noStrike">
                <a:solidFill>
                  <a:srgbClr val="000000"/>
                </a:solidFill>
                <a:latin typeface="Calibri"/>
              </a:rPr>
              <a:t>a</a:t>
            </a:r>
            <a:r>
              <a:rPr b="0" lang="en-GB" sz="1800" spc="-35" strike="noStrike">
                <a:solidFill>
                  <a:srgbClr val="000000"/>
                </a:solidFill>
                <a:latin typeface="Calibri"/>
              </a:rPr>
              <a:t> </a:t>
            </a:r>
            <a:r>
              <a:rPr b="0" lang="en-GB" sz="1800" spc="-1" strike="noStrike">
                <a:solidFill>
                  <a:srgbClr val="000000"/>
                </a:solidFill>
                <a:latin typeface="Calibri"/>
              </a:rPr>
              <a:t>media</a:t>
            </a:r>
            <a:r>
              <a:rPr b="0" lang="en-GB" sz="1800" spc="-35" strike="noStrike">
                <a:solidFill>
                  <a:srgbClr val="000000"/>
                </a:solidFill>
                <a:latin typeface="Calibri"/>
              </a:rPr>
              <a:t> </a:t>
            </a:r>
            <a:r>
              <a:rPr b="0" lang="en-GB" sz="1800" spc="-1" strike="noStrike">
                <a:solidFill>
                  <a:srgbClr val="000000"/>
                </a:solidFill>
                <a:latin typeface="Calibri"/>
              </a:rPr>
              <a:t>image</a:t>
            </a:r>
            <a:r>
              <a:rPr b="0" lang="en-GB" sz="1800" spc="-32" strike="noStrike">
                <a:solidFill>
                  <a:srgbClr val="000000"/>
                </a:solidFill>
                <a:latin typeface="Calibri"/>
              </a:rPr>
              <a:t> </a:t>
            </a:r>
            <a:r>
              <a:rPr b="0" lang="en-GB" sz="1800" spc="-1" strike="noStrike">
                <a:solidFill>
                  <a:srgbClr val="000000"/>
                </a:solidFill>
                <a:latin typeface="Calibri"/>
              </a:rPr>
              <a:t>processing</a:t>
            </a:r>
            <a:r>
              <a:rPr b="0" lang="en-GB" sz="1800" spc="-35" strike="noStrike">
                <a:solidFill>
                  <a:srgbClr val="000000"/>
                </a:solidFill>
                <a:latin typeface="Calibri"/>
              </a:rPr>
              <a:t> </a:t>
            </a:r>
            <a:r>
              <a:rPr b="0" lang="en-GB" sz="1800" spc="-26" strike="noStrike">
                <a:solidFill>
                  <a:srgbClr val="000000"/>
                </a:solidFill>
                <a:latin typeface="Calibri"/>
              </a:rPr>
              <a:t>workflow.</a:t>
            </a:r>
            <a:r>
              <a:rPr b="0" lang="en-GB" sz="1800" spc="-35" strike="noStrike">
                <a:solidFill>
                  <a:srgbClr val="000000"/>
                </a:solidFill>
                <a:latin typeface="Calibri"/>
              </a:rPr>
              <a:t> </a:t>
            </a:r>
            <a:r>
              <a:rPr b="0" lang="en-GB" sz="1800" spc="-1" strike="noStrike">
                <a:solidFill>
                  <a:srgbClr val="000000"/>
                </a:solidFill>
                <a:latin typeface="Calibri"/>
              </a:rPr>
              <a:t>The</a:t>
            </a:r>
            <a:r>
              <a:rPr b="0" lang="en-GB" sz="1800" spc="-35" strike="noStrike">
                <a:solidFill>
                  <a:srgbClr val="000000"/>
                </a:solidFill>
                <a:latin typeface="Calibri"/>
              </a:rPr>
              <a:t> </a:t>
            </a:r>
            <a:r>
              <a:rPr b="0" lang="en-GB" sz="1800" spc="-12" strike="noStrike">
                <a:solidFill>
                  <a:srgbClr val="000000"/>
                </a:solidFill>
                <a:latin typeface="Calibri"/>
              </a:rPr>
              <a:t>business </a:t>
            </a:r>
            <a:r>
              <a:rPr b="0" lang="en-GB" sz="1800" spc="-1" strike="noStrike">
                <a:solidFill>
                  <a:srgbClr val="000000"/>
                </a:solidFill>
                <a:latin typeface="Calibri"/>
              </a:rPr>
              <a:t>benefits</a:t>
            </a:r>
            <a:r>
              <a:rPr b="0" lang="en-GB" sz="1800" spc="-46" strike="noStrike">
                <a:solidFill>
                  <a:srgbClr val="000000"/>
                </a:solidFill>
                <a:latin typeface="Calibri"/>
              </a:rPr>
              <a:t> </a:t>
            </a:r>
            <a:r>
              <a:rPr b="0" lang="en-GB" sz="1800" spc="-1" strike="noStrike">
                <a:solidFill>
                  <a:srgbClr val="000000"/>
                </a:solidFill>
                <a:latin typeface="Calibri"/>
              </a:rPr>
              <a:t>this</a:t>
            </a:r>
            <a:r>
              <a:rPr b="0" lang="en-GB" sz="1800" spc="-46" strike="noStrike">
                <a:solidFill>
                  <a:srgbClr val="000000"/>
                </a:solidFill>
                <a:latin typeface="Calibri"/>
              </a:rPr>
              <a:t> </a:t>
            </a:r>
            <a:r>
              <a:rPr b="0" lang="en-GB" sz="1800" spc="-12" strike="noStrike">
                <a:solidFill>
                  <a:srgbClr val="000000"/>
                </a:solidFill>
                <a:latin typeface="Calibri"/>
              </a:rPr>
              <a:t>delivers</a:t>
            </a:r>
            <a:r>
              <a:rPr b="0" lang="en-GB" sz="1800" spc="-41" strike="noStrike">
                <a:solidFill>
                  <a:srgbClr val="000000"/>
                </a:solidFill>
                <a:latin typeface="Calibri"/>
              </a:rPr>
              <a:t> </a:t>
            </a:r>
            <a:r>
              <a:rPr b="0" lang="en-GB" sz="1800" spc="-1" strike="noStrike">
                <a:solidFill>
                  <a:srgbClr val="000000"/>
                </a:solidFill>
                <a:latin typeface="Calibri"/>
              </a:rPr>
              <a:t>are</a:t>
            </a:r>
            <a:r>
              <a:rPr b="0" lang="en-GB" sz="1800" spc="-46" strike="noStrike">
                <a:solidFill>
                  <a:srgbClr val="000000"/>
                </a:solidFill>
                <a:latin typeface="Calibri"/>
              </a:rPr>
              <a:t> </a:t>
            </a:r>
            <a:r>
              <a:rPr b="0" lang="en-GB" sz="1800" spc="-32" strike="noStrike">
                <a:solidFill>
                  <a:srgbClr val="000000"/>
                </a:solidFill>
                <a:latin typeface="Calibri"/>
              </a:rPr>
              <a:t>cost-</a:t>
            </a:r>
            <a:r>
              <a:rPr b="0" lang="en-GB" sz="1800" spc="-1" strike="noStrike">
                <a:solidFill>
                  <a:srgbClr val="000000"/>
                </a:solidFill>
                <a:latin typeface="Calibri"/>
              </a:rPr>
              <a:t>saving</a:t>
            </a:r>
            <a:r>
              <a:rPr b="0" lang="en-GB" sz="1800" spc="-41" strike="noStrike">
                <a:solidFill>
                  <a:srgbClr val="000000"/>
                </a:solidFill>
                <a:latin typeface="Calibri"/>
              </a:rPr>
              <a:t> </a:t>
            </a:r>
            <a:r>
              <a:rPr b="0" lang="en-GB" sz="1800" spc="-1" strike="noStrike">
                <a:solidFill>
                  <a:srgbClr val="000000"/>
                </a:solidFill>
                <a:latin typeface="Calibri"/>
              </a:rPr>
              <a:t>from</a:t>
            </a:r>
            <a:r>
              <a:rPr b="0" lang="en-GB" sz="1800" spc="-46" strike="noStrike">
                <a:solidFill>
                  <a:srgbClr val="000000"/>
                </a:solidFill>
                <a:latin typeface="Calibri"/>
              </a:rPr>
              <a:t> </a:t>
            </a:r>
            <a:r>
              <a:rPr b="0" lang="en-GB" sz="1800" spc="-1" strike="noStrike">
                <a:solidFill>
                  <a:srgbClr val="000000"/>
                </a:solidFill>
                <a:latin typeface="Calibri"/>
              </a:rPr>
              <a:t>the</a:t>
            </a:r>
            <a:r>
              <a:rPr b="0" lang="en-GB" sz="1800" spc="-41" strike="noStrike">
                <a:solidFill>
                  <a:srgbClr val="000000"/>
                </a:solidFill>
                <a:latin typeface="Calibri"/>
              </a:rPr>
              <a:t> </a:t>
            </a:r>
            <a:r>
              <a:rPr b="0" lang="en-GB" sz="1800" spc="-1" strike="noStrike">
                <a:solidFill>
                  <a:srgbClr val="000000"/>
                </a:solidFill>
                <a:latin typeface="Calibri"/>
              </a:rPr>
              <a:t>reduction</a:t>
            </a:r>
            <a:r>
              <a:rPr b="0" lang="en-GB" sz="1800" spc="-46" strike="noStrike">
                <a:solidFill>
                  <a:srgbClr val="000000"/>
                </a:solidFill>
                <a:latin typeface="Calibri"/>
              </a:rPr>
              <a:t> </a:t>
            </a:r>
            <a:r>
              <a:rPr b="0" lang="en-GB" sz="1800" spc="-1" strike="noStrike">
                <a:solidFill>
                  <a:srgbClr val="000000"/>
                </a:solidFill>
                <a:latin typeface="Calibri"/>
              </a:rPr>
              <a:t>of</a:t>
            </a:r>
            <a:r>
              <a:rPr b="0" lang="en-GB" sz="1800" spc="-46" strike="noStrike">
                <a:solidFill>
                  <a:srgbClr val="000000"/>
                </a:solidFill>
                <a:latin typeface="Calibri"/>
              </a:rPr>
              <a:t> </a:t>
            </a:r>
            <a:r>
              <a:rPr b="0" lang="en-GB" sz="1800" spc="-1" strike="noStrike">
                <a:solidFill>
                  <a:srgbClr val="000000"/>
                </a:solidFill>
                <a:latin typeface="Calibri"/>
              </a:rPr>
              <a:t>human</a:t>
            </a:r>
            <a:r>
              <a:rPr b="0" lang="en-GB" sz="1800" spc="-41" strike="noStrike">
                <a:solidFill>
                  <a:srgbClr val="000000"/>
                </a:solidFill>
                <a:latin typeface="Calibri"/>
              </a:rPr>
              <a:t> </a:t>
            </a:r>
            <a:r>
              <a:rPr b="0" lang="en-GB" sz="1800" spc="-21" strike="noStrike">
                <a:solidFill>
                  <a:srgbClr val="000000"/>
                </a:solidFill>
                <a:latin typeface="Calibri"/>
              </a:rPr>
              <a:t>labor,</a:t>
            </a:r>
            <a:r>
              <a:rPr b="0" lang="en-GB" sz="1800" spc="-46" strike="noStrike">
                <a:solidFill>
                  <a:srgbClr val="000000"/>
                </a:solidFill>
                <a:latin typeface="Calibri"/>
              </a:rPr>
              <a:t> </a:t>
            </a:r>
            <a:r>
              <a:rPr b="0" lang="en-GB" sz="1800" spc="-12" strike="noStrike">
                <a:solidFill>
                  <a:srgbClr val="000000"/>
                </a:solidFill>
                <a:latin typeface="Calibri"/>
              </a:rPr>
              <a:t>faster</a:t>
            </a:r>
            <a:r>
              <a:rPr b="0" lang="en-GB" sz="1800" spc="-41" strike="noStrike">
                <a:solidFill>
                  <a:srgbClr val="000000"/>
                </a:solidFill>
                <a:latin typeface="Calibri"/>
              </a:rPr>
              <a:t> </a:t>
            </a:r>
            <a:r>
              <a:rPr b="0" lang="en-GB" sz="1800" spc="-1" strike="noStrike">
                <a:solidFill>
                  <a:srgbClr val="000000"/>
                </a:solidFill>
                <a:latin typeface="Calibri"/>
              </a:rPr>
              <a:t>processing,</a:t>
            </a:r>
            <a:r>
              <a:rPr b="0" lang="en-GB" sz="1800" spc="-46" strike="noStrike">
                <a:solidFill>
                  <a:srgbClr val="000000"/>
                </a:solidFill>
                <a:latin typeface="Calibri"/>
              </a:rPr>
              <a:t> </a:t>
            </a:r>
            <a:r>
              <a:rPr b="0" lang="en-GB" sz="1800" spc="-1" strike="noStrike">
                <a:solidFill>
                  <a:srgbClr val="000000"/>
                </a:solidFill>
                <a:latin typeface="Calibri"/>
              </a:rPr>
              <a:t>and</a:t>
            </a:r>
            <a:r>
              <a:rPr b="0" lang="en-GB" sz="1800" spc="-41" strike="noStrike">
                <a:solidFill>
                  <a:srgbClr val="000000"/>
                </a:solidFill>
                <a:latin typeface="Calibri"/>
              </a:rPr>
              <a:t> </a:t>
            </a:r>
            <a:r>
              <a:rPr b="0" lang="en-GB" sz="1800" spc="-1" strike="noStrike">
                <a:solidFill>
                  <a:srgbClr val="000000"/>
                </a:solidFill>
                <a:latin typeface="Calibri"/>
              </a:rPr>
              <a:t>higher</a:t>
            </a:r>
            <a:r>
              <a:rPr b="0" lang="en-GB" sz="1800" spc="-46" strike="noStrike">
                <a:solidFill>
                  <a:srgbClr val="000000"/>
                </a:solidFill>
                <a:latin typeface="Calibri"/>
              </a:rPr>
              <a:t> </a:t>
            </a:r>
            <a:r>
              <a:rPr b="0" lang="en-GB" sz="1800" spc="-12" strike="noStrike">
                <a:solidFill>
                  <a:srgbClr val="000000"/>
                </a:solidFill>
                <a:latin typeface="Calibri"/>
              </a:rPr>
              <a:t>accuracy.</a:t>
            </a:r>
            <a:endParaRPr b="0" lang="en-GB" sz="1800" spc="-1" strike="noStrike">
              <a:solidFill>
                <a:srgbClr val="000000"/>
              </a:solidFill>
              <a:latin typeface="Arial"/>
            </a:endParaRPr>
          </a:p>
          <a:p>
            <a:pPr marL="83880" indent="-79920">
              <a:lnSpc>
                <a:spcPct val="100000"/>
              </a:lnSpc>
              <a:buClr>
                <a:srgbClr val="000000"/>
              </a:buClr>
              <a:buSzPct val="94000"/>
              <a:buFont typeface="Arial MT"/>
              <a:buChar char="•"/>
              <a:tabLst>
                <a:tab algn="l" pos="83880"/>
              </a:tabLst>
            </a:pPr>
            <a:r>
              <a:rPr b="0" lang="en-GB" sz="1800" spc="-1" strike="noStrike">
                <a:solidFill>
                  <a:srgbClr val="000000"/>
                </a:solidFill>
                <a:latin typeface="Calibri"/>
              </a:rPr>
              <a:t>Predicting</a:t>
            </a:r>
            <a:r>
              <a:rPr b="0" lang="en-GB" sz="1800" spc="-32" strike="noStrike">
                <a:solidFill>
                  <a:srgbClr val="000000"/>
                </a:solidFill>
                <a:latin typeface="Calibri"/>
              </a:rPr>
              <a:t> </a:t>
            </a:r>
            <a:r>
              <a:rPr b="0" lang="en-GB" sz="1800" spc="-1" strike="noStrike">
                <a:solidFill>
                  <a:srgbClr val="000000"/>
                </a:solidFill>
                <a:latin typeface="Calibri"/>
              </a:rPr>
              <a:t>the</a:t>
            </a:r>
            <a:r>
              <a:rPr b="0" lang="en-GB" sz="1800" spc="-32" strike="noStrike">
                <a:solidFill>
                  <a:srgbClr val="000000"/>
                </a:solidFill>
                <a:latin typeface="Calibri"/>
              </a:rPr>
              <a:t> </a:t>
            </a:r>
            <a:r>
              <a:rPr b="0" lang="en-GB" sz="1800" spc="-12" strike="noStrike">
                <a:solidFill>
                  <a:srgbClr val="000000"/>
                </a:solidFill>
                <a:latin typeface="Calibri"/>
              </a:rPr>
              <a:t>probability</a:t>
            </a:r>
            <a:r>
              <a:rPr b="0" lang="en-GB" sz="1800" spc="-32" strike="noStrike">
                <a:solidFill>
                  <a:srgbClr val="000000"/>
                </a:solidFill>
                <a:latin typeface="Calibri"/>
              </a:rPr>
              <a:t> </a:t>
            </a:r>
            <a:r>
              <a:rPr b="0" lang="en-GB" sz="1800" spc="-1" strike="noStrike">
                <a:solidFill>
                  <a:srgbClr val="000000"/>
                </a:solidFill>
                <a:latin typeface="Calibri"/>
              </a:rPr>
              <a:t>that</a:t>
            </a:r>
            <a:r>
              <a:rPr b="0" lang="en-GB" sz="1800" spc="-32" strike="noStrike">
                <a:solidFill>
                  <a:srgbClr val="000000"/>
                </a:solidFill>
                <a:latin typeface="Calibri"/>
              </a:rPr>
              <a:t> </a:t>
            </a:r>
            <a:r>
              <a:rPr b="0" lang="en-GB" sz="1800" spc="-12" strike="noStrike">
                <a:solidFill>
                  <a:srgbClr val="000000"/>
                </a:solidFill>
                <a:latin typeface="Calibri"/>
              </a:rPr>
              <a:t>someone</a:t>
            </a:r>
            <a:r>
              <a:rPr b="0" lang="en-GB" sz="1800" spc="-32" strike="noStrike">
                <a:solidFill>
                  <a:srgbClr val="000000"/>
                </a:solidFill>
                <a:latin typeface="Calibri"/>
              </a:rPr>
              <a:t> </a:t>
            </a:r>
            <a:r>
              <a:rPr b="0" lang="en-GB" sz="1800" spc="-1" strike="noStrike">
                <a:solidFill>
                  <a:srgbClr val="000000"/>
                </a:solidFill>
                <a:latin typeface="Calibri"/>
              </a:rPr>
              <a:t>will</a:t>
            </a:r>
            <a:r>
              <a:rPr b="0" lang="en-GB" sz="1800" spc="-32" strike="noStrike">
                <a:solidFill>
                  <a:srgbClr val="000000"/>
                </a:solidFill>
                <a:latin typeface="Calibri"/>
              </a:rPr>
              <a:t> </a:t>
            </a:r>
            <a:r>
              <a:rPr b="0" lang="en-GB" sz="1800" spc="-12" strike="noStrike">
                <a:solidFill>
                  <a:srgbClr val="000000"/>
                </a:solidFill>
                <a:latin typeface="Calibri"/>
              </a:rPr>
              <a:t>default</a:t>
            </a:r>
            <a:r>
              <a:rPr b="0" lang="en-GB" sz="1800" spc="-32" strike="noStrike">
                <a:solidFill>
                  <a:srgbClr val="000000"/>
                </a:solidFill>
                <a:latin typeface="Calibri"/>
              </a:rPr>
              <a:t> </a:t>
            </a:r>
            <a:r>
              <a:rPr b="0" lang="en-GB" sz="1800" spc="-1" strike="noStrike">
                <a:solidFill>
                  <a:srgbClr val="000000"/>
                </a:solidFill>
                <a:latin typeface="Calibri"/>
              </a:rPr>
              <a:t>on</a:t>
            </a:r>
            <a:r>
              <a:rPr b="0" lang="en-GB" sz="1800" spc="-32" strike="noStrike">
                <a:solidFill>
                  <a:srgbClr val="000000"/>
                </a:solidFill>
                <a:latin typeface="Calibri"/>
              </a:rPr>
              <a:t> </a:t>
            </a:r>
            <a:r>
              <a:rPr b="0" lang="en-GB" sz="1800" spc="-1" strike="noStrike">
                <a:solidFill>
                  <a:srgbClr val="000000"/>
                </a:solidFill>
                <a:latin typeface="Calibri"/>
              </a:rPr>
              <a:t>a</a:t>
            </a:r>
            <a:r>
              <a:rPr b="0" lang="en-GB" sz="1800" spc="-32" strike="noStrike">
                <a:solidFill>
                  <a:srgbClr val="000000"/>
                </a:solidFill>
                <a:latin typeface="Calibri"/>
              </a:rPr>
              <a:t> </a:t>
            </a:r>
            <a:r>
              <a:rPr b="0" lang="en-GB" sz="1800" spc="-1" strike="noStrike">
                <a:solidFill>
                  <a:srgbClr val="000000"/>
                </a:solidFill>
                <a:latin typeface="Calibri"/>
              </a:rPr>
              <a:t>bank</a:t>
            </a:r>
            <a:r>
              <a:rPr b="0" lang="en-GB" sz="1800" spc="-26" strike="noStrike">
                <a:solidFill>
                  <a:srgbClr val="000000"/>
                </a:solidFill>
                <a:latin typeface="Calibri"/>
              </a:rPr>
              <a:t> </a:t>
            </a:r>
            <a:r>
              <a:rPr b="0" lang="en-GB" sz="1800" spc="-1" strike="noStrike">
                <a:solidFill>
                  <a:srgbClr val="000000"/>
                </a:solidFill>
                <a:latin typeface="Calibri"/>
              </a:rPr>
              <a:t>loan.</a:t>
            </a:r>
            <a:r>
              <a:rPr b="0" lang="en-GB" sz="1800" spc="-32" strike="noStrike">
                <a:solidFill>
                  <a:srgbClr val="000000"/>
                </a:solidFill>
                <a:latin typeface="Calibri"/>
              </a:rPr>
              <a:t> </a:t>
            </a:r>
            <a:r>
              <a:rPr b="0" lang="en-GB" sz="1800" spc="-1" strike="noStrike">
                <a:solidFill>
                  <a:srgbClr val="000000"/>
                </a:solidFill>
                <a:latin typeface="Calibri"/>
              </a:rPr>
              <a:t>The</a:t>
            </a:r>
            <a:r>
              <a:rPr b="0" lang="en-GB" sz="1800" spc="-32" strike="noStrike">
                <a:solidFill>
                  <a:srgbClr val="000000"/>
                </a:solidFill>
                <a:latin typeface="Calibri"/>
              </a:rPr>
              <a:t> </a:t>
            </a:r>
            <a:r>
              <a:rPr b="0" lang="en-GB" sz="1800" spc="-1" strike="noStrike">
                <a:solidFill>
                  <a:srgbClr val="000000"/>
                </a:solidFill>
                <a:latin typeface="Calibri"/>
              </a:rPr>
              <a:t>business</a:t>
            </a:r>
            <a:r>
              <a:rPr b="0" lang="en-GB" sz="1800" spc="-32" strike="noStrike">
                <a:solidFill>
                  <a:srgbClr val="000000"/>
                </a:solidFill>
                <a:latin typeface="Calibri"/>
              </a:rPr>
              <a:t> </a:t>
            </a:r>
            <a:r>
              <a:rPr b="0" lang="en-GB" sz="1800" spc="-1" strike="noStrike">
                <a:solidFill>
                  <a:srgbClr val="000000"/>
                </a:solidFill>
                <a:latin typeface="Calibri"/>
              </a:rPr>
              <a:t>benefits</a:t>
            </a:r>
            <a:r>
              <a:rPr b="0" lang="en-GB" sz="1800" spc="-32" strike="noStrike">
                <a:solidFill>
                  <a:srgbClr val="000000"/>
                </a:solidFill>
                <a:latin typeface="Calibri"/>
              </a:rPr>
              <a:t> </a:t>
            </a:r>
            <a:r>
              <a:rPr b="0" lang="en-GB" sz="1800" spc="-1" strike="noStrike">
                <a:solidFill>
                  <a:srgbClr val="000000"/>
                </a:solidFill>
                <a:latin typeface="Calibri"/>
              </a:rPr>
              <a:t>this</a:t>
            </a:r>
            <a:r>
              <a:rPr b="0" lang="en-GB" sz="1800" spc="-32" strike="noStrike">
                <a:solidFill>
                  <a:srgbClr val="000000"/>
                </a:solidFill>
                <a:latin typeface="Calibri"/>
              </a:rPr>
              <a:t> </a:t>
            </a:r>
            <a:r>
              <a:rPr b="0" lang="en-GB" sz="1800" spc="-12" strike="noStrike">
                <a:solidFill>
                  <a:srgbClr val="000000"/>
                </a:solidFill>
                <a:latin typeface="Calibri"/>
              </a:rPr>
              <a:t>delivers</a:t>
            </a:r>
            <a:r>
              <a:rPr b="0" lang="en-GB" sz="1800" spc="-32" strike="noStrike">
                <a:solidFill>
                  <a:srgbClr val="000000"/>
                </a:solidFill>
                <a:latin typeface="Calibri"/>
              </a:rPr>
              <a:t> </a:t>
            </a:r>
            <a:r>
              <a:rPr b="0" lang="en-GB" sz="1800" spc="-1" strike="noStrike">
                <a:solidFill>
                  <a:srgbClr val="000000"/>
                </a:solidFill>
                <a:latin typeface="Calibri"/>
              </a:rPr>
              <a:t>are</a:t>
            </a:r>
            <a:r>
              <a:rPr b="0" lang="en-GB" sz="1800" spc="-32" strike="noStrike">
                <a:solidFill>
                  <a:srgbClr val="000000"/>
                </a:solidFill>
                <a:latin typeface="Calibri"/>
              </a:rPr>
              <a:t> </a:t>
            </a:r>
            <a:r>
              <a:rPr b="0" lang="en-GB" sz="1800" spc="-12" strike="noStrike">
                <a:solidFill>
                  <a:srgbClr val="000000"/>
                </a:solidFill>
                <a:latin typeface="Calibri"/>
              </a:rPr>
              <a:t>faster decision-</a:t>
            </a:r>
            <a:r>
              <a:rPr b="0" lang="en-GB" sz="1800" spc="-1" strike="noStrike">
                <a:solidFill>
                  <a:srgbClr val="000000"/>
                </a:solidFill>
                <a:latin typeface="Calibri"/>
              </a:rPr>
              <a:t>making</a:t>
            </a:r>
            <a:r>
              <a:rPr b="0" lang="en-GB" sz="1800" spc="-41" strike="noStrike">
                <a:solidFill>
                  <a:srgbClr val="000000"/>
                </a:solidFill>
                <a:latin typeface="Calibri"/>
              </a:rPr>
              <a:t> </a:t>
            </a:r>
            <a:r>
              <a:rPr b="0" lang="en-GB" sz="1800" spc="-1" strike="noStrike">
                <a:solidFill>
                  <a:srgbClr val="000000"/>
                </a:solidFill>
                <a:latin typeface="Calibri"/>
              </a:rPr>
              <a:t>on</a:t>
            </a:r>
            <a:r>
              <a:rPr b="0" lang="en-GB" sz="1800" spc="-41" strike="noStrike">
                <a:solidFill>
                  <a:srgbClr val="000000"/>
                </a:solidFill>
                <a:latin typeface="Calibri"/>
              </a:rPr>
              <a:t> </a:t>
            </a:r>
            <a:r>
              <a:rPr b="0" lang="en-GB" sz="1800" spc="-1" strike="noStrike">
                <a:solidFill>
                  <a:srgbClr val="000000"/>
                </a:solidFill>
                <a:latin typeface="Calibri"/>
              </a:rPr>
              <a:t>loan</a:t>
            </a:r>
            <a:r>
              <a:rPr b="0" lang="en-GB" sz="1800" spc="-41" strike="noStrike">
                <a:solidFill>
                  <a:srgbClr val="000000"/>
                </a:solidFill>
                <a:latin typeface="Calibri"/>
              </a:rPr>
              <a:t> </a:t>
            </a:r>
            <a:r>
              <a:rPr b="0" lang="en-GB" sz="1800" spc="-1" strike="noStrike">
                <a:solidFill>
                  <a:srgbClr val="000000"/>
                </a:solidFill>
                <a:latin typeface="Calibri"/>
              </a:rPr>
              <a:t>application</a:t>
            </a:r>
            <a:r>
              <a:rPr b="0" lang="en-GB" sz="1800" spc="-35" strike="noStrike">
                <a:solidFill>
                  <a:srgbClr val="000000"/>
                </a:solidFill>
                <a:latin typeface="Calibri"/>
              </a:rPr>
              <a:t> </a:t>
            </a:r>
            <a:r>
              <a:rPr b="0" lang="en-GB" sz="1800" spc="-12" strike="noStrike">
                <a:solidFill>
                  <a:srgbClr val="000000"/>
                </a:solidFill>
                <a:latin typeface="Calibri"/>
              </a:rPr>
              <a:t>reviews</a:t>
            </a:r>
            <a:r>
              <a:rPr b="0" lang="en-GB" sz="1800" spc="-41" strike="noStrike">
                <a:solidFill>
                  <a:srgbClr val="000000"/>
                </a:solidFill>
                <a:latin typeface="Calibri"/>
              </a:rPr>
              <a:t> </a:t>
            </a:r>
            <a:r>
              <a:rPr b="0" lang="en-GB" sz="1800" spc="-1" strike="noStrike">
                <a:solidFill>
                  <a:srgbClr val="000000"/>
                </a:solidFill>
                <a:latin typeface="Calibri"/>
              </a:rPr>
              <a:t>and</a:t>
            </a:r>
            <a:r>
              <a:rPr b="0" lang="en-GB" sz="1800" spc="-41" strike="noStrike">
                <a:solidFill>
                  <a:srgbClr val="000000"/>
                </a:solidFill>
                <a:latin typeface="Calibri"/>
              </a:rPr>
              <a:t> </a:t>
            </a:r>
            <a:r>
              <a:rPr b="0" lang="en-GB" sz="1800" spc="-12" strike="noStrike">
                <a:solidFill>
                  <a:srgbClr val="000000"/>
                </a:solidFill>
                <a:latin typeface="Calibri"/>
              </a:rPr>
              <a:t>approvals,</a:t>
            </a:r>
            <a:r>
              <a:rPr b="0" lang="en-GB" sz="1800" spc="-35" strike="noStrike">
                <a:solidFill>
                  <a:srgbClr val="000000"/>
                </a:solidFill>
                <a:latin typeface="Calibri"/>
              </a:rPr>
              <a:t> </a:t>
            </a:r>
            <a:r>
              <a:rPr b="0" lang="en-GB" sz="1800" spc="-1" strike="noStrike">
                <a:solidFill>
                  <a:srgbClr val="000000"/>
                </a:solidFill>
                <a:latin typeface="Calibri"/>
              </a:rPr>
              <a:t>lower</a:t>
            </a:r>
            <a:r>
              <a:rPr b="0" lang="en-GB" sz="1800" spc="-41" strike="noStrike">
                <a:solidFill>
                  <a:srgbClr val="000000"/>
                </a:solidFill>
                <a:latin typeface="Calibri"/>
              </a:rPr>
              <a:t> </a:t>
            </a:r>
            <a:r>
              <a:rPr b="0" lang="en-GB" sz="1800" spc="-1" strike="noStrike">
                <a:solidFill>
                  <a:srgbClr val="000000"/>
                </a:solidFill>
                <a:latin typeface="Calibri"/>
              </a:rPr>
              <a:t>processing</a:t>
            </a:r>
            <a:r>
              <a:rPr b="0" lang="en-GB" sz="1800" spc="-41" strike="noStrike">
                <a:solidFill>
                  <a:srgbClr val="000000"/>
                </a:solidFill>
                <a:latin typeface="Calibri"/>
              </a:rPr>
              <a:t> </a:t>
            </a:r>
            <a:r>
              <a:rPr b="0" lang="en-GB" sz="1800" spc="-1" strike="noStrike">
                <a:solidFill>
                  <a:srgbClr val="000000"/>
                </a:solidFill>
                <a:latin typeface="Calibri"/>
              </a:rPr>
              <a:t>costs,</a:t>
            </a:r>
            <a:r>
              <a:rPr b="0" lang="en-GB" sz="1800" spc="-35" strike="noStrike">
                <a:solidFill>
                  <a:srgbClr val="000000"/>
                </a:solidFill>
                <a:latin typeface="Calibri"/>
              </a:rPr>
              <a:t> </a:t>
            </a:r>
            <a:r>
              <a:rPr b="0" lang="en-GB" sz="1800" spc="-1" strike="noStrike">
                <a:solidFill>
                  <a:srgbClr val="000000"/>
                </a:solidFill>
                <a:latin typeface="Calibri"/>
              </a:rPr>
              <a:t>and</a:t>
            </a:r>
            <a:r>
              <a:rPr b="0" lang="en-GB" sz="1800" spc="-41" strike="noStrike">
                <a:solidFill>
                  <a:srgbClr val="000000"/>
                </a:solidFill>
                <a:latin typeface="Calibri"/>
              </a:rPr>
              <a:t> </a:t>
            </a:r>
            <a:r>
              <a:rPr b="0" lang="en-GB" sz="1800" spc="-1" strike="noStrike">
                <a:solidFill>
                  <a:srgbClr val="000000"/>
                </a:solidFill>
                <a:latin typeface="Calibri"/>
              </a:rPr>
              <a:t>a</a:t>
            </a:r>
            <a:r>
              <a:rPr b="0" lang="en-GB" sz="1800" spc="-41" strike="noStrike">
                <a:solidFill>
                  <a:srgbClr val="000000"/>
                </a:solidFill>
                <a:latin typeface="Calibri"/>
              </a:rPr>
              <a:t> </a:t>
            </a:r>
            <a:r>
              <a:rPr b="0" lang="en-GB" sz="1800" spc="-1" strike="noStrike">
                <a:solidFill>
                  <a:srgbClr val="000000"/>
                </a:solidFill>
                <a:latin typeface="Calibri"/>
              </a:rPr>
              <a:t>reduced</a:t>
            </a:r>
            <a:r>
              <a:rPr b="0" lang="en-GB" sz="1800" spc="-35" strike="noStrike">
                <a:solidFill>
                  <a:srgbClr val="000000"/>
                </a:solidFill>
                <a:latin typeface="Calibri"/>
              </a:rPr>
              <a:t> </a:t>
            </a:r>
            <a:r>
              <a:rPr b="0" lang="en-GB" sz="1800" spc="-1" strike="noStrike">
                <a:solidFill>
                  <a:srgbClr val="000000"/>
                </a:solidFill>
                <a:latin typeface="Calibri"/>
              </a:rPr>
              <a:t>impact</a:t>
            </a:r>
            <a:r>
              <a:rPr b="0" lang="en-GB" sz="1800" spc="-41" strike="noStrike">
                <a:solidFill>
                  <a:srgbClr val="000000"/>
                </a:solidFill>
                <a:latin typeface="Calibri"/>
              </a:rPr>
              <a:t> </a:t>
            </a:r>
            <a:r>
              <a:rPr b="0" lang="en-GB" sz="1800" spc="-1" strike="noStrike">
                <a:solidFill>
                  <a:srgbClr val="000000"/>
                </a:solidFill>
                <a:latin typeface="Calibri"/>
              </a:rPr>
              <a:t>on</a:t>
            </a:r>
            <a:r>
              <a:rPr b="0" lang="en-GB" sz="1800" spc="-41" strike="noStrike">
                <a:solidFill>
                  <a:srgbClr val="000000"/>
                </a:solidFill>
                <a:latin typeface="Calibri"/>
              </a:rPr>
              <a:t> </a:t>
            </a:r>
            <a:r>
              <a:rPr b="0" lang="en-GB" sz="1800" spc="-52" strike="noStrike">
                <a:solidFill>
                  <a:srgbClr val="000000"/>
                </a:solidFill>
                <a:latin typeface="Calibri"/>
              </a:rPr>
              <a:t>a </a:t>
            </a:r>
            <a:r>
              <a:rPr b="0" lang="en-GB" sz="1800" spc="-1" strike="noStrike">
                <a:solidFill>
                  <a:srgbClr val="000000"/>
                </a:solidFill>
                <a:latin typeface="Calibri"/>
              </a:rPr>
              <a:t>company's</a:t>
            </a:r>
            <a:r>
              <a:rPr b="0" lang="en-GB" sz="1800" spc="-52" strike="noStrike">
                <a:solidFill>
                  <a:srgbClr val="000000"/>
                </a:solidFill>
                <a:latin typeface="Calibri"/>
              </a:rPr>
              <a:t> </a:t>
            </a:r>
            <a:r>
              <a:rPr b="0" lang="en-GB" sz="1800" spc="-1" strike="noStrike">
                <a:solidFill>
                  <a:srgbClr val="000000"/>
                </a:solidFill>
                <a:latin typeface="Calibri"/>
              </a:rPr>
              <a:t>financial</a:t>
            </a:r>
            <a:r>
              <a:rPr b="0" lang="en-GB" sz="1800" spc="-46" strike="noStrike">
                <a:solidFill>
                  <a:srgbClr val="000000"/>
                </a:solidFill>
                <a:latin typeface="Calibri"/>
              </a:rPr>
              <a:t> </a:t>
            </a:r>
            <a:r>
              <a:rPr b="0" lang="en-GB" sz="1800" spc="-12" strike="noStrike">
                <a:solidFill>
                  <a:srgbClr val="000000"/>
                </a:solidFill>
                <a:latin typeface="Calibri"/>
              </a:rPr>
              <a:t>statement</a:t>
            </a:r>
            <a:r>
              <a:rPr b="0" lang="en-GB" sz="1800" spc="-46" strike="noStrike">
                <a:solidFill>
                  <a:srgbClr val="000000"/>
                </a:solidFill>
                <a:latin typeface="Calibri"/>
              </a:rPr>
              <a:t> </a:t>
            </a:r>
            <a:r>
              <a:rPr b="0" lang="en-GB" sz="1800" spc="-1" strike="noStrike">
                <a:solidFill>
                  <a:srgbClr val="000000"/>
                </a:solidFill>
                <a:latin typeface="Calibri"/>
              </a:rPr>
              <a:t>due</a:t>
            </a:r>
            <a:r>
              <a:rPr b="0" lang="en-GB" sz="1800" spc="-46" strike="noStrike">
                <a:solidFill>
                  <a:srgbClr val="000000"/>
                </a:solidFill>
                <a:latin typeface="Calibri"/>
              </a:rPr>
              <a:t> </a:t>
            </a:r>
            <a:r>
              <a:rPr b="0" lang="en-GB" sz="1800" spc="-1" strike="noStrike">
                <a:solidFill>
                  <a:srgbClr val="000000"/>
                </a:solidFill>
                <a:latin typeface="Calibri"/>
              </a:rPr>
              <a:t>to</a:t>
            </a:r>
            <a:r>
              <a:rPr b="0" lang="en-GB" sz="1800" spc="-52" strike="noStrike">
                <a:solidFill>
                  <a:srgbClr val="000000"/>
                </a:solidFill>
                <a:latin typeface="Calibri"/>
              </a:rPr>
              <a:t> </a:t>
            </a:r>
            <a:r>
              <a:rPr b="0" lang="en-GB" sz="1800" spc="-1" strike="noStrike">
                <a:solidFill>
                  <a:srgbClr val="000000"/>
                </a:solidFill>
                <a:latin typeface="Calibri"/>
              </a:rPr>
              <a:t>loan</a:t>
            </a:r>
            <a:r>
              <a:rPr b="0" lang="en-GB" sz="1800" spc="-46" strike="noStrike">
                <a:solidFill>
                  <a:srgbClr val="000000"/>
                </a:solidFill>
                <a:latin typeface="Calibri"/>
              </a:rPr>
              <a:t> </a:t>
            </a:r>
            <a:r>
              <a:rPr b="0" lang="en-GB" sz="1800" spc="-12" strike="noStrike">
                <a:solidFill>
                  <a:srgbClr val="000000"/>
                </a:solidFill>
                <a:latin typeface="Calibri"/>
              </a:rPr>
              <a:t>defaults.</a:t>
            </a:r>
            <a:endParaRPr b="0" lang="en-GB" sz="1800" spc="-1" strike="noStrike">
              <a:solidFill>
                <a:srgbClr val="000000"/>
              </a:solidFill>
              <a:latin typeface="Arial"/>
            </a:endParaRPr>
          </a:p>
        </p:txBody>
      </p:sp>
      <p:pic>
        <p:nvPicPr>
          <p:cNvPr id="53" name="object 3" descr=""/>
          <p:cNvPicPr/>
          <p:nvPr/>
        </p:nvPicPr>
        <p:blipFill>
          <a:blip r:embed="rId1"/>
          <a:stretch/>
        </p:blipFill>
        <p:spPr>
          <a:xfrm>
            <a:off x="11125080" y="228600"/>
            <a:ext cx="668160" cy="38016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204840" y="678600"/>
            <a:ext cx="4479120" cy="115740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n-GB" sz="3200" spc="-1" strike="noStrike">
                <a:solidFill>
                  <a:schemeClr val="dk1"/>
                </a:solidFill>
                <a:latin typeface="Calibri"/>
              </a:rPr>
              <a:t>UNSUPERVISED</a:t>
            </a:r>
            <a:r>
              <a:rPr b="1" lang="en-GB" sz="3200" spc="-100" strike="noStrike">
                <a:solidFill>
                  <a:schemeClr val="dk1"/>
                </a:solidFill>
                <a:latin typeface="Calibri"/>
              </a:rPr>
              <a:t> </a:t>
            </a:r>
            <a:r>
              <a:rPr b="1" lang="en-GB" sz="3200" spc="-12" strike="noStrike">
                <a:solidFill>
                  <a:schemeClr val="dk1"/>
                </a:solidFill>
                <a:latin typeface="Calibri"/>
              </a:rPr>
              <a:t>LEARNING</a:t>
            </a:r>
            <a:endParaRPr b="0" lang="en-GB" sz="3200" spc="-1" strike="noStrike">
              <a:solidFill>
                <a:srgbClr val="000000"/>
              </a:solidFill>
              <a:latin typeface="Arial"/>
            </a:endParaRPr>
          </a:p>
        </p:txBody>
      </p:sp>
      <p:sp>
        <p:nvSpPr>
          <p:cNvPr id="55" name="object 3"/>
          <p:cNvSpPr/>
          <p:nvPr/>
        </p:nvSpPr>
        <p:spPr>
          <a:xfrm>
            <a:off x="224640" y="1371600"/>
            <a:ext cx="4803840" cy="5361480"/>
          </a:xfrm>
          <a:prstGeom prst="rect">
            <a:avLst/>
          </a:prstGeom>
          <a:noFill/>
          <a:ln w="0">
            <a:noFill/>
          </a:ln>
        </p:spPr>
        <p:style>
          <a:lnRef idx="0"/>
          <a:fillRef idx="0"/>
          <a:effectRef idx="0"/>
          <a:fontRef idx="minor"/>
        </p:style>
        <p:txBody>
          <a:bodyPr lIns="0" rIns="0" tIns="12600" bIns="0" anchor="t">
            <a:spAutoFit/>
          </a:bodyPr>
          <a:p>
            <a:pPr marL="12600">
              <a:lnSpc>
                <a:spcPct val="150000"/>
              </a:lnSpc>
              <a:spcBef>
                <a:spcPts val="99"/>
              </a:spcBef>
            </a:pPr>
            <a:r>
              <a:rPr b="0" lang="en-GB" sz="1800" spc="-1" strike="noStrike">
                <a:solidFill>
                  <a:srgbClr val="000000"/>
                </a:solidFill>
                <a:latin typeface="Calibri"/>
              </a:rPr>
              <a:t>Unsupervised</a:t>
            </a:r>
            <a:r>
              <a:rPr b="0" lang="en-GB" sz="1800" spc="-35" strike="noStrike">
                <a:solidFill>
                  <a:srgbClr val="000000"/>
                </a:solidFill>
                <a:latin typeface="Calibri"/>
              </a:rPr>
              <a:t> </a:t>
            </a:r>
            <a:r>
              <a:rPr b="0" lang="en-GB" sz="1800" spc="-1" strike="noStrike">
                <a:solidFill>
                  <a:srgbClr val="000000"/>
                </a:solidFill>
                <a:latin typeface="Calibri"/>
              </a:rPr>
              <a:t>learning</a:t>
            </a:r>
            <a:r>
              <a:rPr b="0" lang="en-GB" sz="1800" spc="-35" strike="noStrike">
                <a:solidFill>
                  <a:srgbClr val="000000"/>
                </a:solidFill>
                <a:latin typeface="Calibri"/>
              </a:rPr>
              <a:t> </a:t>
            </a:r>
            <a:r>
              <a:rPr b="0" lang="en-GB" sz="1800" spc="-1" strike="noStrike">
                <a:solidFill>
                  <a:srgbClr val="000000"/>
                </a:solidFill>
                <a:latin typeface="Calibri"/>
              </a:rPr>
              <a:t>is</a:t>
            </a:r>
            <a:r>
              <a:rPr b="0" lang="en-GB" sz="1800" spc="-35" strike="noStrike">
                <a:solidFill>
                  <a:srgbClr val="000000"/>
                </a:solidFill>
                <a:latin typeface="Calibri"/>
              </a:rPr>
              <a:t> </a:t>
            </a:r>
            <a:r>
              <a:rPr b="0" lang="en-GB" sz="1800" spc="-1" strike="noStrike">
                <a:solidFill>
                  <a:srgbClr val="000000"/>
                </a:solidFill>
                <a:latin typeface="Calibri"/>
              </a:rPr>
              <a:t>a</a:t>
            </a:r>
            <a:r>
              <a:rPr b="0" lang="en-GB" sz="1800" spc="-35" strike="noStrike">
                <a:solidFill>
                  <a:srgbClr val="000000"/>
                </a:solidFill>
                <a:latin typeface="Calibri"/>
              </a:rPr>
              <a:t> </a:t>
            </a:r>
            <a:r>
              <a:rPr b="0" lang="en-GB" sz="1800" spc="-1" strike="noStrike">
                <a:solidFill>
                  <a:srgbClr val="000000"/>
                </a:solidFill>
                <a:latin typeface="Calibri"/>
              </a:rPr>
              <a:t>form</a:t>
            </a:r>
            <a:r>
              <a:rPr b="0" lang="en-GB" sz="1800" spc="-35" strike="noStrike">
                <a:solidFill>
                  <a:srgbClr val="000000"/>
                </a:solidFill>
                <a:latin typeface="Calibri"/>
              </a:rPr>
              <a:t> </a:t>
            </a:r>
            <a:r>
              <a:rPr b="0" lang="en-GB" sz="1800" spc="-1" strike="noStrike">
                <a:solidFill>
                  <a:srgbClr val="000000"/>
                </a:solidFill>
                <a:latin typeface="Calibri"/>
              </a:rPr>
              <a:t>of</a:t>
            </a:r>
            <a:r>
              <a:rPr b="0" lang="en-GB" sz="1800" spc="-35" strike="noStrike">
                <a:solidFill>
                  <a:srgbClr val="000000"/>
                </a:solidFill>
                <a:latin typeface="Calibri"/>
              </a:rPr>
              <a:t> </a:t>
            </a:r>
            <a:r>
              <a:rPr b="0" lang="en-GB" sz="1800" spc="-1" strike="noStrike">
                <a:solidFill>
                  <a:srgbClr val="000000"/>
                </a:solidFill>
                <a:latin typeface="Calibri"/>
              </a:rPr>
              <a:t>machine</a:t>
            </a:r>
            <a:r>
              <a:rPr b="0" lang="en-GB" sz="1800" spc="-35" strike="noStrike">
                <a:solidFill>
                  <a:srgbClr val="000000"/>
                </a:solidFill>
                <a:latin typeface="Calibri"/>
              </a:rPr>
              <a:t> </a:t>
            </a:r>
            <a:r>
              <a:rPr b="0" lang="en-GB" sz="1800" spc="-1" strike="noStrike">
                <a:solidFill>
                  <a:srgbClr val="000000"/>
                </a:solidFill>
                <a:latin typeface="Calibri"/>
              </a:rPr>
              <a:t>learning</a:t>
            </a:r>
            <a:r>
              <a:rPr b="0" lang="en-GB" sz="1800" spc="-35" strike="noStrike">
                <a:solidFill>
                  <a:srgbClr val="000000"/>
                </a:solidFill>
                <a:latin typeface="Calibri"/>
              </a:rPr>
              <a:t> </a:t>
            </a:r>
            <a:r>
              <a:rPr b="0" lang="en-GB" sz="1800" spc="-26" strike="noStrike">
                <a:solidFill>
                  <a:srgbClr val="000000"/>
                </a:solidFill>
                <a:latin typeface="Calibri"/>
              </a:rPr>
              <a:t>in </a:t>
            </a:r>
            <a:r>
              <a:rPr b="0" lang="en-GB" sz="1800" spc="-1" strike="noStrike">
                <a:solidFill>
                  <a:srgbClr val="000000"/>
                </a:solidFill>
                <a:latin typeface="Calibri"/>
              </a:rPr>
              <a:t>which</a:t>
            </a:r>
            <a:r>
              <a:rPr b="0" lang="en-GB" sz="1800" spc="-26" strike="noStrike">
                <a:solidFill>
                  <a:srgbClr val="000000"/>
                </a:solidFill>
                <a:latin typeface="Calibri"/>
              </a:rPr>
              <a:t> </a:t>
            </a:r>
            <a:r>
              <a:rPr b="0" lang="en-GB" sz="1800" spc="-1" strike="noStrike">
                <a:solidFill>
                  <a:srgbClr val="000000"/>
                </a:solidFill>
                <a:latin typeface="Calibri"/>
              </a:rPr>
              <a:t>the</a:t>
            </a:r>
            <a:r>
              <a:rPr b="0" lang="en-GB" sz="1800" spc="-26" strike="noStrike">
                <a:solidFill>
                  <a:srgbClr val="000000"/>
                </a:solidFill>
                <a:latin typeface="Calibri"/>
              </a:rPr>
              <a:t> </a:t>
            </a:r>
            <a:r>
              <a:rPr b="0" lang="en-GB" sz="1800" spc="-12" strike="noStrike">
                <a:solidFill>
                  <a:srgbClr val="000000"/>
                </a:solidFill>
                <a:latin typeface="Calibri"/>
              </a:rPr>
              <a:t>algorithm</a:t>
            </a:r>
            <a:r>
              <a:rPr b="0" lang="en-GB" sz="1800" spc="-26" strike="noStrike">
                <a:solidFill>
                  <a:srgbClr val="000000"/>
                </a:solidFill>
                <a:latin typeface="Calibri"/>
              </a:rPr>
              <a:t> </a:t>
            </a:r>
            <a:r>
              <a:rPr b="0" lang="en-GB" sz="1800" spc="-1" strike="noStrike">
                <a:solidFill>
                  <a:srgbClr val="000000"/>
                </a:solidFill>
                <a:latin typeface="Calibri"/>
              </a:rPr>
              <a:t>tries</a:t>
            </a:r>
            <a:r>
              <a:rPr b="0" lang="en-GB" sz="1800" spc="-26" strike="noStrike">
                <a:solidFill>
                  <a:srgbClr val="000000"/>
                </a:solidFill>
                <a:latin typeface="Calibri"/>
              </a:rPr>
              <a:t> </a:t>
            </a:r>
            <a:r>
              <a:rPr b="0" lang="en-GB" sz="1800" spc="-1" strike="noStrike">
                <a:solidFill>
                  <a:srgbClr val="000000"/>
                </a:solidFill>
                <a:latin typeface="Calibri"/>
              </a:rPr>
              <a:t>to</a:t>
            </a:r>
            <a:r>
              <a:rPr b="0" lang="en-GB" sz="1800" spc="-26" strike="noStrike">
                <a:solidFill>
                  <a:srgbClr val="000000"/>
                </a:solidFill>
                <a:latin typeface="Calibri"/>
              </a:rPr>
              <a:t> </a:t>
            </a:r>
            <a:r>
              <a:rPr b="0" lang="en-GB" sz="1800" spc="-12" strike="noStrike">
                <a:solidFill>
                  <a:srgbClr val="000000"/>
                </a:solidFill>
                <a:latin typeface="Calibri"/>
              </a:rPr>
              <a:t>detect/find</a:t>
            </a:r>
            <a:r>
              <a:rPr b="0" lang="en-GB" sz="1800" spc="-26" strike="noStrike">
                <a:solidFill>
                  <a:srgbClr val="000000"/>
                </a:solidFill>
                <a:latin typeface="Calibri"/>
              </a:rPr>
              <a:t> </a:t>
            </a:r>
            <a:r>
              <a:rPr b="0" lang="en-GB" sz="1800" spc="-12" strike="noStrike">
                <a:solidFill>
                  <a:srgbClr val="000000"/>
                </a:solidFill>
                <a:latin typeface="Calibri"/>
              </a:rPr>
              <a:t>patterns</a:t>
            </a:r>
            <a:r>
              <a:rPr b="0" lang="en-GB" sz="1800" spc="-26" strike="noStrike">
                <a:solidFill>
                  <a:srgbClr val="000000"/>
                </a:solidFill>
                <a:latin typeface="Calibri"/>
              </a:rPr>
              <a:t> </a:t>
            </a:r>
            <a:r>
              <a:rPr b="0" lang="en-GB" sz="1800" spc="-1" strike="noStrike">
                <a:solidFill>
                  <a:srgbClr val="000000"/>
                </a:solidFill>
                <a:latin typeface="Calibri"/>
              </a:rPr>
              <a:t>in</a:t>
            </a:r>
            <a:r>
              <a:rPr b="0" lang="en-GB" sz="1800" spc="-26" strike="noStrike">
                <a:solidFill>
                  <a:srgbClr val="000000"/>
                </a:solidFill>
                <a:latin typeface="Calibri"/>
              </a:rPr>
              <a:t> </a:t>
            </a:r>
            <a:r>
              <a:rPr b="0" lang="en-GB" sz="1800" spc="-21" strike="noStrike">
                <a:solidFill>
                  <a:srgbClr val="000000"/>
                </a:solidFill>
                <a:latin typeface="Calibri"/>
              </a:rPr>
              <a:t>data</a:t>
            </a:r>
            <a:r>
              <a:rPr b="0" lang="en-GB" sz="1800" spc="494" strike="noStrike">
                <a:solidFill>
                  <a:srgbClr val="000000"/>
                </a:solidFill>
                <a:latin typeface="Calibri"/>
              </a:rPr>
              <a:t> </a:t>
            </a:r>
            <a:r>
              <a:rPr b="0" lang="en-GB" sz="1800" spc="-1" strike="noStrike">
                <a:solidFill>
                  <a:srgbClr val="000000"/>
                </a:solidFill>
                <a:latin typeface="Calibri"/>
              </a:rPr>
              <a:t>that</a:t>
            </a:r>
            <a:r>
              <a:rPr b="0" lang="en-GB" sz="1800" spc="-32" strike="noStrike">
                <a:solidFill>
                  <a:srgbClr val="000000"/>
                </a:solidFill>
                <a:latin typeface="Calibri"/>
              </a:rPr>
              <a:t> </a:t>
            </a:r>
            <a:r>
              <a:rPr b="0" lang="en-GB" sz="1800" spc="-1" strike="noStrike">
                <a:solidFill>
                  <a:srgbClr val="000000"/>
                </a:solidFill>
                <a:latin typeface="Calibri"/>
              </a:rPr>
              <a:t>do</a:t>
            </a:r>
            <a:r>
              <a:rPr b="0" lang="en-GB" sz="1800" spc="-26" strike="noStrike">
                <a:solidFill>
                  <a:srgbClr val="000000"/>
                </a:solidFill>
                <a:latin typeface="Calibri"/>
              </a:rPr>
              <a:t> </a:t>
            </a:r>
            <a:r>
              <a:rPr b="0" lang="en-GB" sz="1800" spc="-1" strike="noStrike">
                <a:solidFill>
                  <a:srgbClr val="000000"/>
                </a:solidFill>
                <a:latin typeface="Calibri"/>
              </a:rPr>
              <a:t>not</a:t>
            </a:r>
            <a:r>
              <a:rPr b="0" lang="en-GB" sz="1800" spc="-32" strike="noStrike">
                <a:solidFill>
                  <a:srgbClr val="000000"/>
                </a:solidFill>
                <a:latin typeface="Calibri"/>
              </a:rPr>
              <a:t> </a:t>
            </a:r>
            <a:r>
              <a:rPr b="0" lang="en-GB" sz="1800" spc="-1" strike="noStrike">
                <a:solidFill>
                  <a:srgbClr val="000000"/>
                </a:solidFill>
                <a:latin typeface="Calibri"/>
              </a:rPr>
              <a:t>have</a:t>
            </a:r>
            <a:r>
              <a:rPr b="0" lang="en-GB" sz="1800" spc="-26" strike="noStrike">
                <a:solidFill>
                  <a:srgbClr val="000000"/>
                </a:solidFill>
                <a:latin typeface="Calibri"/>
              </a:rPr>
              <a:t> </a:t>
            </a:r>
            <a:r>
              <a:rPr b="0" lang="en-GB" sz="1800" spc="-1" strike="noStrike">
                <a:solidFill>
                  <a:srgbClr val="000000"/>
                </a:solidFill>
                <a:latin typeface="Calibri"/>
              </a:rPr>
              <a:t>an</a:t>
            </a:r>
            <a:r>
              <a:rPr b="0" lang="en-GB" sz="1800" spc="-32" strike="noStrike">
                <a:solidFill>
                  <a:srgbClr val="000000"/>
                </a:solidFill>
                <a:latin typeface="Calibri"/>
              </a:rPr>
              <a:t> </a:t>
            </a:r>
            <a:r>
              <a:rPr b="0" lang="en-GB" sz="1800" spc="-21" strike="noStrike">
                <a:solidFill>
                  <a:srgbClr val="000000"/>
                </a:solidFill>
                <a:latin typeface="Calibri"/>
              </a:rPr>
              <a:t>outcome/target</a:t>
            </a:r>
            <a:r>
              <a:rPr b="0" lang="en-GB" sz="1800" spc="-26" strike="noStrike">
                <a:solidFill>
                  <a:srgbClr val="000000"/>
                </a:solidFill>
                <a:latin typeface="Calibri"/>
              </a:rPr>
              <a:t> </a:t>
            </a:r>
            <a:r>
              <a:rPr b="0" lang="en-GB" sz="1800" spc="-1" strike="noStrike">
                <a:solidFill>
                  <a:srgbClr val="000000"/>
                </a:solidFill>
                <a:latin typeface="Calibri"/>
              </a:rPr>
              <a:t>variable.</a:t>
            </a:r>
            <a:r>
              <a:rPr b="0" lang="en-GB" sz="1800" spc="-26" strike="noStrike">
                <a:solidFill>
                  <a:srgbClr val="000000"/>
                </a:solidFill>
                <a:latin typeface="Calibri"/>
              </a:rPr>
              <a:t> </a:t>
            </a:r>
            <a:r>
              <a:rPr b="0" lang="en-GB" sz="1800" spc="-1" strike="noStrike">
                <a:solidFill>
                  <a:srgbClr val="000000"/>
                </a:solidFill>
                <a:latin typeface="Calibri"/>
              </a:rPr>
              <a:t>In</a:t>
            </a:r>
            <a:r>
              <a:rPr b="0" lang="en-GB" sz="1800" spc="-32" strike="noStrike">
                <a:solidFill>
                  <a:srgbClr val="000000"/>
                </a:solidFill>
                <a:latin typeface="Calibri"/>
              </a:rPr>
              <a:t> </a:t>
            </a:r>
            <a:r>
              <a:rPr b="0" lang="en-GB" sz="1800" spc="-12" strike="noStrike">
                <a:solidFill>
                  <a:srgbClr val="000000"/>
                </a:solidFill>
                <a:latin typeface="Calibri"/>
              </a:rPr>
              <a:t>other </a:t>
            </a:r>
            <a:r>
              <a:rPr b="0" lang="en-GB" sz="1800" spc="-1" strike="noStrike">
                <a:solidFill>
                  <a:srgbClr val="000000"/>
                </a:solidFill>
                <a:latin typeface="Calibri"/>
              </a:rPr>
              <a:t>words,</a:t>
            </a:r>
            <a:r>
              <a:rPr b="0" lang="en-GB" sz="1800" spc="-46" strike="noStrike">
                <a:solidFill>
                  <a:srgbClr val="000000"/>
                </a:solidFill>
                <a:latin typeface="Calibri"/>
              </a:rPr>
              <a:t> </a:t>
            </a:r>
            <a:r>
              <a:rPr b="0" lang="en-GB" sz="1800" spc="-1" strike="noStrike">
                <a:solidFill>
                  <a:srgbClr val="000000"/>
                </a:solidFill>
                <a:latin typeface="Calibri"/>
              </a:rPr>
              <a:t>we</a:t>
            </a:r>
            <a:r>
              <a:rPr b="0" lang="en-GB" sz="1800" spc="-46" strike="noStrike">
                <a:solidFill>
                  <a:srgbClr val="000000"/>
                </a:solidFill>
                <a:latin typeface="Calibri"/>
              </a:rPr>
              <a:t> </a:t>
            </a:r>
            <a:r>
              <a:rPr b="0" lang="en-GB" sz="1800" spc="-1" strike="noStrike">
                <a:solidFill>
                  <a:srgbClr val="000000"/>
                </a:solidFill>
                <a:latin typeface="Calibri"/>
              </a:rPr>
              <a:t>do</a:t>
            </a:r>
            <a:r>
              <a:rPr b="0" lang="en-GB" sz="1800" spc="-46" strike="noStrike">
                <a:solidFill>
                  <a:srgbClr val="000000"/>
                </a:solidFill>
                <a:latin typeface="Calibri"/>
              </a:rPr>
              <a:t> </a:t>
            </a:r>
            <a:r>
              <a:rPr b="0" lang="en-GB" sz="1800" spc="-1" strike="noStrike">
                <a:solidFill>
                  <a:srgbClr val="000000"/>
                </a:solidFill>
                <a:latin typeface="Calibri"/>
              </a:rPr>
              <a:t>not</a:t>
            </a:r>
            <a:r>
              <a:rPr b="0" lang="en-GB" sz="1800" spc="-46" strike="noStrike">
                <a:solidFill>
                  <a:srgbClr val="000000"/>
                </a:solidFill>
                <a:latin typeface="Calibri"/>
              </a:rPr>
              <a:t> </a:t>
            </a:r>
            <a:r>
              <a:rPr b="0" lang="en-GB" sz="1800" spc="-1" strike="noStrike">
                <a:solidFill>
                  <a:srgbClr val="000000"/>
                </a:solidFill>
                <a:latin typeface="Calibri"/>
              </a:rPr>
              <a:t>have</a:t>
            </a:r>
            <a:r>
              <a:rPr b="0" lang="en-GB" sz="1800" spc="-46" strike="noStrike">
                <a:solidFill>
                  <a:srgbClr val="000000"/>
                </a:solidFill>
                <a:latin typeface="Calibri"/>
              </a:rPr>
              <a:t> </a:t>
            </a:r>
            <a:r>
              <a:rPr b="0" lang="en-GB" sz="1800" spc="-1" strike="noStrike">
                <a:solidFill>
                  <a:srgbClr val="000000"/>
                </a:solidFill>
                <a:latin typeface="Calibri"/>
              </a:rPr>
              <a:t>data</a:t>
            </a:r>
            <a:r>
              <a:rPr b="0" lang="en-GB" sz="1800" spc="-46" strike="noStrike">
                <a:solidFill>
                  <a:srgbClr val="000000"/>
                </a:solidFill>
                <a:latin typeface="Calibri"/>
              </a:rPr>
              <a:t> </a:t>
            </a:r>
            <a:r>
              <a:rPr b="0" lang="en-GB" sz="1800" spc="-1" strike="noStrike">
                <a:solidFill>
                  <a:srgbClr val="000000"/>
                </a:solidFill>
                <a:latin typeface="Calibri"/>
              </a:rPr>
              <a:t>that</a:t>
            </a:r>
            <a:r>
              <a:rPr b="0" lang="en-GB" sz="1800" spc="-41" strike="noStrike">
                <a:solidFill>
                  <a:srgbClr val="000000"/>
                </a:solidFill>
                <a:latin typeface="Calibri"/>
              </a:rPr>
              <a:t> </a:t>
            </a:r>
            <a:r>
              <a:rPr b="0" lang="en-GB" sz="1800" spc="-1" strike="noStrike">
                <a:solidFill>
                  <a:srgbClr val="000000"/>
                </a:solidFill>
                <a:latin typeface="Calibri"/>
              </a:rPr>
              <a:t>comes</a:t>
            </a:r>
            <a:r>
              <a:rPr b="0" lang="en-GB" sz="1800" spc="-46" strike="noStrike">
                <a:solidFill>
                  <a:srgbClr val="000000"/>
                </a:solidFill>
                <a:latin typeface="Calibri"/>
              </a:rPr>
              <a:t> </a:t>
            </a:r>
            <a:r>
              <a:rPr b="0" lang="en-GB" sz="1800" spc="-1" strike="noStrike">
                <a:solidFill>
                  <a:srgbClr val="000000"/>
                </a:solidFill>
                <a:latin typeface="Calibri"/>
              </a:rPr>
              <a:t>with</a:t>
            </a:r>
            <a:r>
              <a:rPr b="0" lang="en-GB" sz="1800" spc="-46" strike="noStrike">
                <a:solidFill>
                  <a:srgbClr val="000000"/>
                </a:solidFill>
                <a:latin typeface="Calibri"/>
              </a:rPr>
              <a:t> </a:t>
            </a:r>
            <a:r>
              <a:rPr b="0" lang="en-GB" sz="1800" spc="-26" strike="noStrike">
                <a:solidFill>
                  <a:srgbClr val="000000"/>
                </a:solidFill>
                <a:latin typeface="Calibri"/>
              </a:rPr>
              <a:t>pre-</a:t>
            </a:r>
            <a:r>
              <a:rPr b="0" lang="en-GB" sz="1800" spc="-12" strike="noStrike">
                <a:solidFill>
                  <a:srgbClr val="000000"/>
                </a:solidFill>
                <a:latin typeface="Calibri"/>
              </a:rPr>
              <a:t>existing </a:t>
            </a:r>
            <a:r>
              <a:rPr b="0" lang="en-GB" sz="1800" spc="-1" strike="noStrike">
                <a:solidFill>
                  <a:srgbClr val="000000"/>
                </a:solidFill>
                <a:latin typeface="Calibri"/>
              </a:rPr>
              <a:t>labels.</a:t>
            </a:r>
            <a:r>
              <a:rPr b="0" lang="en-GB" sz="1800" spc="-32" strike="noStrike">
                <a:solidFill>
                  <a:srgbClr val="000000"/>
                </a:solidFill>
                <a:latin typeface="Calibri"/>
              </a:rPr>
              <a:t> </a:t>
            </a:r>
            <a:r>
              <a:rPr b="0" lang="en-GB" sz="1800" spc="-1" strike="noStrike">
                <a:solidFill>
                  <a:srgbClr val="000000"/>
                </a:solidFill>
                <a:latin typeface="Calibri"/>
              </a:rPr>
              <a:t>Thus,</a:t>
            </a:r>
            <a:r>
              <a:rPr b="0" lang="en-GB" sz="1800" spc="-32" strike="noStrike">
                <a:solidFill>
                  <a:srgbClr val="000000"/>
                </a:solidFill>
                <a:latin typeface="Calibri"/>
              </a:rPr>
              <a:t> </a:t>
            </a:r>
            <a:r>
              <a:rPr b="0" lang="en-GB" sz="1800" spc="-1" strike="noStrike">
                <a:solidFill>
                  <a:srgbClr val="000000"/>
                </a:solidFill>
                <a:latin typeface="Calibri"/>
              </a:rPr>
              <a:t>the</a:t>
            </a:r>
            <a:r>
              <a:rPr b="0" lang="en-GB" sz="1800" spc="-26" strike="noStrike">
                <a:solidFill>
                  <a:srgbClr val="000000"/>
                </a:solidFill>
                <a:latin typeface="Calibri"/>
              </a:rPr>
              <a:t> </a:t>
            </a:r>
            <a:r>
              <a:rPr b="0" lang="en-GB" sz="1800" spc="-12" strike="noStrike">
                <a:solidFill>
                  <a:srgbClr val="000000"/>
                </a:solidFill>
                <a:latin typeface="Calibri"/>
              </a:rPr>
              <a:t>algorithm</a:t>
            </a:r>
            <a:r>
              <a:rPr b="0" lang="en-GB" sz="1800" spc="-32" strike="noStrike">
                <a:solidFill>
                  <a:srgbClr val="000000"/>
                </a:solidFill>
                <a:latin typeface="Calibri"/>
              </a:rPr>
              <a:t> </a:t>
            </a:r>
            <a:r>
              <a:rPr b="0" lang="en-GB" sz="1800" spc="-1" strike="noStrike">
                <a:solidFill>
                  <a:srgbClr val="000000"/>
                </a:solidFill>
                <a:latin typeface="Calibri"/>
              </a:rPr>
              <a:t>will</a:t>
            </a:r>
            <a:r>
              <a:rPr b="0" lang="en-GB" sz="1800" spc="-26" strike="noStrike">
                <a:solidFill>
                  <a:srgbClr val="000000"/>
                </a:solidFill>
                <a:latin typeface="Calibri"/>
              </a:rPr>
              <a:t> </a:t>
            </a:r>
            <a:r>
              <a:rPr b="0" lang="en-GB" sz="1800" spc="-1" strike="noStrike">
                <a:solidFill>
                  <a:srgbClr val="000000"/>
                </a:solidFill>
                <a:latin typeface="Calibri"/>
              </a:rPr>
              <a:t>typically</a:t>
            </a:r>
            <a:r>
              <a:rPr b="0" lang="en-GB" sz="1800" spc="-32" strike="noStrike">
                <a:solidFill>
                  <a:srgbClr val="000000"/>
                </a:solidFill>
                <a:latin typeface="Calibri"/>
              </a:rPr>
              <a:t> </a:t>
            </a:r>
            <a:r>
              <a:rPr b="0" lang="en-GB" sz="1800" spc="-1" strike="noStrike">
                <a:solidFill>
                  <a:srgbClr val="000000"/>
                </a:solidFill>
                <a:latin typeface="Calibri"/>
              </a:rPr>
              <a:t>use</a:t>
            </a:r>
            <a:r>
              <a:rPr b="0" lang="en-GB" sz="1800" spc="-26" strike="noStrike">
                <a:solidFill>
                  <a:srgbClr val="000000"/>
                </a:solidFill>
                <a:latin typeface="Calibri"/>
              </a:rPr>
              <a:t> </a:t>
            </a:r>
            <a:r>
              <a:rPr b="0" lang="en-GB" sz="1800" spc="-1" strike="noStrike">
                <a:solidFill>
                  <a:srgbClr val="000000"/>
                </a:solidFill>
                <a:latin typeface="Calibri"/>
              </a:rPr>
              <a:t>a</a:t>
            </a:r>
            <a:r>
              <a:rPr b="0" lang="en-GB" sz="1800" spc="-32" strike="noStrike">
                <a:solidFill>
                  <a:srgbClr val="000000"/>
                </a:solidFill>
                <a:latin typeface="Calibri"/>
              </a:rPr>
              <a:t> </a:t>
            </a:r>
            <a:r>
              <a:rPr b="0" lang="en-GB" sz="1800" spc="-1" strike="noStrike">
                <a:solidFill>
                  <a:srgbClr val="000000"/>
                </a:solidFill>
                <a:latin typeface="Calibri"/>
              </a:rPr>
              <a:t>metric</a:t>
            </a:r>
            <a:r>
              <a:rPr b="0" lang="en-GB" sz="1800" spc="-26" strike="noStrike">
                <a:solidFill>
                  <a:srgbClr val="000000"/>
                </a:solidFill>
                <a:latin typeface="Calibri"/>
              </a:rPr>
              <a:t> </a:t>
            </a:r>
            <a:r>
              <a:rPr b="0" lang="en-GB" sz="1800" spc="-1" strike="noStrike">
                <a:solidFill>
                  <a:srgbClr val="000000"/>
                </a:solidFill>
                <a:latin typeface="Calibri"/>
              </a:rPr>
              <a:t>such</a:t>
            </a:r>
            <a:r>
              <a:rPr b="0" lang="en-GB" sz="1800" spc="-32" strike="noStrike">
                <a:solidFill>
                  <a:srgbClr val="000000"/>
                </a:solidFill>
                <a:latin typeface="Calibri"/>
              </a:rPr>
              <a:t> </a:t>
            </a:r>
            <a:r>
              <a:rPr b="0" lang="en-GB" sz="1800" spc="-26" strike="noStrike">
                <a:solidFill>
                  <a:srgbClr val="000000"/>
                </a:solidFill>
                <a:latin typeface="Calibri"/>
              </a:rPr>
              <a:t>as </a:t>
            </a:r>
            <a:r>
              <a:rPr b="0" lang="en-GB" sz="1800" spc="-1" strike="noStrike">
                <a:solidFill>
                  <a:srgbClr val="000000"/>
                </a:solidFill>
                <a:latin typeface="Calibri"/>
              </a:rPr>
              <a:t>distance</a:t>
            </a:r>
            <a:r>
              <a:rPr b="0" lang="en-GB" sz="1800" spc="-52" strike="noStrike">
                <a:solidFill>
                  <a:srgbClr val="000000"/>
                </a:solidFill>
                <a:latin typeface="Calibri"/>
              </a:rPr>
              <a:t> </a:t>
            </a:r>
            <a:r>
              <a:rPr b="0" lang="en-GB" sz="1800" spc="-1" strike="noStrike">
                <a:solidFill>
                  <a:srgbClr val="000000"/>
                </a:solidFill>
                <a:latin typeface="Calibri"/>
              </a:rPr>
              <a:t>to</a:t>
            </a:r>
            <a:r>
              <a:rPr b="0" lang="en-GB" sz="1800" spc="-52" strike="noStrike">
                <a:solidFill>
                  <a:srgbClr val="000000"/>
                </a:solidFill>
                <a:latin typeface="Calibri"/>
              </a:rPr>
              <a:t> </a:t>
            </a:r>
            <a:r>
              <a:rPr b="0" lang="en-GB" sz="1800" spc="-1" strike="noStrike">
                <a:solidFill>
                  <a:srgbClr val="000000"/>
                </a:solidFill>
                <a:latin typeface="Calibri"/>
              </a:rPr>
              <a:t>group</a:t>
            </a:r>
            <a:r>
              <a:rPr b="0" lang="en-GB" sz="1800" spc="-52" strike="noStrike">
                <a:solidFill>
                  <a:srgbClr val="000000"/>
                </a:solidFill>
                <a:latin typeface="Calibri"/>
              </a:rPr>
              <a:t> </a:t>
            </a:r>
            <a:r>
              <a:rPr b="0" lang="en-GB" sz="1800" spc="-1" strike="noStrike">
                <a:solidFill>
                  <a:srgbClr val="000000"/>
                </a:solidFill>
                <a:latin typeface="Calibri"/>
              </a:rPr>
              <a:t>data</a:t>
            </a:r>
            <a:r>
              <a:rPr b="0" lang="en-GB" sz="1800" spc="-52" strike="noStrike">
                <a:solidFill>
                  <a:srgbClr val="000000"/>
                </a:solidFill>
                <a:latin typeface="Calibri"/>
              </a:rPr>
              <a:t> </a:t>
            </a:r>
            <a:r>
              <a:rPr b="0" lang="en-GB" sz="1800" spc="-12" strike="noStrike">
                <a:solidFill>
                  <a:srgbClr val="000000"/>
                </a:solidFill>
                <a:latin typeface="Calibri"/>
              </a:rPr>
              <a:t>together</a:t>
            </a:r>
            <a:r>
              <a:rPr b="0" lang="en-GB" sz="1800" spc="-52" strike="noStrike">
                <a:solidFill>
                  <a:srgbClr val="000000"/>
                </a:solidFill>
                <a:latin typeface="Calibri"/>
              </a:rPr>
              <a:t> </a:t>
            </a:r>
            <a:r>
              <a:rPr b="0" lang="en-GB" sz="1800" spc="-1" strike="noStrike">
                <a:solidFill>
                  <a:srgbClr val="000000"/>
                </a:solidFill>
                <a:latin typeface="Calibri"/>
              </a:rPr>
              <a:t>depending</a:t>
            </a:r>
            <a:r>
              <a:rPr b="0" lang="en-GB" sz="1800" spc="-52" strike="noStrike">
                <a:solidFill>
                  <a:srgbClr val="000000"/>
                </a:solidFill>
                <a:latin typeface="Calibri"/>
              </a:rPr>
              <a:t> </a:t>
            </a:r>
            <a:r>
              <a:rPr b="0" lang="en-GB" sz="1800" spc="-1" strike="noStrike">
                <a:solidFill>
                  <a:srgbClr val="000000"/>
                </a:solidFill>
                <a:latin typeface="Calibri"/>
              </a:rPr>
              <a:t>on</a:t>
            </a:r>
            <a:r>
              <a:rPr b="0" lang="en-GB" sz="1800" spc="-52" strike="noStrike">
                <a:solidFill>
                  <a:srgbClr val="000000"/>
                </a:solidFill>
                <a:latin typeface="Calibri"/>
              </a:rPr>
              <a:t> </a:t>
            </a:r>
            <a:r>
              <a:rPr b="0" lang="en-GB" sz="1800" spc="-1" strike="noStrike">
                <a:solidFill>
                  <a:srgbClr val="000000"/>
                </a:solidFill>
                <a:latin typeface="Calibri"/>
              </a:rPr>
              <a:t>how</a:t>
            </a:r>
            <a:r>
              <a:rPr b="0" lang="en-GB" sz="1800" spc="-52" strike="noStrike">
                <a:solidFill>
                  <a:srgbClr val="000000"/>
                </a:solidFill>
                <a:latin typeface="Calibri"/>
              </a:rPr>
              <a:t> </a:t>
            </a:r>
            <a:r>
              <a:rPr b="0" lang="en-GB" sz="1800" spc="-12" strike="noStrike">
                <a:solidFill>
                  <a:srgbClr val="000000"/>
                </a:solidFill>
                <a:latin typeface="Calibri"/>
              </a:rPr>
              <a:t>close </a:t>
            </a:r>
            <a:r>
              <a:rPr b="0" lang="en-GB" sz="1800" spc="-1" strike="noStrike">
                <a:solidFill>
                  <a:srgbClr val="000000"/>
                </a:solidFill>
                <a:latin typeface="Calibri"/>
              </a:rPr>
              <a:t>they</a:t>
            </a:r>
            <a:r>
              <a:rPr b="0" lang="en-GB" sz="1800" spc="-46" strike="noStrike">
                <a:solidFill>
                  <a:srgbClr val="000000"/>
                </a:solidFill>
                <a:latin typeface="Calibri"/>
              </a:rPr>
              <a:t> </a:t>
            </a:r>
            <a:r>
              <a:rPr b="0" lang="en-GB" sz="1800" spc="-1" strike="noStrike">
                <a:solidFill>
                  <a:srgbClr val="000000"/>
                </a:solidFill>
                <a:latin typeface="Calibri"/>
              </a:rPr>
              <a:t>are</a:t>
            </a:r>
            <a:r>
              <a:rPr b="0" lang="en-GB" sz="1800" spc="-46" strike="noStrike">
                <a:solidFill>
                  <a:srgbClr val="000000"/>
                </a:solidFill>
                <a:latin typeface="Calibri"/>
              </a:rPr>
              <a:t> </a:t>
            </a:r>
            <a:r>
              <a:rPr b="0" lang="en-GB" sz="1800" spc="-1" strike="noStrike">
                <a:solidFill>
                  <a:srgbClr val="000000"/>
                </a:solidFill>
                <a:latin typeface="Calibri"/>
              </a:rPr>
              <a:t>to</a:t>
            </a:r>
            <a:r>
              <a:rPr b="0" lang="en-GB" sz="1800" spc="-46" strike="noStrike">
                <a:solidFill>
                  <a:srgbClr val="000000"/>
                </a:solidFill>
                <a:latin typeface="Calibri"/>
              </a:rPr>
              <a:t> </a:t>
            </a:r>
            <a:r>
              <a:rPr b="0" lang="en-GB" sz="1800" spc="-1" strike="noStrike">
                <a:solidFill>
                  <a:srgbClr val="000000"/>
                </a:solidFill>
                <a:latin typeface="Calibri"/>
              </a:rPr>
              <a:t>each</a:t>
            </a:r>
            <a:r>
              <a:rPr b="0" lang="en-GB" sz="1800" spc="-41" strike="noStrike">
                <a:solidFill>
                  <a:srgbClr val="000000"/>
                </a:solidFill>
                <a:latin typeface="Calibri"/>
              </a:rPr>
              <a:t> </a:t>
            </a:r>
            <a:r>
              <a:rPr b="0" lang="en-GB" sz="1800" spc="-12" strike="noStrike">
                <a:solidFill>
                  <a:srgbClr val="000000"/>
                </a:solidFill>
                <a:latin typeface="Calibri"/>
              </a:rPr>
              <a:t>other.</a:t>
            </a:r>
            <a:endParaRPr b="0" lang="en-GB" sz="1800" spc="-1" strike="noStrike">
              <a:solidFill>
                <a:srgbClr val="000000"/>
              </a:solidFill>
              <a:latin typeface="Arial"/>
            </a:endParaRPr>
          </a:p>
          <a:p>
            <a:pPr marL="12600">
              <a:lnSpc>
                <a:spcPct val="150000"/>
              </a:lnSpc>
            </a:pPr>
            <a:r>
              <a:rPr b="0" lang="en-GB" sz="1800" spc="-1" strike="noStrike">
                <a:solidFill>
                  <a:srgbClr val="000000"/>
                </a:solidFill>
                <a:latin typeface="Calibri"/>
              </a:rPr>
              <a:t>Some</a:t>
            </a:r>
            <a:r>
              <a:rPr b="0" lang="en-GB" sz="1800" spc="-41" strike="noStrike">
                <a:solidFill>
                  <a:srgbClr val="000000"/>
                </a:solidFill>
                <a:latin typeface="Calibri"/>
              </a:rPr>
              <a:t> </a:t>
            </a:r>
            <a:r>
              <a:rPr b="0" lang="en-GB" sz="1800" spc="-1" strike="noStrike">
                <a:solidFill>
                  <a:srgbClr val="000000"/>
                </a:solidFill>
                <a:latin typeface="Calibri"/>
              </a:rPr>
              <a:t>datasets</a:t>
            </a:r>
            <a:r>
              <a:rPr b="0" lang="en-GB" sz="1800" spc="-41" strike="noStrike">
                <a:solidFill>
                  <a:srgbClr val="000000"/>
                </a:solidFill>
                <a:latin typeface="Calibri"/>
              </a:rPr>
              <a:t> do </a:t>
            </a:r>
            <a:r>
              <a:rPr b="0" lang="en-GB" sz="1800" spc="-1" strike="noStrike">
                <a:solidFill>
                  <a:srgbClr val="000000"/>
                </a:solidFill>
                <a:latin typeface="Calibri"/>
              </a:rPr>
              <a:t>not</a:t>
            </a:r>
            <a:r>
              <a:rPr b="0" lang="en-GB" sz="1800" spc="-41" strike="noStrike">
                <a:solidFill>
                  <a:srgbClr val="000000"/>
                </a:solidFill>
                <a:latin typeface="Calibri"/>
              </a:rPr>
              <a:t> </a:t>
            </a:r>
            <a:r>
              <a:rPr b="0" lang="en-GB" sz="1800" spc="-1" strike="noStrike">
                <a:solidFill>
                  <a:srgbClr val="000000"/>
                </a:solidFill>
                <a:latin typeface="Calibri"/>
              </a:rPr>
              <a:t>come</a:t>
            </a:r>
            <a:r>
              <a:rPr b="0" lang="en-GB" sz="1800" spc="-35" strike="noStrike">
                <a:solidFill>
                  <a:srgbClr val="000000"/>
                </a:solidFill>
                <a:latin typeface="Calibri"/>
              </a:rPr>
              <a:t> </a:t>
            </a:r>
            <a:r>
              <a:rPr b="0" lang="en-GB" sz="1800" spc="-1" strike="noStrike">
                <a:solidFill>
                  <a:srgbClr val="000000"/>
                </a:solidFill>
                <a:latin typeface="Calibri"/>
              </a:rPr>
              <a:t>with</a:t>
            </a:r>
            <a:r>
              <a:rPr b="0" lang="en-GB" sz="1800" spc="-41" strike="noStrike">
                <a:solidFill>
                  <a:srgbClr val="000000"/>
                </a:solidFill>
                <a:latin typeface="Calibri"/>
              </a:rPr>
              <a:t> </a:t>
            </a:r>
            <a:r>
              <a:rPr b="0" lang="en-GB" sz="1800" spc="-1" strike="noStrike">
                <a:solidFill>
                  <a:srgbClr val="000000"/>
                </a:solidFill>
                <a:latin typeface="Calibri"/>
              </a:rPr>
              <a:t>a</a:t>
            </a:r>
            <a:r>
              <a:rPr b="0" lang="en-GB" sz="1800" spc="-41" strike="noStrike">
                <a:solidFill>
                  <a:srgbClr val="000000"/>
                </a:solidFill>
                <a:latin typeface="Calibri"/>
              </a:rPr>
              <a:t> </a:t>
            </a:r>
            <a:r>
              <a:rPr b="0" lang="en-GB" sz="1800" spc="-1" strike="noStrike">
                <a:solidFill>
                  <a:srgbClr val="000000"/>
                </a:solidFill>
                <a:latin typeface="Calibri"/>
              </a:rPr>
              <a:t>set</a:t>
            </a:r>
            <a:r>
              <a:rPr b="0" lang="en-GB" sz="1800" spc="-35" strike="noStrike">
                <a:solidFill>
                  <a:srgbClr val="000000"/>
                </a:solidFill>
                <a:latin typeface="Calibri"/>
              </a:rPr>
              <a:t> </a:t>
            </a:r>
            <a:r>
              <a:rPr b="0" lang="en-GB" sz="1800" spc="-1" strike="noStrike">
                <a:solidFill>
                  <a:srgbClr val="000000"/>
                </a:solidFill>
                <a:latin typeface="Calibri"/>
              </a:rPr>
              <a:t>of</a:t>
            </a:r>
            <a:r>
              <a:rPr b="0" lang="en-GB" sz="1800" spc="-41" strike="noStrike">
                <a:solidFill>
                  <a:srgbClr val="000000"/>
                </a:solidFill>
                <a:latin typeface="Calibri"/>
              </a:rPr>
              <a:t> </a:t>
            </a:r>
            <a:r>
              <a:rPr b="0" lang="en-GB" sz="1800" spc="-12" strike="noStrike">
                <a:solidFill>
                  <a:srgbClr val="000000"/>
                </a:solidFill>
                <a:latin typeface="Calibri"/>
              </a:rPr>
              <a:t>predefined</a:t>
            </a:r>
            <a:r>
              <a:rPr b="0" lang="en-GB" sz="1800" spc="-41" strike="noStrike">
                <a:solidFill>
                  <a:srgbClr val="000000"/>
                </a:solidFill>
                <a:latin typeface="Calibri"/>
              </a:rPr>
              <a:t> </a:t>
            </a:r>
            <a:r>
              <a:rPr b="0" lang="en-GB" sz="1800" spc="-12" strike="noStrike">
                <a:solidFill>
                  <a:srgbClr val="000000"/>
                </a:solidFill>
                <a:latin typeface="Calibri"/>
              </a:rPr>
              <a:t>labels</a:t>
            </a:r>
            <a:r>
              <a:rPr b="0" lang="en-GB" sz="1800" spc="494" strike="noStrike">
                <a:solidFill>
                  <a:srgbClr val="000000"/>
                </a:solidFill>
                <a:latin typeface="Calibri"/>
              </a:rPr>
              <a:t> </a:t>
            </a:r>
            <a:r>
              <a:rPr b="0" lang="en-GB" sz="1800" spc="-1" strike="noStrike">
                <a:solidFill>
                  <a:srgbClr val="000000"/>
                </a:solidFill>
                <a:latin typeface="Calibri"/>
              </a:rPr>
              <a:t>and,</a:t>
            </a:r>
            <a:r>
              <a:rPr b="0" lang="en-GB" sz="1800" spc="-35" strike="noStrike">
                <a:solidFill>
                  <a:srgbClr val="000000"/>
                </a:solidFill>
                <a:latin typeface="Calibri"/>
              </a:rPr>
              <a:t> </a:t>
            </a:r>
            <a:r>
              <a:rPr b="0" lang="en-GB" sz="1800" spc="-1" strike="noStrike">
                <a:solidFill>
                  <a:srgbClr val="000000"/>
                </a:solidFill>
                <a:latin typeface="Calibri"/>
              </a:rPr>
              <a:t>as</a:t>
            </a:r>
            <a:r>
              <a:rPr b="0" lang="en-GB" sz="1800" spc="-35" strike="noStrike">
                <a:solidFill>
                  <a:srgbClr val="000000"/>
                </a:solidFill>
                <a:latin typeface="Calibri"/>
              </a:rPr>
              <a:t> </a:t>
            </a:r>
            <a:r>
              <a:rPr b="0" lang="en-GB" sz="1800" spc="-1" strike="noStrike">
                <a:solidFill>
                  <a:srgbClr val="000000"/>
                </a:solidFill>
                <a:latin typeface="Calibri"/>
              </a:rPr>
              <a:t>such,</a:t>
            </a:r>
            <a:r>
              <a:rPr b="0" lang="en-GB" sz="1800" spc="-32" strike="noStrike">
                <a:solidFill>
                  <a:srgbClr val="000000"/>
                </a:solidFill>
                <a:latin typeface="Calibri"/>
              </a:rPr>
              <a:t> </a:t>
            </a:r>
            <a:r>
              <a:rPr b="0" lang="en-GB" sz="1800" spc="-1" strike="noStrike">
                <a:solidFill>
                  <a:srgbClr val="000000"/>
                </a:solidFill>
                <a:latin typeface="Calibri"/>
              </a:rPr>
              <a:t>will</a:t>
            </a:r>
            <a:r>
              <a:rPr b="0" lang="en-GB" sz="1800" spc="-35" strike="noStrike">
                <a:solidFill>
                  <a:srgbClr val="000000"/>
                </a:solidFill>
                <a:latin typeface="Calibri"/>
              </a:rPr>
              <a:t> </a:t>
            </a:r>
            <a:r>
              <a:rPr b="0" lang="en-GB" sz="1800" spc="-1" strike="noStrike">
                <a:solidFill>
                  <a:srgbClr val="000000"/>
                </a:solidFill>
                <a:latin typeface="Calibri"/>
              </a:rPr>
              <a:t>only</a:t>
            </a:r>
            <a:r>
              <a:rPr b="0" lang="en-GB" sz="1800" spc="-35" strike="noStrike">
                <a:solidFill>
                  <a:srgbClr val="000000"/>
                </a:solidFill>
                <a:latin typeface="Calibri"/>
              </a:rPr>
              <a:t> </a:t>
            </a:r>
            <a:r>
              <a:rPr b="0" lang="en-GB" sz="1800" spc="-1" strike="noStrike">
                <a:solidFill>
                  <a:srgbClr val="000000"/>
                </a:solidFill>
                <a:latin typeface="Calibri"/>
              </a:rPr>
              <a:t>include</a:t>
            </a:r>
            <a:r>
              <a:rPr b="0" lang="en-GB" sz="1800" spc="-32" strike="noStrike">
                <a:solidFill>
                  <a:srgbClr val="000000"/>
                </a:solidFill>
                <a:latin typeface="Calibri"/>
              </a:rPr>
              <a:t> </a:t>
            </a:r>
            <a:r>
              <a:rPr b="0" lang="en-GB" sz="1800" spc="-1" strike="noStrike">
                <a:solidFill>
                  <a:srgbClr val="000000"/>
                </a:solidFill>
                <a:latin typeface="Calibri"/>
              </a:rPr>
              <a:t>input</a:t>
            </a:r>
            <a:r>
              <a:rPr b="0" lang="en-GB" sz="1800" spc="-35" strike="noStrike">
                <a:solidFill>
                  <a:srgbClr val="000000"/>
                </a:solidFill>
                <a:latin typeface="Calibri"/>
              </a:rPr>
              <a:t> </a:t>
            </a:r>
            <a:r>
              <a:rPr b="0" lang="en-GB" sz="1800" spc="-12" strike="noStrike">
                <a:solidFill>
                  <a:srgbClr val="000000"/>
                </a:solidFill>
                <a:latin typeface="Calibri"/>
              </a:rPr>
              <a:t>features</a:t>
            </a:r>
            <a:r>
              <a:rPr b="0" lang="en-GB" sz="1800" spc="-32" strike="noStrike">
                <a:solidFill>
                  <a:srgbClr val="000000"/>
                </a:solidFill>
                <a:latin typeface="Calibri"/>
              </a:rPr>
              <a:t> </a:t>
            </a:r>
            <a:r>
              <a:rPr b="0" lang="en-GB" sz="1800" spc="-1" strike="noStrike">
                <a:solidFill>
                  <a:srgbClr val="000000"/>
                </a:solidFill>
                <a:latin typeface="Calibri"/>
              </a:rPr>
              <a:t>without</a:t>
            </a:r>
            <a:r>
              <a:rPr b="0" lang="en-GB" sz="1800" spc="-35" strike="noStrike">
                <a:solidFill>
                  <a:srgbClr val="000000"/>
                </a:solidFill>
                <a:latin typeface="Calibri"/>
              </a:rPr>
              <a:t> </a:t>
            </a:r>
            <a:r>
              <a:rPr b="0" lang="en-GB" sz="1800" spc="-52" strike="noStrike">
                <a:solidFill>
                  <a:srgbClr val="000000"/>
                </a:solidFill>
                <a:latin typeface="Calibri"/>
              </a:rPr>
              <a:t>a </a:t>
            </a:r>
            <a:r>
              <a:rPr b="0" lang="en-GB" sz="1800" spc="-12" strike="noStrike">
                <a:solidFill>
                  <a:srgbClr val="000000"/>
                </a:solidFill>
                <a:latin typeface="Calibri"/>
              </a:rPr>
              <a:t>target</a:t>
            </a:r>
            <a:r>
              <a:rPr b="0" lang="en-GB" sz="1800" spc="-60" strike="noStrike">
                <a:solidFill>
                  <a:srgbClr val="000000"/>
                </a:solidFill>
                <a:latin typeface="Calibri"/>
              </a:rPr>
              <a:t> </a:t>
            </a:r>
            <a:r>
              <a:rPr b="0" lang="en-GB" sz="1800" spc="-12" strike="noStrike">
                <a:solidFill>
                  <a:srgbClr val="000000"/>
                </a:solidFill>
                <a:latin typeface="Calibri"/>
              </a:rPr>
              <a:t>attribute.</a:t>
            </a:r>
            <a:endParaRPr b="0" lang="en-GB" sz="1800" spc="-1" strike="noStrike">
              <a:solidFill>
                <a:srgbClr val="000000"/>
              </a:solidFill>
              <a:latin typeface="Arial"/>
            </a:endParaRPr>
          </a:p>
        </p:txBody>
      </p:sp>
      <p:pic>
        <p:nvPicPr>
          <p:cNvPr id="56" name="Picture 5" descr=""/>
          <p:cNvPicPr/>
          <p:nvPr/>
        </p:nvPicPr>
        <p:blipFill>
          <a:blip r:embed="rId1"/>
          <a:stretch/>
        </p:blipFill>
        <p:spPr>
          <a:xfrm>
            <a:off x="5029200" y="1931040"/>
            <a:ext cx="7009560" cy="34207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336960" y="369360"/>
            <a:ext cx="11517480" cy="1157400"/>
          </a:xfrm>
          <a:prstGeom prst="rect">
            <a:avLst/>
          </a:prstGeom>
          <a:noFill/>
          <a:ln w="0">
            <a:noFill/>
          </a:ln>
        </p:spPr>
        <p:txBody>
          <a:bodyPr lIns="0" rIns="0" tIns="12600" bIns="0" anchor="t">
            <a:noAutofit/>
          </a:bodyPr>
          <a:p>
            <a:pPr marL="97200" indent="0">
              <a:lnSpc>
                <a:spcPct val="100000"/>
              </a:lnSpc>
              <a:spcBef>
                <a:spcPts val="99"/>
              </a:spcBef>
              <a:buNone/>
              <a:tabLst>
                <a:tab algn="l" pos="0"/>
              </a:tabLst>
            </a:pPr>
            <a:r>
              <a:rPr b="1" lang="en-GB" sz="2000" spc="-12" strike="noStrike">
                <a:solidFill>
                  <a:schemeClr val="dk1"/>
                </a:solidFill>
                <a:latin typeface="Calibri"/>
              </a:rPr>
              <a:t>Unsupervised</a:t>
            </a:r>
            <a:r>
              <a:rPr b="1" lang="en-GB" sz="2000" spc="-75" strike="noStrike">
                <a:solidFill>
                  <a:schemeClr val="dk1"/>
                </a:solidFill>
                <a:latin typeface="Calibri"/>
              </a:rPr>
              <a:t> </a:t>
            </a:r>
            <a:r>
              <a:rPr b="1" lang="en-GB" sz="2000" spc="-1" strike="noStrike">
                <a:solidFill>
                  <a:schemeClr val="dk1"/>
                </a:solidFill>
                <a:latin typeface="Calibri"/>
              </a:rPr>
              <a:t>learning</a:t>
            </a:r>
            <a:r>
              <a:rPr b="1" lang="en-GB" sz="2000" spc="-75" strike="noStrike">
                <a:solidFill>
                  <a:schemeClr val="dk1"/>
                </a:solidFill>
                <a:latin typeface="Calibri"/>
              </a:rPr>
              <a:t> </a:t>
            </a:r>
            <a:r>
              <a:rPr b="1" lang="en-GB" sz="2000" spc="-1" strike="noStrike">
                <a:solidFill>
                  <a:schemeClr val="dk1"/>
                </a:solidFill>
                <a:latin typeface="Calibri"/>
              </a:rPr>
              <a:t>Model</a:t>
            </a:r>
            <a:r>
              <a:rPr b="1" lang="en-GB" sz="2000" spc="-75" strike="noStrike">
                <a:solidFill>
                  <a:schemeClr val="dk1"/>
                </a:solidFill>
                <a:latin typeface="Calibri"/>
              </a:rPr>
              <a:t> </a:t>
            </a:r>
            <a:r>
              <a:rPr b="1" lang="en-GB" sz="2000" spc="-12" strike="noStrike">
                <a:solidFill>
                  <a:schemeClr val="dk1"/>
                </a:solidFill>
                <a:latin typeface="Calibri"/>
              </a:rPr>
              <a:t>Algorithms</a:t>
            </a:r>
            <a:endParaRPr b="0" lang="en-GB" sz="2000" spc="-1" strike="noStrike">
              <a:solidFill>
                <a:srgbClr val="000000"/>
              </a:solidFill>
              <a:latin typeface="Arial"/>
            </a:endParaRPr>
          </a:p>
        </p:txBody>
      </p:sp>
      <p:sp>
        <p:nvSpPr>
          <p:cNvPr id="58" name="object 3"/>
          <p:cNvSpPr/>
          <p:nvPr/>
        </p:nvSpPr>
        <p:spPr>
          <a:xfrm>
            <a:off x="350640" y="962640"/>
            <a:ext cx="9966240" cy="5304960"/>
          </a:xfrm>
          <a:prstGeom prst="rect">
            <a:avLst/>
          </a:prstGeom>
          <a:noFill/>
          <a:ln w="0">
            <a:noFill/>
          </a:ln>
        </p:spPr>
        <p:style>
          <a:lnRef idx="0"/>
          <a:fillRef idx="0"/>
          <a:effectRef idx="0"/>
          <a:fontRef idx="minor"/>
        </p:style>
        <p:txBody>
          <a:bodyPr lIns="0" rIns="0" tIns="12600" bIns="0" anchor="t">
            <a:spAutoFit/>
          </a:bodyPr>
          <a:p>
            <a:pPr marL="83880">
              <a:lnSpc>
                <a:spcPct val="100000"/>
              </a:lnSpc>
              <a:spcBef>
                <a:spcPts val="99"/>
              </a:spcBef>
            </a:pPr>
            <a:r>
              <a:rPr b="1" lang="en-GB" sz="1600" spc="-21" strike="noStrike">
                <a:solidFill>
                  <a:srgbClr val="000000"/>
                </a:solidFill>
                <a:latin typeface="Calibri"/>
              </a:rPr>
              <a:t>K-</a:t>
            </a:r>
            <a:r>
              <a:rPr b="1" lang="en-GB" sz="1600" spc="-12" strike="noStrike">
                <a:solidFill>
                  <a:srgbClr val="000000"/>
                </a:solidFill>
                <a:latin typeface="Calibri"/>
              </a:rPr>
              <a:t>means</a:t>
            </a:r>
            <a:endParaRPr b="0" lang="en-GB" sz="1600" spc="-1" strike="noStrike">
              <a:solidFill>
                <a:srgbClr val="000000"/>
              </a:solidFill>
              <a:latin typeface="Arial"/>
            </a:endParaRPr>
          </a:p>
          <a:p>
            <a:pPr marL="83880">
              <a:lnSpc>
                <a:spcPct val="100000"/>
              </a:lnSpc>
            </a:pPr>
            <a:r>
              <a:rPr b="0" lang="en-GB" sz="1600" spc="-1" strike="noStrike">
                <a:solidFill>
                  <a:srgbClr val="000000"/>
                </a:solidFill>
                <a:latin typeface="Calibri"/>
              </a:rPr>
              <a:t>The</a:t>
            </a:r>
            <a:r>
              <a:rPr b="0" lang="en-GB" sz="1600" spc="-32" strike="noStrike">
                <a:solidFill>
                  <a:srgbClr val="000000"/>
                </a:solidFill>
                <a:latin typeface="Calibri"/>
              </a:rPr>
              <a:t> </a:t>
            </a:r>
            <a:r>
              <a:rPr b="0" lang="en-GB" sz="1600" spc="-1" strike="noStrike">
                <a:solidFill>
                  <a:srgbClr val="000000"/>
                </a:solidFill>
                <a:latin typeface="Calibri"/>
              </a:rPr>
              <a:t>aim</a:t>
            </a:r>
            <a:r>
              <a:rPr b="0" lang="en-GB" sz="1600" spc="-32" strike="noStrike">
                <a:solidFill>
                  <a:srgbClr val="000000"/>
                </a:solidFill>
                <a:latin typeface="Calibri"/>
              </a:rPr>
              <a:t> </a:t>
            </a:r>
            <a:r>
              <a:rPr b="0" lang="en-GB" sz="1600" spc="-1" strike="noStrike">
                <a:solidFill>
                  <a:srgbClr val="000000"/>
                </a:solidFill>
                <a:latin typeface="Calibri"/>
              </a:rPr>
              <a:t>of</a:t>
            </a:r>
            <a:r>
              <a:rPr b="0" lang="en-GB" sz="1600" spc="-26" strike="noStrike">
                <a:solidFill>
                  <a:srgbClr val="000000"/>
                </a:solidFill>
                <a:latin typeface="Calibri"/>
              </a:rPr>
              <a:t> </a:t>
            </a:r>
            <a:r>
              <a:rPr b="0" lang="en-GB" sz="1600" spc="-1" strike="noStrike">
                <a:solidFill>
                  <a:srgbClr val="000000"/>
                </a:solidFill>
                <a:latin typeface="Calibri"/>
              </a:rPr>
              <a:t>the</a:t>
            </a:r>
            <a:r>
              <a:rPr b="0" lang="en-GB" sz="1600" spc="-32" strike="noStrike">
                <a:solidFill>
                  <a:srgbClr val="000000"/>
                </a:solidFill>
                <a:latin typeface="Calibri"/>
              </a:rPr>
              <a:t> </a:t>
            </a:r>
            <a:r>
              <a:rPr b="0" lang="en-GB" sz="1600" spc="-35" strike="noStrike">
                <a:solidFill>
                  <a:srgbClr val="000000"/>
                </a:solidFill>
                <a:latin typeface="Calibri"/>
              </a:rPr>
              <a:t>k-</a:t>
            </a:r>
            <a:r>
              <a:rPr b="0" lang="en-GB" sz="1600" spc="-1" strike="noStrike">
                <a:solidFill>
                  <a:srgbClr val="000000"/>
                </a:solidFill>
                <a:latin typeface="Calibri"/>
              </a:rPr>
              <a:t>means</a:t>
            </a:r>
            <a:r>
              <a:rPr b="0" lang="en-GB" sz="1600" spc="-32" strike="noStrike">
                <a:solidFill>
                  <a:srgbClr val="000000"/>
                </a:solidFill>
                <a:latin typeface="Calibri"/>
              </a:rPr>
              <a:t> </a:t>
            </a:r>
            <a:r>
              <a:rPr b="0" lang="en-GB" sz="1600" spc="-1" strike="noStrike">
                <a:solidFill>
                  <a:srgbClr val="000000"/>
                </a:solidFill>
                <a:latin typeface="Calibri"/>
              </a:rPr>
              <a:t>clustering</a:t>
            </a:r>
            <a:r>
              <a:rPr b="0" lang="en-GB" sz="1600" spc="-26" strike="noStrike">
                <a:solidFill>
                  <a:srgbClr val="000000"/>
                </a:solidFill>
                <a:latin typeface="Calibri"/>
              </a:rPr>
              <a:t> </a:t>
            </a:r>
            <a:r>
              <a:rPr b="0" lang="en-GB" sz="1600" spc="-12" strike="noStrike">
                <a:solidFill>
                  <a:srgbClr val="000000"/>
                </a:solidFill>
                <a:latin typeface="Calibri"/>
              </a:rPr>
              <a:t>algorithm</a:t>
            </a:r>
            <a:r>
              <a:rPr b="0" lang="en-GB" sz="1600" spc="-32" strike="noStrike">
                <a:solidFill>
                  <a:srgbClr val="000000"/>
                </a:solidFill>
                <a:latin typeface="Calibri"/>
              </a:rPr>
              <a:t> </a:t>
            </a:r>
            <a:r>
              <a:rPr b="0" lang="en-GB" sz="1600" spc="-1" strike="noStrike">
                <a:solidFill>
                  <a:srgbClr val="000000"/>
                </a:solidFill>
                <a:latin typeface="Calibri"/>
              </a:rPr>
              <a:t>is</a:t>
            </a:r>
            <a:r>
              <a:rPr b="0" lang="en-GB" sz="1600" spc="-26" strike="noStrike">
                <a:solidFill>
                  <a:srgbClr val="000000"/>
                </a:solidFill>
                <a:latin typeface="Calibri"/>
              </a:rPr>
              <a:t> </a:t>
            </a:r>
            <a:r>
              <a:rPr b="0" lang="en-GB" sz="1600" spc="-1" strike="noStrike">
                <a:solidFill>
                  <a:srgbClr val="000000"/>
                </a:solidFill>
                <a:latin typeface="Calibri"/>
              </a:rPr>
              <a:t>to</a:t>
            </a:r>
            <a:r>
              <a:rPr b="0" lang="en-GB" sz="1600" spc="-32" strike="noStrike">
                <a:solidFill>
                  <a:srgbClr val="000000"/>
                </a:solidFill>
                <a:latin typeface="Calibri"/>
              </a:rPr>
              <a:t> </a:t>
            </a:r>
            <a:r>
              <a:rPr b="0" lang="en-GB" sz="1600" spc="-1" strike="noStrike">
                <a:solidFill>
                  <a:srgbClr val="000000"/>
                </a:solidFill>
                <a:latin typeface="Calibri"/>
              </a:rPr>
              <a:t>partition</a:t>
            </a:r>
            <a:r>
              <a:rPr b="0" lang="en-GB" sz="1600" spc="-32" strike="noStrike">
                <a:solidFill>
                  <a:srgbClr val="000000"/>
                </a:solidFill>
                <a:latin typeface="Calibri"/>
              </a:rPr>
              <a:t> </a:t>
            </a:r>
            <a:r>
              <a:rPr b="0" lang="en-GB" sz="1600" spc="-1" strike="noStrike">
                <a:solidFill>
                  <a:srgbClr val="000000"/>
                </a:solidFill>
                <a:latin typeface="Calibri"/>
              </a:rPr>
              <a:t>the</a:t>
            </a:r>
            <a:r>
              <a:rPr b="0" lang="en-GB" sz="1600" spc="-26" strike="noStrike">
                <a:solidFill>
                  <a:srgbClr val="000000"/>
                </a:solidFill>
                <a:latin typeface="Calibri"/>
              </a:rPr>
              <a:t> </a:t>
            </a:r>
            <a:r>
              <a:rPr b="0" lang="en-GB" sz="1600" spc="-1" strike="noStrike">
                <a:solidFill>
                  <a:srgbClr val="000000"/>
                </a:solidFill>
                <a:latin typeface="Calibri"/>
              </a:rPr>
              <a:t>n</a:t>
            </a:r>
            <a:r>
              <a:rPr b="0" lang="en-GB" sz="1600" spc="-32" strike="noStrike">
                <a:solidFill>
                  <a:srgbClr val="000000"/>
                </a:solidFill>
                <a:latin typeface="Calibri"/>
              </a:rPr>
              <a:t> </a:t>
            </a:r>
            <a:r>
              <a:rPr b="0" lang="en-GB" sz="1600" spc="-12" strike="noStrike">
                <a:solidFill>
                  <a:srgbClr val="000000"/>
                </a:solidFill>
                <a:latin typeface="Calibri"/>
              </a:rPr>
              <a:t>observations</a:t>
            </a:r>
            <a:r>
              <a:rPr b="0" lang="en-GB" sz="1600" spc="-32" strike="noStrike">
                <a:solidFill>
                  <a:srgbClr val="000000"/>
                </a:solidFill>
                <a:latin typeface="Calibri"/>
              </a:rPr>
              <a:t> </a:t>
            </a:r>
            <a:r>
              <a:rPr b="0" lang="en-GB" sz="1600" spc="-1" strike="noStrike">
                <a:solidFill>
                  <a:srgbClr val="000000"/>
                </a:solidFill>
                <a:latin typeface="Calibri"/>
              </a:rPr>
              <a:t>in</a:t>
            </a:r>
            <a:r>
              <a:rPr b="0" lang="en-GB" sz="1600" spc="-26" strike="noStrike">
                <a:solidFill>
                  <a:srgbClr val="000000"/>
                </a:solidFill>
                <a:latin typeface="Calibri"/>
              </a:rPr>
              <a:t> </a:t>
            </a:r>
            <a:r>
              <a:rPr b="0" lang="en-GB" sz="1600" spc="-1" strike="noStrike">
                <a:solidFill>
                  <a:srgbClr val="000000"/>
                </a:solidFill>
                <a:latin typeface="Calibri"/>
              </a:rPr>
              <a:t>the</a:t>
            </a:r>
            <a:r>
              <a:rPr b="0" lang="en-GB" sz="1600" spc="-32" strike="noStrike">
                <a:solidFill>
                  <a:srgbClr val="000000"/>
                </a:solidFill>
                <a:latin typeface="Calibri"/>
              </a:rPr>
              <a:t> </a:t>
            </a:r>
            <a:r>
              <a:rPr b="0" lang="en-GB" sz="1600" spc="-1" strike="noStrike">
                <a:solidFill>
                  <a:srgbClr val="000000"/>
                </a:solidFill>
                <a:latin typeface="Calibri"/>
              </a:rPr>
              <a:t>data</a:t>
            </a:r>
            <a:r>
              <a:rPr b="0" lang="en-GB" sz="1600" spc="-26" strike="noStrike">
                <a:solidFill>
                  <a:srgbClr val="000000"/>
                </a:solidFill>
                <a:latin typeface="Calibri"/>
              </a:rPr>
              <a:t> </a:t>
            </a:r>
            <a:r>
              <a:rPr b="0" lang="en-GB" sz="1600" spc="-1" strike="noStrike">
                <a:solidFill>
                  <a:srgbClr val="000000"/>
                </a:solidFill>
                <a:latin typeface="Calibri"/>
              </a:rPr>
              <a:t>into</a:t>
            </a:r>
            <a:r>
              <a:rPr b="0" lang="en-GB" sz="1600" spc="-32" strike="noStrike">
                <a:solidFill>
                  <a:srgbClr val="000000"/>
                </a:solidFill>
                <a:latin typeface="Calibri"/>
              </a:rPr>
              <a:t> </a:t>
            </a:r>
            <a:r>
              <a:rPr b="0" lang="en-GB" sz="1600" spc="-1" strike="noStrike">
                <a:solidFill>
                  <a:srgbClr val="000000"/>
                </a:solidFill>
                <a:latin typeface="Calibri"/>
              </a:rPr>
              <a:t>k</a:t>
            </a:r>
            <a:r>
              <a:rPr b="0" lang="en-GB" sz="1600" spc="-32" strike="noStrike">
                <a:solidFill>
                  <a:srgbClr val="000000"/>
                </a:solidFill>
                <a:latin typeface="Calibri"/>
              </a:rPr>
              <a:t> </a:t>
            </a:r>
            <a:r>
              <a:rPr b="0" lang="en-GB" sz="1600" spc="-12" strike="noStrike">
                <a:solidFill>
                  <a:srgbClr val="000000"/>
                </a:solidFill>
                <a:latin typeface="Calibri"/>
              </a:rPr>
              <a:t>clusters</a:t>
            </a:r>
            <a:r>
              <a:rPr b="0" lang="en-GB" sz="1600" spc="-26" strike="noStrike">
                <a:solidFill>
                  <a:srgbClr val="000000"/>
                </a:solidFill>
                <a:latin typeface="Calibri"/>
              </a:rPr>
              <a:t> </a:t>
            </a:r>
            <a:r>
              <a:rPr b="0" lang="en-GB" sz="1600" spc="-1" strike="noStrike">
                <a:solidFill>
                  <a:srgbClr val="000000"/>
                </a:solidFill>
                <a:latin typeface="Calibri"/>
              </a:rPr>
              <a:t>such</a:t>
            </a:r>
            <a:r>
              <a:rPr b="0" lang="en-GB" sz="1600" spc="-32" strike="noStrike">
                <a:solidFill>
                  <a:srgbClr val="000000"/>
                </a:solidFill>
                <a:latin typeface="Calibri"/>
              </a:rPr>
              <a:t> </a:t>
            </a:r>
            <a:r>
              <a:rPr b="0" lang="en-GB" sz="1600" spc="-1" strike="noStrike">
                <a:solidFill>
                  <a:srgbClr val="000000"/>
                </a:solidFill>
                <a:latin typeface="Calibri"/>
              </a:rPr>
              <a:t>that</a:t>
            </a:r>
            <a:r>
              <a:rPr b="0" lang="en-GB" sz="1600" spc="-26" strike="noStrike">
                <a:solidFill>
                  <a:srgbClr val="000000"/>
                </a:solidFill>
                <a:latin typeface="Calibri"/>
              </a:rPr>
              <a:t> </a:t>
            </a:r>
            <a:r>
              <a:rPr b="0" lang="en-GB" sz="1600" spc="-21" strike="noStrike">
                <a:solidFill>
                  <a:srgbClr val="000000"/>
                </a:solidFill>
                <a:latin typeface="Calibri"/>
              </a:rPr>
              <a:t>each </a:t>
            </a:r>
            <a:r>
              <a:rPr b="0" lang="en-GB" sz="1600" spc="-12" strike="noStrike">
                <a:solidFill>
                  <a:srgbClr val="000000"/>
                </a:solidFill>
                <a:latin typeface="Calibri"/>
              </a:rPr>
              <a:t>observation</a:t>
            </a:r>
            <a:r>
              <a:rPr b="0" lang="en-GB" sz="1600" spc="-41" strike="noStrike">
                <a:solidFill>
                  <a:srgbClr val="000000"/>
                </a:solidFill>
                <a:latin typeface="Calibri"/>
              </a:rPr>
              <a:t> </a:t>
            </a:r>
            <a:r>
              <a:rPr b="0" lang="en-GB" sz="1600" spc="-1" strike="noStrike">
                <a:solidFill>
                  <a:srgbClr val="000000"/>
                </a:solidFill>
                <a:latin typeface="Calibri"/>
              </a:rPr>
              <a:t>belongs</a:t>
            </a:r>
            <a:r>
              <a:rPr b="0" lang="en-GB" sz="1600" spc="-35" strike="noStrike">
                <a:solidFill>
                  <a:srgbClr val="000000"/>
                </a:solidFill>
                <a:latin typeface="Calibri"/>
              </a:rPr>
              <a:t> </a:t>
            </a:r>
            <a:r>
              <a:rPr b="0" lang="en-GB" sz="1600" spc="-1" strike="noStrike">
                <a:solidFill>
                  <a:srgbClr val="000000"/>
                </a:solidFill>
                <a:latin typeface="Calibri"/>
              </a:rPr>
              <a:t>to</a:t>
            </a:r>
            <a:r>
              <a:rPr b="0" lang="en-GB" sz="1600" spc="-35" strike="noStrike">
                <a:solidFill>
                  <a:srgbClr val="000000"/>
                </a:solidFill>
                <a:latin typeface="Calibri"/>
              </a:rPr>
              <a:t> </a:t>
            </a:r>
            <a:r>
              <a:rPr b="0" lang="en-GB" sz="1600" spc="-1" strike="noStrike">
                <a:solidFill>
                  <a:srgbClr val="000000"/>
                </a:solidFill>
                <a:latin typeface="Calibri"/>
              </a:rPr>
              <a:t>the</a:t>
            </a:r>
            <a:r>
              <a:rPr b="0" lang="en-GB" sz="1600" spc="-35" strike="noStrike">
                <a:solidFill>
                  <a:srgbClr val="000000"/>
                </a:solidFill>
                <a:latin typeface="Calibri"/>
              </a:rPr>
              <a:t> </a:t>
            </a:r>
            <a:r>
              <a:rPr b="0" lang="en-GB" sz="1600" spc="-1" strike="noStrike">
                <a:solidFill>
                  <a:srgbClr val="000000"/>
                </a:solidFill>
                <a:latin typeface="Calibri"/>
              </a:rPr>
              <a:t>cluster</a:t>
            </a:r>
            <a:r>
              <a:rPr b="0" lang="en-GB" sz="1600" spc="-35" strike="noStrike">
                <a:solidFill>
                  <a:srgbClr val="000000"/>
                </a:solidFill>
                <a:latin typeface="Calibri"/>
              </a:rPr>
              <a:t> </a:t>
            </a:r>
            <a:r>
              <a:rPr b="0" lang="en-GB" sz="1600" spc="-1" strike="noStrike">
                <a:solidFill>
                  <a:srgbClr val="000000"/>
                </a:solidFill>
                <a:latin typeface="Calibri"/>
              </a:rPr>
              <a:t>with</a:t>
            </a:r>
            <a:r>
              <a:rPr b="0" lang="en-GB" sz="1600" spc="-35" strike="noStrike">
                <a:solidFill>
                  <a:srgbClr val="000000"/>
                </a:solidFill>
                <a:latin typeface="Calibri"/>
              </a:rPr>
              <a:t> </a:t>
            </a:r>
            <a:r>
              <a:rPr b="0" lang="en-GB" sz="1600" spc="-1" strike="noStrike">
                <a:solidFill>
                  <a:srgbClr val="000000"/>
                </a:solidFill>
                <a:latin typeface="Calibri"/>
              </a:rPr>
              <a:t>the</a:t>
            </a:r>
            <a:r>
              <a:rPr b="0" lang="en-GB" sz="1600" spc="-26" strike="noStrike">
                <a:solidFill>
                  <a:srgbClr val="000000"/>
                </a:solidFill>
                <a:latin typeface="Calibri"/>
              </a:rPr>
              <a:t> </a:t>
            </a:r>
            <a:r>
              <a:rPr b="1" lang="en-GB" sz="1600" spc="-12" strike="noStrike">
                <a:solidFill>
                  <a:srgbClr val="000000"/>
                </a:solidFill>
                <a:latin typeface="Calibri"/>
              </a:rPr>
              <a:t>nearest</a:t>
            </a:r>
            <a:r>
              <a:rPr b="1" lang="en-GB" sz="1600" spc="-35" strike="noStrike">
                <a:solidFill>
                  <a:srgbClr val="000000"/>
                </a:solidFill>
                <a:latin typeface="Calibri"/>
              </a:rPr>
              <a:t> </a:t>
            </a:r>
            <a:r>
              <a:rPr b="1" lang="en-GB" sz="1600" spc="-12" strike="noStrike">
                <a:solidFill>
                  <a:srgbClr val="000000"/>
                </a:solidFill>
                <a:latin typeface="Calibri"/>
              </a:rPr>
              <a:t>mean</a:t>
            </a:r>
            <a:r>
              <a:rPr b="0" lang="en-GB" sz="1600" spc="-12" strike="noStrike">
                <a:solidFill>
                  <a:srgbClr val="000000"/>
                </a:solidFill>
                <a:latin typeface="Calibri"/>
              </a:rPr>
              <a:t>.</a:t>
            </a:r>
            <a:endParaRPr b="0" lang="en-GB" sz="1600" spc="-1" strike="noStrike">
              <a:solidFill>
                <a:srgbClr val="000000"/>
              </a:solidFill>
              <a:latin typeface="Arial"/>
            </a:endParaRPr>
          </a:p>
          <a:p>
            <a:pPr marL="83880">
              <a:lnSpc>
                <a:spcPct val="100000"/>
              </a:lnSpc>
            </a:pPr>
            <a:r>
              <a:rPr b="0" lang="en-GB" sz="1600" spc="-1" strike="noStrike">
                <a:solidFill>
                  <a:srgbClr val="000000"/>
                </a:solidFill>
                <a:latin typeface="Calibri"/>
              </a:rPr>
              <a:t>This</a:t>
            </a:r>
            <a:r>
              <a:rPr b="0" lang="en-GB" sz="1600" spc="-41" strike="noStrike">
                <a:solidFill>
                  <a:srgbClr val="000000"/>
                </a:solidFill>
                <a:latin typeface="Calibri"/>
              </a:rPr>
              <a:t> </a:t>
            </a:r>
            <a:r>
              <a:rPr b="0" lang="en-GB" sz="1600" spc="-1" strike="noStrike">
                <a:solidFill>
                  <a:srgbClr val="000000"/>
                </a:solidFill>
                <a:latin typeface="Calibri"/>
              </a:rPr>
              <a:t>serves</a:t>
            </a:r>
            <a:r>
              <a:rPr b="0" lang="en-GB" sz="1600" spc="-35" strike="noStrike">
                <a:solidFill>
                  <a:srgbClr val="000000"/>
                </a:solidFill>
                <a:latin typeface="Calibri"/>
              </a:rPr>
              <a:t> </a:t>
            </a:r>
            <a:r>
              <a:rPr b="0" lang="en-GB" sz="1600" spc="-1" strike="noStrike">
                <a:solidFill>
                  <a:srgbClr val="000000"/>
                </a:solidFill>
                <a:latin typeface="Calibri"/>
              </a:rPr>
              <a:t>as</a:t>
            </a:r>
            <a:r>
              <a:rPr b="0" lang="en-GB" sz="1600" spc="-41" strike="noStrike">
                <a:solidFill>
                  <a:srgbClr val="000000"/>
                </a:solidFill>
                <a:latin typeface="Calibri"/>
              </a:rPr>
              <a:t> </a:t>
            </a:r>
            <a:r>
              <a:rPr b="0" lang="en-GB" sz="1600" spc="-1" strike="noStrike">
                <a:solidFill>
                  <a:srgbClr val="000000"/>
                </a:solidFill>
                <a:latin typeface="Calibri"/>
              </a:rPr>
              <a:t>the</a:t>
            </a:r>
            <a:r>
              <a:rPr b="0" lang="en-GB" sz="1600" spc="-35" strike="noStrike">
                <a:solidFill>
                  <a:srgbClr val="000000"/>
                </a:solidFill>
                <a:latin typeface="Calibri"/>
              </a:rPr>
              <a:t> </a:t>
            </a:r>
            <a:r>
              <a:rPr b="0" lang="en-GB" sz="1600" spc="-12" strike="noStrike">
                <a:solidFill>
                  <a:srgbClr val="000000"/>
                </a:solidFill>
                <a:latin typeface="Calibri"/>
              </a:rPr>
              <a:t>prototype</a:t>
            </a:r>
            <a:r>
              <a:rPr b="0" lang="en-GB" sz="1600" spc="-35" strike="noStrike">
                <a:solidFill>
                  <a:srgbClr val="000000"/>
                </a:solidFill>
                <a:latin typeface="Calibri"/>
              </a:rPr>
              <a:t> </a:t>
            </a:r>
            <a:r>
              <a:rPr b="0" lang="en-GB" sz="1600" spc="-1" strike="noStrike">
                <a:solidFill>
                  <a:srgbClr val="000000"/>
                </a:solidFill>
                <a:latin typeface="Calibri"/>
              </a:rPr>
              <a:t>of</a:t>
            </a:r>
            <a:r>
              <a:rPr b="0" lang="en-GB" sz="1600" spc="-41" strike="noStrike">
                <a:solidFill>
                  <a:srgbClr val="000000"/>
                </a:solidFill>
                <a:latin typeface="Calibri"/>
              </a:rPr>
              <a:t> </a:t>
            </a:r>
            <a:r>
              <a:rPr b="0" lang="en-GB" sz="1600" spc="-1" strike="noStrike">
                <a:solidFill>
                  <a:srgbClr val="000000"/>
                </a:solidFill>
                <a:latin typeface="Calibri"/>
              </a:rPr>
              <a:t>the</a:t>
            </a:r>
            <a:r>
              <a:rPr b="0" lang="en-GB" sz="1600" spc="-35" strike="noStrike">
                <a:solidFill>
                  <a:srgbClr val="000000"/>
                </a:solidFill>
                <a:latin typeface="Calibri"/>
              </a:rPr>
              <a:t> </a:t>
            </a:r>
            <a:r>
              <a:rPr b="0" lang="en-GB" sz="1600" spc="-12" strike="noStrike">
                <a:solidFill>
                  <a:srgbClr val="000000"/>
                </a:solidFill>
                <a:latin typeface="Calibri"/>
              </a:rPr>
              <a:t>cluster.</a:t>
            </a:r>
            <a:endParaRPr b="0" lang="en-GB" sz="1600" spc="-1" strike="noStrike">
              <a:solidFill>
                <a:srgbClr val="000000"/>
              </a:solidFill>
              <a:latin typeface="Arial"/>
            </a:endParaRPr>
          </a:p>
          <a:p>
            <a:pPr marL="83880">
              <a:lnSpc>
                <a:spcPct val="100000"/>
              </a:lnSpc>
            </a:pPr>
            <a:r>
              <a:rPr b="1" lang="en-GB" sz="1600" spc="-12" strike="noStrike">
                <a:solidFill>
                  <a:srgbClr val="000000"/>
                </a:solidFill>
                <a:latin typeface="Calibri"/>
              </a:rPr>
              <a:t>DBSCAN</a:t>
            </a:r>
            <a:endParaRPr b="0" lang="en-GB" sz="1600" spc="-1" strike="noStrike">
              <a:solidFill>
                <a:srgbClr val="000000"/>
              </a:solidFill>
              <a:latin typeface="Arial"/>
            </a:endParaRPr>
          </a:p>
          <a:p>
            <a:pPr marL="83880">
              <a:lnSpc>
                <a:spcPct val="100000"/>
              </a:lnSpc>
            </a:pPr>
            <a:r>
              <a:rPr b="0" lang="en-GB" sz="1600" spc="-1" strike="noStrike">
                <a:solidFill>
                  <a:srgbClr val="000000"/>
                </a:solidFill>
                <a:latin typeface="Calibri"/>
              </a:rPr>
              <a:t>This</a:t>
            </a:r>
            <a:r>
              <a:rPr b="0" lang="en-GB" sz="1600" spc="-41" strike="noStrike">
                <a:solidFill>
                  <a:srgbClr val="000000"/>
                </a:solidFill>
                <a:latin typeface="Calibri"/>
              </a:rPr>
              <a:t> </a:t>
            </a:r>
            <a:r>
              <a:rPr b="0" lang="en-GB" sz="1600" spc="-1" strike="noStrike">
                <a:solidFill>
                  <a:srgbClr val="000000"/>
                </a:solidFill>
                <a:latin typeface="Calibri"/>
              </a:rPr>
              <a:t>is</a:t>
            </a:r>
            <a:r>
              <a:rPr b="0" lang="en-GB" sz="1600" spc="-41" strike="noStrike">
                <a:solidFill>
                  <a:srgbClr val="000000"/>
                </a:solidFill>
                <a:latin typeface="Calibri"/>
              </a:rPr>
              <a:t> </a:t>
            </a:r>
            <a:r>
              <a:rPr b="0" lang="en-GB" sz="1600" spc="-1" strike="noStrike">
                <a:solidFill>
                  <a:srgbClr val="000000"/>
                </a:solidFill>
                <a:latin typeface="Calibri"/>
              </a:rPr>
              <a:t>a</a:t>
            </a:r>
            <a:r>
              <a:rPr b="0" lang="en-GB" sz="1600" spc="-41" strike="noStrike">
                <a:solidFill>
                  <a:srgbClr val="000000"/>
                </a:solidFill>
                <a:latin typeface="Calibri"/>
              </a:rPr>
              <a:t> </a:t>
            </a:r>
            <a:r>
              <a:rPr b="0" lang="en-GB" sz="1600" spc="-1" strike="noStrike">
                <a:solidFill>
                  <a:srgbClr val="000000"/>
                </a:solidFill>
                <a:latin typeface="Calibri"/>
              </a:rPr>
              <a:t>clustering</a:t>
            </a:r>
            <a:r>
              <a:rPr b="0" lang="en-GB" sz="1600" spc="-41" strike="noStrike">
                <a:solidFill>
                  <a:srgbClr val="000000"/>
                </a:solidFill>
                <a:latin typeface="Calibri"/>
              </a:rPr>
              <a:t> </a:t>
            </a:r>
            <a:r>
              <a:rPr b="0" lang="en-GB" sz="1600" spc="-1" strike="noStrike">
                <a:solidFill>
                  <a:srgbClr val="000000"/>
                </a:solidFill>
                <a:latin typeface="Calibri"/>
              </a:rPr>
              <a:t>method</a:t>
            </a:r>
            <a:r>
              <a:rPr b="0" lang="en-GB" sz="1600" spc="-41" strike="noStrike">
                <a:solidFill>
                  <a:srgbClr val="000000"/>
                </a:solidFill>
                <a:latin typeface="Calibri"/>
              </a:rPr>
              <a:t> </a:t>
            </a:r>
            <a:r>
              <a:rPr b="0" lang="en-GB" sz="1600" spc="-1" strike="noStrike">
                <a:solidFill>
                  <a:srgbClr val="000000"/>
                </a:solidFill>
                <a:latin typeface="Calibri"/>
              </a:rPr>
              <a:t>that</a:t>
            </a:r>
            <a:r>
              <a:rPr b="0" lang="en-GB" sz="1600" spc="-41" strike="noStrike">
                <a:solidFill>
                  <a:srgbClr val="000000"/>
                </a:solidFill>
                <a:latin typeface="Calibri"/>
              </a:rPr>
              <a:t> </a:t>
            </a:r>
            <a:r>
              <a:rPr b="0" lang="en-GB" sz="1600" spc="-1" strike="noStrike">
                <a:solidFill>
                  <a:srgbClr val="000000"/>
                </a:solidFill>
                <a:latin typeface="Calibri"/>
              </a:rPr>
              <a:t>groups</a:t>
            </a:r>
            <a:r>
              <a:rPr b="0" lang="en-GB" sz="1600" spc="-41" strike="noStrike">
                <a:solidFill>
                  <a:srgbClr val="000000"/>
                </a:solidFill>
                <a:latin typeface="Calibri"/>
              </a:rPr>
              <a:t> </a:t>
            </a:r>
            <a:r>
              <a:rPr b="0" lang="en-GB" sz="1600" spc="-1" strike="noStrike">
                <a:solidFill>
                  <a:srgbClr val="000000"/>
                </a:solidFill>
                <a:latin typeface="Calibri"/>
              </a:rPr>
              <a:t>the</a:t>
            </a:r>
            <a:r>
              <a:rPr b="0" lang="en-GB" sz="1600" spc="-41" strike="noStrike">
                <a:solidFill>
                  <a:srgbClr val="000000"/>
                </a:solidFill>
                <a:latin typeface="Calibri"/>
              </a:rPr>
              <a:t> </a:t>
            </a:r>
            <a:r>
              <a:rPr b="0" lang="en-GB" sz="1600" spc="-1" strike="noStrike">
                <a:solidFill>
                  <a:srgbClr val="000000"/>
                </a:solidFill>
                <a:latin typeface="Calibri"/>
              </a:rPr>
              <a:t>data</a:t>
            </a:r>
            <a:r>
              <a:rPr b="0" lang="en-GB" sz="1600" spc="-41" strike="noStrike">
                <a:solidFill>
                  <a:srgbClr val="000000"/>
                </a:solidFill>
                <a:latin typeface="Calibri"/>
              </a:rPr>
              <a:t> </a:t>
            </a:r>
            <a:r>
              <a:rPr b="0" lang="en-GB" sz="1600" spc="-1" strike="noStrike">
                <a:solidFill>
                  <a:srgbClr val="000000"/>
                </a:solidFill>
                <a:latin typeface="Calibri"/>
              </a:rPr>
              <a:t>based</a:t>
            </a:r>
            <a:r>
              <a:rPr b="0" lang="en-GB" sz="1600" spc="-41" strike="noStrike">
                <a:solidFill>
                  <a:srgbClr val="000000"/>
                </a:solidFill>
                <a:latin typeface="Calibri"/>
              </a:rPr>
              <a:t> </a:t>
            </a:r>
            <a:r>
              <a:rPr b="0" lang="en-GB" sz="1600" spc="-1" strike="noStrike">
                <a:solidFill>
                  <a:srgbClr val="000000"/>
                </a:solidFill>
                <a:latin typeface="Calibri"/>
              </a:rPr>
              <a:t>on</a:t>
            </a:r>
            <a:r>
              <a:rPr b="0" lang="en-GB" sz="1600" spc="-41" strike="noStrike">
                <a:solidFill>
                  <a:srgbClr val="000000"/>
                </a:solidFill>
                <a:latin typeface="Calibri"/>
              </a:rPr>
              <a:t> </a:t>
            </a:r>
            <a:r>
              <a:rPr b="0" lang="en-GB" sz="1600" spc="-1" strike="noStrike">
                <a:solidFill>
                  <a:srgbClr val="000000"/>
                </a:solidFill>
                <a:latin typeface="Calibri"/>
              </a:rPr>
              <a:t>the</a:t>
            </a:r>
            <a:r>
              <a:rPr b="0" lang="en-GB" sz="1600" spc="-26" strike="noStrike">
                <a:solidFill>
                  <a:srgbClr val="000000"/>
                </a:solidFill>
                <a:latin typeface="Calibri"/>
              </a:rPr>
              <a:t> </a:t>
            </a:r>
            <a:r>
              <a:rPr b="1" lang="en-GB" sz="1600" spc="-1" strike="noStrike">
                <a:solidFill>
                  <a:srgbClr val="000000"/>
                </a:solidFill>
                <a:latin typeface="Calibri"/>
              </a:rPr>
              <a:t>density</a:t>
            </a:r>
            <a:r>
              <a:rPr b="0" lang="en-GB" sz="1600" spc="-1" strike="noStrike">
                <a:solidFill>
                  <a:srgbClr val="000000"/>
                </a:solidFill>
                <a:latin typeface="Calibri"/>
              </a:rPr>
              <a:t>.</a:t>
            </a:r>
            <a:r>
              <a:rPr b="0" lang="en-GB" sz="1600" spc="-41" strike="noStrike">
                <a:solidFill>
                  <a:srgbClr val="000000"/>
                </a:solidFill>
                <a:latin typeface="Calibri"/>
              </a:rPr>
              <a:t> </a:t>
            </a:r>
            <a:r>
              <a:rPr b="0" lang="en-GB" sz="1600" spc="-1" strike="noStrike">
                <a:solidFill>
                  <a:srgbClr val="000000"/>
                </a:solidFill>
                <a:latin typeface="Calibri"/>
              </a:rPr>
              <a:t>It</a:t>
            </a:r>
            <a:r>
              <a:rPr b="0" lang="en-GB" sz="1600" spc="-41" strike="noStrike">
                <a:solidFill>
                  <a:srgbClr val="000000"/>
                </a:solidFill>
                <a:latin typeface="Calibri"/>
              </a:rPr>
              <a:t> </a:t>
            </a:r>
            <a:r>
              <a:rPr b="0" lang="en-GB" sz="1600" spc="-1" strike="noStrike">
                <a:solidFill>
                  <a:srgbClr val="000000"/>
                </a:solidFill>
                <a:latin typeface="Calibri"/>
              </a:rPr>
              <a:t>groups</a:t>
            </a:r>
            <a:r>
              <a:rPr b="0" lang="en-GB" sz="1600" spc="-41" strike="noStrike">
                <a:solidFill>
                  <a:srgbClr val="000000"/>
                </a:solidFill>
                <a:latin typeface="Calibri"/>
              </a:rPr>
              <a:t> </a:t>
            </a:r>
            <a:r>
              <a:rPr b="0" lang="en-GB" sz="1600" spc="-12" strike="noStrike">
                <a:solidFill>
                  <a:srgbClr val="000000"/>
                </a:solidFill>
                <a:latin typeface="Calibri"/>
              </a:rPr>
              <a:t>together</a:t>
            </a:r>
            <a:r>
              <a:rPr b="0" lang="en-GB" sz="1600" spc="-41" strike="noStrike">
                <a:solidFill>
                  <a:srgbClr val="000000"/>
                </a:solidFill>
                <a:latin typeface="Calibri"/>
              </a:rPr>
              <a:t> </a:t>
            </a:r>
            <a:r>
              <a:rPr b="0" lang="en-GB" sz="1600" spc="-1" strike="noStrike">
                <a:solidFill>
                  <a:srgbClr val="000000"/>
                </a:solidFill>
                <a:latin typeface="Calibri"/>
              </a:rPr>
              <a:t>the</a:t>
            </a:r>
            <a:r>
              <a:rPr b="0" lang="en-GB" sz="1600" spc="-41" strike="noStrike">
                <a:solidFill>
                  <a:srgbClr val="000000"/>
                </a:solidFill>
                <a:latin typeface="Calibri"/>
              </a:rPr>
              <a:t> </a:t>
            </a:r>
            <a:r>
              <a:rPr b="0" lang="en-GB" sz="1600" spc="-1" strike="noStrike">
                <a:solidFill>
                  <a:srgbClr val="000000"/>
                </a:solidFill>
                <a:latin typeface="Calibri"/>
              </a:rPr>
              <a:t>points</a:t>
            </a:r>
            <a:r>
              <a:rPr b="0" lang="en-GB" sz="1600" spc="-41" strike="noStrike">
                <a:solidFill>
                  <a:srgbClr val="000000"/>
                </a:solidFill>
                <a:latin typeface="Calibri"/>
              </a:rPr>
              <a:t> </a:t>
            </a:r>
            <a:r>
              <a:rPr b="0" lang="en-GB" sz="1600" spc="-1" strike="noStrike">
                <a:solidFill>
                  <a:srgbClr val="000000"/>
                </a:solidFill>
                <a:latin typeface="Calibri"/>
              </a:rPr>
              <a:t>that</a:t>
            </a:r>
            <a:r>
              <a:rPr b="0" lang="en-GB" sz="1600" spc="-41" strike="noStrike">
                <a:solidFill>
                  <a:srgbClr val="000000"/>
                </a:solidFill>
                <a:latin typeface="Calibri"/>
              </a:rPr>
              <a:t> </a:t>
            </a:r>
            <a:r>
              <a:rPr b="0" lang="en-GB" sz="1600" spc="-1" strike="noStrike">
                <a:solidFill>
                  <a:srgbClr val="000000"/>
                </a:solidFill>
                <a:latin typeface="Calibri"/>
              </a:rPr>
              <a:t>are</a:t>
            </a:r>
            <a:r>
              <a:rPr b="0" lang="en-GB" sz="1600" spc="-41" strike="noStrike">
                <a:solidFill>
                  <a:srgbClr val="000000"/>
                </a:solidFill>
                <a:latin typeface="Calibri"/>
              </a:rPr>
              <a:t> </a:t>
            </a:r>
            <a:r>
              <a:rPr b="0" lang="en-GB" sz="1600" spc="-1" strike="noStrike">
                <a:solidFill>
                  <a:srgbClr val="000000"/>
                </a:solidFill>
                <a:latin typeface="Calibri"/>
              </a:rPr>
              <a:t>given</a:t>
            </a:r>
            <a:r>
              <a:rPr b="0" lang="en-GB" sz="1600" spc="-41" strike="noStrike">
                <a:solidFill>
                  <a:srgbClr val="000000"/>
                </a:solidFill>
                <a:latin typeface="Calibri"/>
              </a:rPr>
              <a:t> </a:t>
            </a:r>
            <a:r>
              <a:rPr b="0" lang="en-GB" sz="1600" spc="-1" strike="noStrike">
                <a:solidFill>
                  <a:srgbClr val="000000"/>
                </a:solidFill>
                <a:latin typeface="Calibri"/>
              </a:rPr>
              <a:t>in</a:t>
            </a:r>
            <a:r>
              <a:rPr b="0" lang="en-GB" sz="1600" spc="-21" strike="noStrike">
                <a:solidFill>
                  <a:srgbClr val="000000"/>
                </a:solidFill>
                <a:latin typeface="Calibri"/>
              </a:rPr>
              <a:t> </a:t>
            </a:r>
            <a:r>
              <a:rPr b="0" lang="en-GB" sz="1600" spc="-26" strike="noStrike">
                <a:solidFill>
                  <a:srgbClr val="000000"/>
                </a:solidFill>
                <a:latin typeface="Calibri"/>
              </a:rPr>
              <a:t>the </a:t>
            </a:r>
            <a:r>
              <a:rPr b="0" lang="en-GB" sz="1600" spc="-1" strike="noStrike">
                <a:solidFill>
                  <a:srgbClr val="000000"/>
                </a:solidFill>
                <a:latin typeface="Calibri"/>
              </a:rPr>
              <a:t>space</a:t>
            </a:r>
            <a:r>
              <a:rPr b="0" lang="en-GB" sz="1600" spc="-32" strike="noStrike">
                <a:solidFill>
                  <a:srgbClr val="000000"/>
                </a:solidFill>
                <a:latin typeface="Calibri"/>
              </a:rPr>
              <a:t> </a:t>
            </a:r>
            <a:r>
              <a:rPr b="0" lang="en-GB" sz="1600" spc="-1" strike="noStrike">
                <a:solidFill>
                  <a:srgbClr val="000000"/>
                </a:solidFill>
                <a:latin typeface="Calibri"/>
              </a:rPr>
              <a:t>and</a:t>
            </a:r>
            <a:r>
              <a:rPr b="0" lang="en-GB" sz="1600" spc="-32" strike="noStrike">
                <a:solidFill>
                  <a:srgbClr val="000000"/>
                </a:solidFill>
                <a:latin typeface="Calibri"/>
              </a:rPr>
              <a:t> </a:t>
            </a:r>
            <a:r>
              <a:rPr b="0" lang="en-GB" sz="1600" spc="-1" strike="noStrike">
                <a:solidFill>
                  <a:srgbClr val="000000"/>
                </a:solidFill>
                <a:latin typeface="Calibri"/>
              </a:rPr>
              <a:t>marks</a:t>
            </a:r>
            <a:r>
              <a:rPr b="0" lang="en-GB" sz="1600" spc="-26" strike="noStrike">
                <a:solidFill>
                  <a:srgbClr val="000000"/>
                </a:solidFill>
                <a:latin typeface="Calibri"/>
              </a:rPr>
              <a:t> </a:t>
            </a:r>
            <a:r>
              <a:rPr b="0" lang="en-GB" sz="1600" spc="-1" strike="noStrike">
                <a:solidFill>
                  <a:srgbClr val="000000"/>
                </a:solidFill>
                <a:latin typeface="Calibri"/>
              </a:rPr>
              <a:t>the</a:t>
            </a:r>
            <a:r>
              <a:rPr b="0" lang="en-GB" sz="1600" spc="-32" strike="noStrike">
                <a:solidFill>
                  <a:srgbClr val="000000"/>
                </a:solidFill>
                <a:latin typeface="Calibri"/>
              </a:rPr>
              <a:t> </a:t>
            </a:r>
            <a:r>
              <a:rPr b="0" lang="en-GB" sz="1600" spc="-12" strike="noStrike">
                <a:solidFill>
                  <a:srgbClr val="000000"/>
                </a:solidFill>
                <a:latin typeface="Calibri"/>
              </a:rPr>
              <a:t>outliers</a:t>
            </a:r>
            <a:r>
              <a:rPr b="0" lang="en-GB" sz="1600" spc="-32" strike="noStrike">
                <a:solidFill>
                  <a:srgbClr val="000000"/>
                </a:solidFill>
                <a:latin typeface="Calibri"/>
              </a:rPr>
              <a:t> </a:t>
            </a:r>
            <a:r>
              <a:rPr b="0" lang="en-GB" sz="1600" spc="-1" strike="noStrike">
                <a:solidFill>
                  <a:srgbClr val="000000"/>
                </a:solidFill>
                <a:latin typeface="Calibri"/>
              </a:rPr>
              <a:t>in</a:t>
            </a:r>
            <a:r>
              <a:rPr b="0" lang="en-GB" sz="1600" spc="-26" strike="noStrike">
                <a:solidFill>
                  <a:srgbClr val="000000"/>
                </a:solidFill>
                <a:latin typeface="Calibri"/>
              </a:rPr>
              <a:t> </a:t>
            </a:r>
            <a:r>
              <a:rPr b="0" lang="en-GB" sz="1600" spc="-1" strike="noStrike">
                <a:solidFill>
                  <a:srgbClr val="000000"/>
                </a:solidFill>
                <a:latin typeface="Calibri"/>
              </a:rPr>
              <a:t>the</a:t>
            </a:r>
            <a:r>
              <a:rPr b="0" lang="en-GB" sz="1600" spc="-12" strike="noStrike">
                <a:solidFill>
                  <a:srgbClr val="000000"/>
                </a:solidFill>
                <a:latin typeface="Calibri"/>
              </a:rPr>
              <a:t> </a:t>
            </a:r>
            <a:r>
              <a:rPr b="1" lang="en-GB" sz="1600" spc="-12" strike="noStrike">
                <a:solidFill>
                  <a:srgbClr val="000000"/>
                </a:solidFill>
                <a:latin typeface="Calibri"/>
              </a:rPr>
              <a:t>low-</a:t>
            </a:r>
            <a:r>
              <a:rPr b="1" lang="en-GB" sz="1600" spc="-1" strike="noStrike">
                <a:solidFill>
                  <a:srgbClr val="000000"/>
                </a:solidFill>
                <a:latin typeface="Calibri"/>
              </a:rPr>
              <a:t>density</a:t>
            </a:r>
            <a:r>
              <a:rPr b="1" lang="en-GB" sz="1600" spc="-32" strike="noStrike">
                <a:solidFill>
                  <a:srgbClr val="000000"/>
                </a:solidFill>
                <a:latin typeface="Calibri"/>
              </a:rPr>
              <a:t> </a:t>
            </a:r>
            <a:r>
              <a:rPr b="1" lang="en-GB" sz="1600" spc="-12" strike="noStrike">
                <a:solidFill>
                  <a:srgbClr val="000000"/>
                </a:solidFill>
                <a:latin typeface="Calibri"/>
              </a:rPr>
              <a:t>region</a:t>
            </a:r>
            <a:r>
              <a:rPr b="0" lang="en-GB" sz="1600" spc="-12" strike="noStrike">
                <a:solidFill>
                  <a:srgbClr val="000000"/>
                </a:solidFill>
                <a:latin typeface="Calibri"/>
              </a:rPr>
              <a:t>.</a:t>
            </a:r>
            <a:endParaRPr b="0" lang="en-GB" sz="1600" spc="-1" strike="noStrike">
              <a:solidFill>
                <a:srgbClr val="000000"/>
              </a:solidFill>
              <a:latin typeface="Arial"/>
            </a:endParaRPr>
          </a:p>
          <a:p>
            <a:pPr marL="83880">
              <a:lnSpc>
                <a:spcPct val="100000"/>
              </a:lnSpc>
            </a:pPr>
            <a:r>
              <a:rPr b="1" lang="en-GB" sz="1600" spc="-12" strike="noStrike">
                <a:solidFill>
                  <a:srgbClr val="000000"/>
                </a:solidFill>
                <a:latin typeface="Calibri"/>
              </a:rPr>
              <a:t>Hierarchical</a:t>
            </a:r>
            <a:r>
              <a:rPr b="1" lang="en-GB" sz="1600" spc="-35" strike="noStrike">
                <a:solidFill>
                  <a:srgbClr val="000000"/>
                </a:solidFill>
                <a:latin typeface="Calibri"/>
              </a:rPr>
              <a:t> </a:t>
            </a:r>
            <a:r>
              <a:rPr b="1" lang="en-GB" sz="1600" spc="-12" strike="noStrike">
                <a:solidFill>
                  <a:srgbClr val="000000"/>
                </a:solidFill>
                <a:latin typeface="Calibri"/>
              </a:rPr>
              <a:t>clustering</a:t>
            </a:r>
            <a:endParaRPr b="0" lang="en-GB" sz="1600" spc="-1" strike="noStrike">
              <a:solidFill>
                <a:srgbClr val="000000"/>
              </a:solidFill>
              <a:latin typeface="Arial"/>
            </a:endParaRPr>
          </a:p>
          <a:p>
            <a:pPr marL="83880">
              <a:lnSpc>
                <a:spcPct val="100000"/>
              </a:lnSpc>
            </a:pPr>
            <a:r>
              <a:rPr b="0" lang="en-GB" sz="1600" spc="-1" strike="noStrike">
                <a:solidFill>
                  <a:srgbClr val="000000"/>
                </a:solidFill>
                <a:latin typeface="Calibri"/>
              </a:rPr>
              <a:t>In</a:t>
            </a:r>
            <a:r>
              <a:rPr b="0" lang="en-GB" sz="1600" spc="-41" strike="noStrike">
                <a:solidFill>
                  <a:srgbClr val="000000"/>
                </a:solidFill>
                <a:latin typeface="Calibri"/>
              </a:rPr>
              <a:t> </a:t>
            </a:r>
            <a:r>
              <a:rPr b="0" lang="en-GB" sz="1600" spc="-1" strike="noStrike">
                <a:solidFill>
                  <a:srgbClr val="000000"/>
                </a:solidFill>
                <a:latin typeface="Calibri"/>
              </a:rPr>
              <a:t>this</a:t>
            </a:r>
            <a:r>
              <a:rPr b="0" lang="en-GB" sz="1600" spc="-35" strike="noStrike">
                <a:solidFill>
                  <a:srgbClr val="000000"/>
                </a:solidFill>
                <a:latin typeface="Calibri"/>
              </a:rPr>
              <a:t> </a:t>
            </a:r>
            <a:r>
              <a:rPr b="0" lang="en-GB" sz="1600" spc="-1" strike="noStrike">
                <a:solidFill>
                  <a:srgbClr val="000000"/>
                </a:solidFill>
                <a:latin typeface="Calibri"/>
              </a:rPr>
              <a:t>form</a:t>
            </a:r>
            <a:r>
              <a:rPr b="0" lang="en-GB" sz="1600" spc="-35" strike="noStrike">
                <a:solidFill>
                  <a:srgbClr val="000000"/>
                </a:solidFill>
                <a:latin typeface="Calibri"/>
              </a:rPr>
              <a:t> </a:t>
            </a:r>
            <a:r>
              <a:rPr b="0" lang="en-GB" sz="1600" spc="-1" strike="noStrike">
                <a:solidFill>
                  <a:srgbClr val="000000"/>
                </a:solidFill>
                <a:latin typeface="Calibri"/>
              </a:rPr>
              <a:t>of</a:t>
            </a:r>
            <a:r>
              <a:rPr b="0" lang="en-GB" sz="1600" spc="-35" strike="noStrike">
                <a:solidFill>
                  <a:srgbClr val="000000"/>
                </a:solidFill>
                <a:latin typeface="Calibri"/>
              </a:rPr>
              <a:t> </a:t>
            </a:r>
            <a:r>
              <a:rPr b="0" lang="en-GB" sz="1600" spc="-1" strike="noStrike">
                <a:solidFill>
                  <a:srgbClr val="000000"/>
                </a:solidFill>
                <a:latin typeface="Calibri"/>
              </a:rPr>
              <a:t>clustering,</a:t>
            </a:r>
            <a:r>
              <a:rPr b="0" lang="en-GB" sz="1600" spc="-35" strike="noStrike">
                <a:solidFill>
                  <a:srgbClr val="000000"/>
                </a:solidFill>
                <a:latin typeface="Calibri"/>
              </a:rPr>
              <a:t> </a:t>
            </a:r>
            <a:r>
              <a:rPr b="0" lang="en-GB" sz="1600" spc="-1" strike="noStrike">
                <a:solidFill>
                  <a:srgbClr val="000000"/>
                </a:solidFill>
                <a:latin typeface="Calibri"/>
              </a:rPr>
              <a:t>a</a:t>
            </a:r>
            <a:r>
              <a:rPr b="0" lang="en-GB" sz="1600" spc="-35" strike="noStrike">
                <a:solidFill>
                  <a:srgbClr val="000000"/>
                </a:solidFill>
                <a:latin typeface="Calibri"/>
              </a:rPr>
              <a:t> </a:t>
            </a:r>
            <a:r>
              <a:rPr b="0" lang="en-GB" sz="1600" spc="-12" strike="noStrike">
                <a:solidFill>
                  <a:srgbClr val="000000"/>
                </a:solidFill>
                <a:latin typeface="Calibri"/>
              </a:rPr>
              <a:t>hierarchy</a:t>
            </a:r>
            <a:r>
              <a:rPr b="0" lang="en-GB" sz="1600" spc="-35" strike="noStrike">
                <a:solidFill>
                  <a:srgbClr val="000000"/>
                </a:solidFill>
                <a:latin typeface="Calibri"/>
              </a:rPr>
              <a:t> </a:t>
            </a:r>
            <a:r>
              <a:rPr b="0" lang="en-GB" sz="1600" spc="-1" strike="noStrike">
                <a:solidFill>
                  <a:srgbClr val="000000"/>
                </a:solidFill>
                <a:latin typeface="Calibri"/>
              </a:rPr>
              <a:t>of</a:t>
            </a:r>
            <a:r>
              <a:rPr b="0" lang="en-GB" sz="1600" spc="-35" strike="noStrike">
                <a:solidFill>
                  <a:srgbClr val="000000"/>
                </a:solidFill>
                <a:latin typeface="Calibri"/>
              </a:rPr>
              <a:t> </a:t>
            </a:r>
            <a:r>
              <a:rPr b="0" lang="en-GB" sz="1600" spc="-12" strike="noStrike">
                <a:solidFill>
                  <a:srgbClr val="000000"/>
                </a:solidFill>
                <a:latin typeface="Calibri"/>
              </a:rPr>
              <a:t>clusters</a:t>
            </a:r>
            <a:r>
              <a:rPr b="0" lang="en-GB" sz="1600" spc="-35" strike="noStrike">
                <a:solidFill>
                  <a:srgbClr val="000000"/>
                </a:solidFill>
                <a:latin typeface="Calibri"/>
              </a:rPr>
              <a:t> </a:t>
            </a:r>
            <a:r>
              <a:rPr b="0" lang="en-GB" sz="1600" spc="-1" strike="noStrike">
                <a:solidFill>
                  <a:srgbClr val="000000"/>
                </a:solidFill>
                <a:latin typeface="Calibri"/>
              </a:rPr>
              <a:t>is</a:t>
            </a:r>
            <a:r>
              <a:rPr b="0" lang="en-GB" sz="1600" spc="-35" strike="noStrike">
                <a:solidFill>
                  <a:srgbClr val="000000"/>
                </a:solidFill>
                <a:latin typeface="Calibri"/>
              </a:rPr>
              <a:t> </a:t>
            </a:r>
            <a:r>
              <a:rPr b="0" lang="en-GB" sz="1600" spc="-12" strike="noStrike">
                <a:solidFill>
                  <a:srgbClr val="000000"/>
                </a:solidFill>
                <a:latin typeface="Calibri"/>
              </a:rPr>
              <a:t>built.</a:t>
            </a:r>
            <a:endParaRPr b="0" lang="en-GB" sz="1600" spc="-1" strike="noStrike">
              <a:solidFill>
                <a:srgbClr val="000000"/>
              </a:solidFill>
              <a:latin typeface="Arial"/>
            </a:endParaRPr>
          </a:p>
          <a:p>
            <a:pPr marL="83880">
              <a:lnSpc>
                <a:spcPct val="100000"/>
              </a:lnSpc>
            </a:pPr>
            <a:endParaRPr b="0" lang="en-GB" sz="1600" spc="-1" strike="noStrike">
              <a:solidFill>
                <a:srgbClr val="000000"/>
              </a:solidFill>
              <a:latin typeface="Arial"/>
            </a:endParaRPr>
          </a:p>
          <a:p>
            <a:pPr marL="83880">
              <a:lnSpc>
                <a:spcPct val="100000"/>
              </a:lnSpc>
              <a:spcBef>
                <a:spcPts val="876"/>
              </a:spcBef>
            </a:pPr>
            <a:endParaRPr b="0" lang="en-GB" sz="1600" spc="-1" strike="noStrike">
              <a:solidFill>
                <a:srgbClr val="000000"/>
              </a:solidFill>
              <a:latin typeface="Arial"/>
            </a:endParaRPr>
          </a:p>
          <a:p>
            <a:pPr marL="83880">
              <a:lnSpc>
                <a:spcPct val="100000"/>
              </a:lnSpc>
            </a:pPr>
            <a:r>
              <a:rPr b="1" lang="en-GB" sz="2000" spc="-12" strike="noStrike">
                <a:solidFill>
                  <a:srgbClr val="000000"/>
                </a:solidFill>
                <a:latin typeface="Calibri"/>
              </a:rPr>
              <a:t>Examples</a:t>
            </a:r>
            <a:r>
              <a:rPr b="1" lang="en-GB" sz="2000" spc="-60" strike="noStrike">
                <a:solidFill>
                  <a:srgbClr val="000000"/>
                </a:solidFill>
                <a:latin typeface="Calibri"/>
              </a:rPr>
              <a:t> </a:t>
            </a:r>
            <a:r>
              <a:rPr b="1" lang="en-GB" sz="2000" spc="-1" strike="noStrike">
                <a:solidFill>
                  <a:srgbClr val="000000"/>
                </a:solidFill>
                <a:latin typeface="Calibri"/>
              </a:rPr>
              <a:t>of</a:t>
            </a:r>
            <a:r>
              <a:rPr b="1" lang="en-GB" sz="2000" spc="-60" strike="noStrike">
                <a:solidFill>
                  <a:srgbClr val="000000"/>
                </a:solidFill>
                <a:latin typeface="Calibri"/>
              </a:rPr>
              <a:t> </a:t>
            </a:r>
            <a:r>
              <a:rPr b="1" lang="en-GB" sz="2000" spc="-12" strike="noStrike">
                <a:solidFill>
                  <a:srgbClr val="000000"/>
                </a:solidFill>
                <a:latin typeface="Calibri"/>
              </a:rPr>
              <a:t>Unsupervised</a:t>
            </a:r>
            <a:r>
              <a:rPr b="1" lang="en-GB" sz="2000" spc="-60" strike="noStrike">
                <a:solidFill>
                  <a:srgbClr val="000000"/>
                </a:solidFill>
                <a:latin typeface="Calibri"/>
              </a:rPr>
              <a:t> </a:t>
            </a:r>
            <a:r>
              <a:rPr b="1" lang="en-GB" sz="2000" spc="-1" strike="noStrike">
                <a:solidFill>
                  <a:srgbClr val="000000"/>
                </a:solidFill>
                <a:latin typeface="Calibri"/>
              </a:rPr>
              <a:t>learning</a:t>
            </a:r>
            <a:r>
              <a:rPr b="1" lang="en-GB" sz="2000" spc="-60" strike="noStrike">
                <a:solidFill>
                  <a:srgbClr val="000000"/>
                </a:solidFill>
                <a:latin typeface="Calibri"/>
              </a:rPr>
              <a:t> </a:t>
            </a:r>
            <a:r>
              <a:rPr b="1" lang="en-GB" sz="2000" spc="-12" strike="noStrike">
                <a:solidFill>
                  <a:srgbClr val="000000"/>
                </a:solidFill>
                <a:latin typeface="Calibri"/>
              </a:rPr>
              <a:t>Problems</a:t>
            </a:r>
            <a:endParaRPr b="0" lang="en-GB" sz="2000" spc="-1" strike="noStrike">
              <a:solidFill>
                <a:srgbClr val="000000"/>
              </a:solidFill>
              <a:latin typeface="Arial"/>
            </a:endParaRPr>
          </a:p>
          <a:p>
            <a:pPr marL="83880" indent="-79920">
              <a:lnSpc>
                <a:spcPct val="100000"/>
              </a:lnSpc>
              <a:spcBef>
                <a:spcPts val="1936"/>
              </a:spcBef>
              <a:buClr>
                <a:srgbClr val="000000"/>
              </a:buClr>
              <a:buSzPct val="94000"/>
              <a:buFont typeface="Arial"/>
              <a:buChar char="•"/>
              <a:tabLst>
                <a:tab algn="l" pos="83880"/>
              </a:tabLst>
            </a:pPr>
            <a:r>
              <a:rPr b="1" lang="en-GB" sz="1600" spc="-12" strike="noStrike">
                <a:solidFill>
                  <a:srgbClr val="000000"/>
                </a:solidFill>
                <a:latin typeface="Calibri"/>
              </a:rPr>
              <a:t>Customer</a:t>
            </a:r>
            <a:r>
              <a:rPr b="1" lang="en-GB" sz="1600" spc="-35" strike="noStrike">
                <a:solidFill>
                  <a:srgbClr val="000000"/>
                </a:solidFill>
                <a:latin typeface="Calibri"/>
              </a:rPr>
              <a:t> </a:t>
            </a:r>
            <a:r>
              <a:rPr b="1" lang="en-GB" sz="1600" spc="-12" strike="noStrike">
                <a:solidFill>
                  <a:srgbClr val="000000"/>
                </a:solidFill>
                <a:latin typeface="Calibri"/>
              </a:rPr>
              <a:t>segmentation</a:t>
            </a:r>
            <a:r>
              <a:rPr b="1" lang="en-GB" sz="1600" spc="-32" strike="noStrike">
                <a:solidFill>
                  <a:srgbClr val="000000"/>
                </a:solidFill>
                <a:latin typeface="Calibri"/>
              </a:rPr>
              <a:t> </a:t>
            </a:r>
            <a:r>
              <a:rPr b="1" lang="en-GB" sz="1600" spc="-1" strike="noStrike">
                <a:solidFill>
                  <a:srgbClr val="000000"/>
                </a:solidFill>
                <a:latin typeface="Calibri"/>
              </a:rPr>
              <a:t>for</a:t>
            </a:r>
            <a:r>
              <a:rPr b="1" lang="en-GB" sz="1600" spc="-32" strike="noStrike">
                <a:solidFill>
                  <a:srgbClr val="000000"/>
                </a:solidFill>
                <a:latin typeface="Calibri"/>
              </a:rPr>
              <a:t> </a:t>
            </a:r>
            <a:r>
              <a:rPr b="1" lang="en-GB" sz="1600" spc="-12" strike="noStrike">
                <a:solidFill>
                  <a:srgbClr val="000000"/>
                </a:solidFill>
                <a:latin typeface="Calibri"/>
              </a:rPr>
              <a:t>target</a:t>
            </a:r>
            <a:r>
              <a:rPr b="1" lang="en-GB" sz="1600" spc="-32" strike="noStrike">
                <a:solidFill>
                  <a:srgbClr val="000000"/>
                </a:solidFill>
                <a:latin typeface="Calibri"/>
              </a:rPr>
              <a:t> </a:t>
            </a:r>
            <a:r>
              <a:rPr b="1" lang="en-GB" sz="1600" spc="-1" strike="noStrike">
                <a:solidFill>
                  <a:srgbClr val="000000"/>
                </a:solidFill>
                <a:latin typeface="Calibri"/>
              </a:rPr>
              <a:t>marketing</a:t>
            </a:r>
            <a:r>
              <a:rPr b="0" lang="en-GB" sz="1600" spc="-1" strike="noStrike">
                <a:solidFill>
                  <a:srgbClr val="000000"/>
                </a:solidFill>
                <a:latin typeface="Calibri"/>
              </a:rPr>
              <a:t>:</a:t>
            </a:r>
            <a:r>
              <a:rPr b="0" lang="en-GB" sz="1600" spc="-32" strike="noStrike">
                <a:solidFill>
                  <a:srgbClr val="000000"/>
                </a:solidFill>
                <a:latin typeface="Calibri"/>
              </a:rPr>
              <a:t> </a:t>
            </a:r>
            <a:r>
              <a:rPr b="0" lang="en-GB" sz="1600" spc="-1" strike="noStrike">
                <a:solidFill>
                  <a:srgbClr val="000000"/>
                </a:solidFill>
                <a:latin typeface="Calibri"/>
              </a:rPr>
              <a:t>By</a:t>
            </a:r>
            <a:r>
              <a:rPr b="0" lang="en-GB" sz="1600" spc="-32" strike="noStrike">
                <a:solidFill>
                  <a:srgbClr val="000000"/>
                </a:solidFill>
                <a:latin typeface="Calibri"/>
              </a:rPr>
              <a:t> </a:t>
            </a:r>
            <a:r>
              <a:rPr b="0" lang="en-GB" sz="1600" spc="-1" strike="noStrike">
                <a:solidFill>
                  <a:srgbClr val="000000"/>
                </a:solidFill>
                <a:latin typeface="Calibri"/>
              </a:rPr>
              <a:t>using</a:t>
            </a:r>
            <a:r>
              <a:rPr b="0" lang="en-GB" sz="1600" spc="-32" strike="noStrike">
                <a:solidFill>
                  <a:srgbClr val="000000"/>
                </a:solidFill>
                <a:latin typeface="Calibri"/>
              </a:rPr>
              <a:t> </a:t>
            </a:r>
            <a:r>
              <a:rPr b="0" lang="en-GB" sz="1600" spc="-12" strike="noStrike">
                <a:solidFill>
                  <a:srgbClr val="000000"/>
                </a:solidFill>
                <a:latin typeface="Calibri"/>
              </a:rPr>
              <a:t>customer</a:t>
            </a:r>
            <a:r>
              <a:rPr b="0" lang="en-GB" sz="1600" spc="-32" strike="noStrike">
                <a:solidFill>
                  <a:srgbClr val="000000"/>
                </a:solidFill>
                <a:latin typeface="Calibri"/>
              </a:rPr>
              <a:t> </a:t>
            </a:r>
            <a:r>
              <a:rPr b="0" lang="en-GB" sz="1600" spc="-12" strike="noStrike">
                <a:solidFill>
                  <a:srgbClr val="000000"/>
                </a:solidFill>
                <a:latin typeface="Calibri"/>
              </a:rPr>
              <a:t>attributes</a:t>
            </a:r>
            <a:r>
              <a:rPr b="0" lang="en-GB" sz="1600" spc="-32" strike="noStrike">
                <a:solidFill>
                  <a:srgbClr val="000000"/>
                </a:solidFill>
                <a:latin typeface="Calibri"/>
              </a:rPr>
              <a:t> </a:t>
            </a:r>
            <a:r>
              <a:rPr b="0" lang="en-GB" sz="1600" spc="-1" strike="noStrike">
                <a:solidFill>
                  <a:srgbClr val="000000"/>
                </a:solidFill>
                <a:latin typeface="Calibri"/>
              </a:rPr>
              <a:t>such</a:t>
            </a:r>
            <a:r>
              <a:rPr b="0" lang="en-GB" sz="1600" spc="-32" strike="noStrike">
                <a:solidFill>
                  <a:srgbClr val="000000"/>
                </a:solidFill>
                <a:latin typeface="Calibri"/>
              </a:rPr>
              <a:t> </a:t>
            </a:r>
            <a:r>
              <a:rPr b="0" lang="en-GB" sz="1600" spc="-1" strike="noStrike">
                <a:solidFill>
                  <a:srgbClr val="000000"/>
                </a:solidFill>
                <a:latin typeface="Calibri"/>
              </a:rPr>
              <a:t>as</a:t>
            </a:r>
            <a:r>
              <a:rPr b="0" lang="en-GB" sz="1600" spc="-35" strike="noStrike">
                <a:solidFill>
                  <a:srgbClr val="000000"/>
                </a:solidFill>
                <a:latin typeface="Calibri"/>
              </a:rPr>
              <a:t> </a:t>
            </a:r>
            <a:r>
              <a:rPr b="0" lang="en-GB" sz="1600" spc="-12" strike="noStrike">
                <a:solidFill>
                  <a:srgbClr val="000000"/>
                </a:solidFill>
                <a:latin typeface="Calibri"/>
              </a:rPr>
              <a:t>demographics</a:t>
            </a:r>
            <a:r>
              <a:rPr b="0" lang="en-GB" sz="1600" spc="-32" strike="noStrike">
                <a:solidFill>
                  <a:srgbClr val="000000"/>
                </a:solidFill>
                <a:latin typeface="Calibri"/>
              </a:rPr>
              <a:t> </a:t>
            </a:r>
            <a:r>
              <a:rPr b="0" lang="en-GB" sz="1600" spc="-1" strike="noStrike">
                <a:solidFill>
                  <a:srgbClr val="000000"/>
                </a:solidFill>
                <a:latin typeface="Calibri"/>
              </a:rPr>
              <a:t>and</a:t>
            </a:r>
            <a:r>
              <a:rPr b="0" lang="en-GB" sz="1600" spc="-32" strike="noStrike">
                <a:solidFill>
                  <a:srgbClr val="000000"/>
                </a:solidFill>
                <a:latin typeface="Calibri"/>
              </a:rPr>
              <a:t> </a:t>
            </a:r>
            <a:r>
              <a:rPr b="0" lang="en-GB" sz="1600" spc="-12" strike="noStrike">
                <a:solidFill>
                  <a:srgbClr val="000000"/>
                </a:solidFill>
                <a:latin typeface="Calibri"/>
              </a:rPr>
              <a:t>historical engagement</a:t>
            </a:r>
            <a:r>
              <a:rPr b="0" lang="en-GB" sz="1600" spc="-35" strike="noStrike">
                <a:solidFill>
                  <a:srgbClr val="000000"/>
                </a:solidFill>
                <a:latin typeface="Calibri"/>
              </a:rPr>
              <a:t> </a:t>
            </a:r>
            <a:r>
              <a:rPr b="0" lang="en-GB" sz="1600" spc="-1" strike="noStrike">
                <a:solidFill>
                  <a:srgbClr val="000000"/>
                </a:solidFill>
                <a:latin typeface="Calibri"/>
              </a:rPr>
              <a:t>data.</a:t>
            </a:r>
            <a:r>
              <a:rPr b="0" lang="en-GB" sz="1600" spc="-32" strike="noStrike">
                <a:solidFill>
                  <a:srgbClr val="000000"/>
                </a:solidFill>
                <a:latin typeface="Calibri"/>
              </a:rPr>
              <a:t> </a:t>
            </a:r>
            <a:r>
              <a:rPr b="0" lang="en-GB" sz="1600" spc="-1" strike="noStrike">
                <a:solidFill>
                  <a:srgbClr val="000000"/>
                </a:solidFill>
                <a:latin typeface="Calibri"/>
              </a:rPr>
              <a:t>The</a:t>
            </a:r>
            <a:r>
              <a:rPr b="0" lang="en-GB" sz="1600" spc="-32" strike="noStrike">
                <a:solidFill>
                  <a:srgbClr val="000000"/>
                </a:solidFill>
                <a:latin typeface="Calibri"/>
              </a:rPr>
              <a:t> </a:t>
            </a:r>
            <a:r>
              <a:rPr b="0" lang="en-GB" sz="1600" spc="-21" strike="noStrike">
                <a:solidFill>
                  <a:srgbClr val="000000"/>
                </a:solidFill>
                <a:latin typeface="Calibri"/>
              </a:rPr>
              <a:t>data-</a:t>
            </a:r>
            <a:r>
              <a:rPr b="0" lang="en-GB" sz="1600" spc="-1" strike="noStrike">
                <a:solidFill>
                  <a:srgbClr val="000000"/>
                </a:solidFill>
                <a:latin typeface="Calibri"/>
              </a:rPr>
              <a:t>driven</a:t>
            </a:r>
            <a:r>
              <a:rPr b="0" lang="en-GB" sz="1600" spc="-32" strike="noStrike">
                <a:solidFill>
                  <a:srgbClr val="000000"/>
                </a:solidFill>
                <a:latin typeface="Calibri"/>
              </a:rPr>
              <a:t> </a:t>
            </a:r>
            <a:r>
              <a:rPr b="0" lang="en-GB" sz="1600" spc="-12" strike="noStrike">
                <a:solidFill>
                  <a:srgbClr val="000000"/>
                </a:solidFill>
                <a:latin typeface="Calibri"/>
              </a:rPr>
              <a:t>customer</a:t>
            </a:r>
            <a:r>
              <a:rPr b="0" lang="en-GB" sz="1600" spc="-32" strike="noStrike">
                <a:solidFill>
                  <a:srgbClr val="000000"/>
                </a:solidFill>
                <a:latin typeface="Calibri"/>
              </a:rPr>
              <a:t> </a:t>
            </a:r>
            <a:r>
              <a:rPr b="0" lang="en-GB" sz="1600" spc="-12" strike="noStrike">
                <a:solidFill>
                  <a:srgbClr val="000000"/>
                </a:solidFill>
                <a:latin typeface="Calibri"/>
              </a:rPr>
              <a:t>segmentation</a:t>
            </a:r>
            <a:r>
              <a:rPr b="0" lang="en-GB" sz="1600" spc="-32" strike="noStrike">
                <a:solidFill>
                  <a:srgbClr val="000000"/>
                </a:solidFill>
                <a:latin typeface="Calibri"/>
              </a:rPr>
              <a:t> </a:t>
            </a:r>
            <a:r>
              <a:rPr b="0" lang="en-GB" sz="1600" spc="-1" strike="noStrike">
                <a:solidFill>
                  <a:srgbClr val="000000"/>
                </a:solidFill>
                <a:latin typeface="Calibri"/>
              </a:rPr>
              <a:t>approach</a:t>
            </a:r>
            <a:r>
              <a:rPr b="0" lang="en-GB" sz="1600" spc="-32" strike="noStrike">
                <a:solidFill>
                  <a:srgbClr val="000000"/>
                </a:solidFill>
                <a:latin typeface="Calibri"/>
              </a:rPr>
              <a:t> </a:t>
            </a:r>
            <a:r>
              <a:rPr b="0" lang="en-GB" sz="1600" spc="-1" strike="noStrike">
                <a:solidFill>
                  <a:srgbClr val="000000"/>
                </a:solidFill>
                <a:latin typeface="Calibri"/>
              </a:rPr>
              <a:t>is</a:t>
            </a:r>
            <a:r>
              <a:rPr b="0" lang="en-GB" sz="1600" spc="-35" strike="noStrike">
                <a:solidFill>
                  <a:srgbClr val="000000"/>
                </a:solidFill>
                <a:latin typeface="Calibri"/>
              </a:rPr>
              <a:t> </a:t>
            </a:r>
            <a:r>
              <a:rPr b="0" lang="en-GB" sz="1600" spc="-1" strike="noStrike">
                <a:solidFill>
                  <a:srgbClr val="000000"/>
                </a:solidFill>
                <a:latin typeface="Calibri"/>
              </a:rPr>
              <a:t>usually</a:t>
            </a:r>
            <a:r>
              <a:rPr b="0" lang="en-GB" sz="1600" spc="-32" strike="noStrike">
                <a:solidFill>
                  <a:srgbClr val="000000"/>
                </a:solidFill>
                <a:latin typeface="Calibri"/>
              </a:rPr>
              <a:t> </a:t>
            </a:r>
            <a:r>
              <a:rPr b="0" lang="en-GB" sz="1600" spc="-1" strike="noStrike">
                <a:solidFill>
                  <a:srgbClr val="000000"/>
                </a:solidFill>
                <a:latin typeface="Calibri"/>
              </a:rPr>
              <a:t>more</a:t>
            </a:r>
            <a:r>
              <a:rPr b="0" lang="en-GB" sz="1600" spc="-32" strike="noStrike">
                <a:solidFill>
                  <a:srgbClr val="000000"/>
                </a:solidFill>
                <a:latin typeface="Calibri"/>
              </a:rPr>
              <a:t> </a:t>
            </a:r>
            <a:r>
              <a:rPr b="0" lang="en-GB" sz="1600" spc="-12" strike="noStrike">
                <a:solidFill>
                  <a:srgbClr val="000000"/>
                </a:solidFill>
                <a:latin typeface="Calibri"/>
              </a:rPr>
              <a:t>accurate</a:t>
            </a:r>
            <a:r>
              <a:rPr b="0" lang="en-GB" sz="1600" spc="-32" strike="noStrike">
                <a:solidFill>
                  <a:srgbClr val="000000"/>
                </a:solidFill>
                <a:latin typeface="Calibri"/>
              </a:rPr>
              <a:t> </a:t>
            </a:r>
            <a:r>
              <a:rPr b="0" lang="en-GB" sz="1600" spc="-1" strike="noStrike">
                <a:solidFill>
                  <a:srgbClr val="000000"/>
                </a:solidFill>
                <a:latin typeface="Calibri"/>
              </a:rPr>
              <a:t>than</a:t>
            </a:r>
            <a:r>
              <a:rPr b="0" lang="en-GB" sz="1600" spc="-32" strike="noStrike">
                <a:solidFill>
                  <a:srgbClr val="000000"/>
                </a:solidFill>
                <a:latin typeface="Calibri"/>
              </a:rPr>
              <a:t> </a:t>
            </a:r>
            <a:r>
              <a:rPr b="0" lang="en-GB" sz="1600" spc="-1" strike="noStrike">
                <a:solidFill>
                  <a:srgbClr val="000000"/>
                </a:solidFill>
                <a:latin typeface="Calibri"/>
              </a:rPr>
              <a:t>human</a:t>
            </a:r>
            <a:r>
              <a:rPr b="0" lang="en-GB" sz="1600" spc="-32" strike="noStrike">
                <a:solidFill>
                  <a:srgbClr val="000000"/>
                </a:solidFill>
                <a:latin typeface="Calibri"/>
              </a:rPr>
              <a:t> </a:t>
            </a:r>
            <a:r>
              <a:rPr b="0" lang="en-GB" sz="1600" spc="-12" strike="noStrike">
                <a:solidFill>
                  <a:srgbClr val="000000"/>
                </a:solidFill>
                <a:latin typeface="Calibri"/>
              </a:rPr>
              <a:t>judgment, </a:t>
            </a:r>
            <a:r>
              <a:rPr b="0" lang="en-GB" sz="1600" spc="-1" strike="noStrike">
                <a:solidFill>
                  <a:srgbClr val="000000"/>
                </a:solidFill>
                <a:latin typeface="Calibri"/>
              </a:rPr>
              <a:t>which</a:t>
            </a:r>
            <a:r>
              <a:rPr b="0" lang="en-GB" sz="1600" spc="-26" strike="noStrike">
                <a:solidFill>
                  <a:srgbClr val="000000"/>
                </a:solidFill>
                <a:latin typeface="Calibri"/>
              </a:rPr>
              <a:t> </a:t>
            </a:r>
            <a:r>
              <a:rPr b="0" lang="en-GB" sz="1600" spc="-1" strike="noStrike">
                <a:solidFill>
                  <a:srgbClr val="000000"/>
                </a:solidFill>
                <a:latin typeface="Calibri"/>
              </a:rPr>
              <a:t>can</a:t>
            </a:r>
            <a:r>
              <a:rPr b="0" lang="en-GB" sz="1600" spc="-26" strike="noStrike">
                <a:solidFill>
                  <a:srgbClr val="000000"/>
                </a:solidFill>
                <a:latin typeface="Calibri"/>
              </a:rPr>
              <a:t> </a:t>
            </a:r>
            <a:r>
              <a:rPr b="0" lang="en-GB" sz="1600" spc="-1" strike="noStrike">
                <a:solidFill>
                  <a:srgbClr val="000000"/>
                </a:solidFill>
                <a:latin typeface="Calibri"/>
              </a:rPr>
              <a:t>be</a:t>
            </a:r>
            <a:r>
              <a:rPr b="0" lang="en-GB" sz="1600" spc="-26" strike="noStrike">
                <a:solidFill>
                  <a:srgbClr val="000000"/>
                </a:solidFill>
                <a:latin typeface="Calibri"/>
              </a:rPr>
              <a:t> </a:t>
            </a:r>
            <a:r>
              <a:rPr b="0" lang="en-GB" sz="1600" spc="-1" strike="noStrike">
                <a:solidFill>
                  <a:srgbClr val="000000"/>
                </a:solidFill>
                <a:latin typeface="Calibri"/>
              </a:rPr>
              <a:t>biased</a:t>
            </a:r>
            <a:r>
              <a:rPr b="0" lang="en-GB" sz="1600" spc="-26" strike="noStrike">
                <a:solidFill>
                  <a:srgbClr val="000000"/>
                </a:solidFill>
                <a:latin typeface="Calibri"/>
              </a:rPr>
              <a:t> </a:t>
            </a:r>
            <a:r>
              <a:rPr b="0" lang="en-GB" sz="1600" spc="-1" strike="noStrike">
                <a:solidFill>
                  <a:srgbClr val="000000"/>
                </a:solidFill>
                <a:latin typeface="Calibri"/>
              </a:rPr>
              <a:t>and</a:t>
            </a:r>
            <a:r>
              <a:rPr b="0" lang="en-GB" sz="1600" spc="-26" strike="noStrike">
                <a:solidFill>
                  <a:srgbClr val="000000"/>
                </a:solidFill>
                <a:latin typeface="Calibri"/>
              </a:rPr>
              <a:t> </a:t>
            </a:r>
            <a:r>
              <a:rPr b="0" lang="en-GB" sz="1600" spc="-12" strike="noStrike">
                <a:solidFill>
                  <a:srgbClr val="000000"/>
                </a:solidFill>
                <a:latin typeface="Calibri"/>
              </a:rPr>
              <a:t>subjective.</a:t>
            </a:r>
            <a:endParaRPr b="0" lang="en-GB" sz="1600" spc="-1" strike="noStrike">
              <a:solidFill>
                <a:srgbClr val="000000"/>
              </a:solidFill>
              <a:latin typeface="Arial"/>
            </a:endParaRPr>
          </a:p>
          <a:p>
            <a:pPr marL="83880" indent="-79920">
              <a:lnSpc>
                <a:spcPct val="100000"/>
              </a:lnSpc>
              <a:buClr>
                <a:srgbClr val="000000"/>
              </a:buClr>
              <a:buSzPct val="94000"/>
              <a:buFont typeface="Arial"/>
              <a:buChar char="•"/>
              <a:tabLst>
                <a:tab algn="l" pos="83880"/>
              </a:tabLst>
            </a:pPr>
            <a:r>
              <a:rPr b="1" lang="en-GB" sz="1600" spc="-12" strike="noStrike">
                <a:solidFill>
                  <a:srgbClr val="000000"/>
                </a:solidFill>
                <a:latin typeface="Calibri"/>
              </a:rPr>
              <a:t>Computer</a:t>
            </a:r>
            <a:r>
              <a:rPr b="1" lang="en-GB" sz="1600" spc="-55" strike="noStrike">
                <a:solidFill>
                  <a:srgbClr val="000000"/>
                </a:solidFill>
                <a:latin typeface="Calibri"/>
              </a:rPr>
              <a:t> </a:t>
            </a:r>
            <a:r>
              <a:rPr b="1" lang="en-GB" sz="1600" spc="-1" strike="noStrike">
                <a:solidFill>
                  <a:srgbClr val="000000"/>
                </a:solidFill>
                <a:latin typeface="Calibri"/>
              </a:rPr>
              <a:t>network</a:t>
            </a:r>
            <a:r>
              <a:rPr b="1" lang="en-GB" sz="1600" spc="-52" strike="noStrike">
                <a:solidFill>
                  <a:srgbClr val="000000"/>
                </a:solidFill>
                <a:latin typeface="Calibri"/>
              </a:rPr>
              <a:t> </a:t>
            </a:r>
            <a:r>
              <a:rPr b="1" lang="en-GB" sz="1600" spc="-12" strike="noStrike">
                <a:solidFill>
                  <a:srgbClr val="000000"/>
                </a:solidFill>
                <a:latin typeface="Calibri"/>
              </a:rPr>
              <a:t>intrusion</a:t>
            </a:r>
            <a:r>
              <a:rPr b="1" lang="en-GB" sz="1600" spc="-55" strike="noStrike">
                <a:solidFill>
                  <a:srgbClr val="000000"/>
                </a:solidFill>
                <a:latin typeface="Calibri"/>
              </a:rPr>
              <a:t> </a:t>
            </a:r>
            <a:r>
              <a:rPr b="1" lang="en-GB" sz="1600" spc="-1" strike="noStrike">
                <a:solidFill>
                  <a:srgbClr val="000000"/>
                </a:solidFill>
                <a:latin typeface="Calibri"/>
              </a:rPr>
              <a:t>detection</a:t>
            </a:r>
            <a:r>
              <a:rPr b="0" lang="en-GB" sz="1600" spc="-1" strike="noStrike">
                <a:solidFill>
                  <a:srgbClr val="000000"/>
                </a:solidFill>
                <a:latin typeface="Calibri"/>
              </a:rPr>
              <a:t>:</a:t>
            </a:r>
            <a:r>
              <a:rPr b="0" lang="en-GB" sz="1600" spc="-52" strike="noStrike">
                <a:solidFill>
                  <a:srgbClr val="000000"/>
                </a:solidFill>
                <a:latin typeface="Calibri"/>
              </a:rPr>
              <a:t> </a:t>
            </a:r>
            <a:r>
              <a:rPr b="0" lang="en-GB" sz="1600" spc="-1" strike="noStrike">
                <a:solidFill>
                  <a:srgbClr val="000000"/>
                </a:solidFill>
                <a:latin typeface="Calibri"/>
              </a:rPr>
              <a:t>By</a:t>
            </a:r>
            <a:r>
              <a:rPr b="0" lang="en-GB" sz="1600" spc="-55" strike="noStrike">
                <a:solidFill>
                  <a:srgbClr val="000000"/>
                </a:solidFill>
                <a:latin typeface="Calibri"/>
              </a:rPr>
              <a:t> </a:t>
            </a:r>
            <a:r>
              <a:rPr b="0" lang="en-GB" sz="1600" spc="-1" strike="noStrike">
                <a:solidFill>
                  <a:srgbClr val="000000"/>
                </a:solidFill>
                <a:latin typeface="Calibri"/>
              </a:rPr>
              <a:t>detecting</a:t>
            </a:r>
            <a:r>
              <a:rPr b="0" lang="en-GB" sz="1600" spc="-52" strike="noStrike">
                <a:solidFill>
                  <a:srgbClr val="000000"/>
                </a:solidFill>
                <a:latin typeface="Calibri"/>
              </a:rPr>
              <a:t> </a:t>
            </a:r>
            <a:r>
              <a:rPr b="0" lang="en-GB" sz="1600" spc="-1" strike="noStrike">
                <a:solidFill>
                  <a:srgbClr val="000000"/>
                </a:solidFill>
                <a:latin typeface="Calibri"/>
              </a:rPr>
              <a:t>outlier</a:t>
            </a:r>
            <a:r>
              <a:rPr b="0" lang="en-GB" sz="1600" spc="-55" strike="noStrike">
                <a:solidFill>
                  <a:srgbClr val="000000"/>
                </a:solidFill>
                <a:latin typeface="Calibri"/>
              </a:rPr>
              <a:t> </a:t>
            </a:r>
            <a:r>
              <a:rPr b="0" lang="en-GB" sz="1600" spc="-12" strike="noStrike">
                <a:solidFill>
                  <a:srgbClr val="000000"/>
                </a:solidFill>
                <a:latin typeface="Calibri"/>
              </a:rPr>
              <a:t>patterns</a:t>
            </a:r>
            <a:r>
              <a:rPr b="0" lang="en-GB" sz="1600" spc="-52" strike="noStrike">
                <a:solidFill>
                  <a:srgbClr val="000000"/>
                </a:solidFill>
                <a:latin typeface="Calibri"/>
              </a:rPr>
              <a:t> </a:t>
            </a:r>
            <a:r>
              <a:rPr b="0" lang="en-GB" sz="1600" spc="-1" strike="noStrike">
                <a:solidFill>
                  <a:srgbClr val="000000"/>
                </a:solidFill>
                <a:latin typeface="Calibri"/>
              </a:rPr>
              <a:t>that</a:t>
            </a:r>
            <a:r>
              <a:rPr b="0" lang="en-GB" sz="1600" spc="-55" strike="noStrike">
                <a:solidFill>
                  <a:srgbClr val="000000"/>
                </a:solidFill>
                <a:latin typeface="Calibri"/>
              </a:rPr>
              <a:t> </a:t>
            </a:r>
            <a:r>
              <a:rPr b="0" lang="en-GB" sz="1600" spc="-1" strike="noStrike">
                <a:solidFill>
                  <a:srgbClr val="000000"/>
                </a:solidFill>
                <a:latin typeface="Calibri"/>
              </a:rPr>
              <a:t>are</a:t>
            </a:r>
            <a:r>
              <a:rPr b="0" lang="en-GB" sz="1600" spc="-52" strike="noStrike">
                <a:solidFill>
                  <a:srgbClr val="000000"/>
                </a:solidFill>
                <a:latin typeface="Calibri"/>
              </a:rPr>
              <a:t> </a:t>
            </a:r>
            <a:r>
              <a:rPr b="0" lang="en-GB" sz="1600" spc="-12" strike="noStrike">
                <a:solidFill>
                  <a:srgbClr val="000000"/>
                </a:solidFill>
                <a:latin typeface="Calibri"/>
              </a:rPr>
              <a:t>different</a:t>
            </a:r>
            <a:r>
              <a:rPr b="0" lang="en-GB" sz="1600" spc="-55" strike="noStrike">
                <a:solidFill>
                  <a:srgbClr val="000000"/>
                </a:solidFill>
                <a:latin typeface="Calibri"/>
              </a:rPr>
              <a:t> </a:t>
            </a:r>
            <a:r>
              <a:rPr b="0" lang="en-GB" sz="1600" spc="-1" strike="noStrike">
                <a:solidFill>
                  <a:srgbClr val="000000"/>
                </a:solidFill>
                <a:latin typeface="Calibri"/>
              </a:rPr>
              <a:t>from</a:t>
            </a:r>
            <a:r>
              <a:rPr b="0" lang="en-GB" sz="1600" spc="-52" strike="noStrike">
                <a:solidFill>
                  <a:srgbClr val="000000"/>
                </a:solidFill>
                <a:latin typeface="Calibri"/>
              </a:rPr>
              <a:t> </a:t>
            </a:r>
            <a:r>
              <a:rPr b="0" lang="en-GB" sz="1600" spc="-1" strike="noStrike">
                <a:solidFill>
                  <a:srgbClr val="000000"/>
                </a:solidFill>
                <a:latin typeface="Calibri"/>
              </a:rPr>
              <a:t>normal</a:t>
            </a:r>
            <a:r>
              <a:rPr b="0" lang="en-GB" sz="1600" spc="-55" strike="noStrike">
                <a:solidFill>
                  <a:srgbClr val="000000"/>
                </a:solidFill>
                <a:latin typeface="Calibri"/>
              </a:rPr>
              <a:t> </a:t>
            </a:r>
            <a:r>
              <a:rPr b="0" lang="en-GB" sz="1600" spc="-12" strike="noStrike">
                <a:solidFill>
                  <a:srgbClr val="000000"/>
                </a:solidFill>
                <a:latin typeface="Calibri"/>
              </a:rPr>
              <a:t>network</a:t>
            </a:r>
            <a:r>
              <a:rPr b="0" lang="en-GB" sz="1600" spc="-52" strike="noStrike">
                <a:solidFill>
                  <a:srgbClr val="000000"/>
                </a:solidFill>
                <a:latin typeface="Calibri"/>
              </a:rPr>
              <a:t> </a:t>
            </a:r>
            <a:r>
              <a:rPr b="0" lang="en-GB" sz="1600" spc="-12" strike="noStrike">
                <a:solidFill>
                  <a:srgbClr val="000000"/>
                </a:solidFill>
                <a:latin typeface="Calibri"/>
              </a:rPr>
              <a:t>traffic patterns.</a:t>
            </a:r>
            <a:r>
              <a:rPr b="0" lang="en-GB" sz="1600" spc="-41" strike="noStrike">
                <a:solidFill>
                  <a:srgbClr val="000000"/>
                </a:solidFill>
                <a:latin typeface="Calibri"/>
              </a:rPr>
              <a:t> </a:t>
            </a:r>
            <a:r>
              <a:rPr b="0" lang="en-GB" sz="1600" spc="-1" strike="noStrike">
                <a:solidFill>
                  <a:srgbClr val="000000"/>
                </a:solidFill>
                <a:latin typeface="Calibri"/>
              </a:rPr>
              <a:t>Detecting</a:t>
            </a:r>
            <a:r>
              <a:rPr b="0" lang="en-GB" sz="1600" spc="-35" strike="noStrike">
                <a:solidFill>
                  <a:srgbClr val="000000"/>
                </a:solidFill>
                <a:latin typeface="Calibri"/>
              </a:rPr>
              <a:t> </a:t>
            </a:r>
            <a:r>
              <a:rPr b="0" lang="en-GB" sz="1600" spc="-1" strike="noStrike">
                <a:solidFill>
                  <a:srgbClr val="000000"/>
                </a:solidFill>
                <a:latin typeface="Calibri"/>
              </a:rPr>
              <a:t>anomalies</a:t>
            </a:r>
            <a:r>
              <a:rPr b="0" lang="en-GB" sz="1600" spc="-35" strike="noStrike">
                <a:solidFill>
                  <a:srgbClr val="000000"/>
                </a:solidFill>
                <a:latin typeface="Calibri"/>
              </a:rPr>
              <a:t> </a:t>
            </a:r>
            <a:r>
              <a:rPr b="0" lang="en-GB" sz="1600" spc="-1" strike="noStrike">
                <a:solidFill>
                  <a:srgbClr val="000000"/>
                </a:solidFill>
                <a:latin typeface="Calibri"/>
              </a:rPr>
              <a:t>in</a:t>
            </a:r>
            <a:r>
              <a:rPr b="0" lang="en-GB" sz="1600" spc="-41" strike="noStrike">
                <a:solidFill>
                  <a:srgbClr val="000000"/>
                </a:solidFill>
                <a:latin typeface="Calibri"/>
              </a:rPr>
              <a:t> </a:t>
            </a:r>
            <a:r>
              <a:rPr b="0" lang="en-GB" sz="1600" spc="-12" strike="noStrike">
                <a:solidFill>
                  <a:srgbClr val="000000"/>
                </a:solidFill>
                <a:latin typeface="Calibri"/>
              </a:rPr>
              <a:t>network</a:t>
            </a:r>
            <a:r>
              <a:rPr b="0" lang="en-GB" sz="1600" spc="-35" strike="noStrike">
                <a:solidFill>
                  <a:srgbClr val="000000"/>
                </a:solidFill>
                <a:latin typeface="Calibri"/>
              </a:rPr>
              <a:t> </a:t>
            </a:r>
            <a:r>
              <a:rPr b="0" lang="en-GB" sz="1600" spc="-12" strike="noStrike">
                <a:solidFill>
                  <a:srgbClr val="000000"/>
                </a:solidFill>
                <a:latin typeface="Calibri"/>
              </a:rPr>
              <a:t>traffic</a:t>
            </a:r>
            <a:r>
              <a:rPr b="0" lang="en-GB" sz="1600" spc="-35" strike="noStrike">
                <a:solidFill>
                  <a:srgbClr val="000000"/>
                </a:solidFill>
                <a:latin typeface="Calibri"/>
              </a:rPr>
              <a:t> </a:t>
            </a:r>
            <a:r>
              <a:rPr b="0" lang="en-GB" sz="1600" spc="-1" strike="noStrike">
                <a:solidFill>
                  <a:srgbClr val="000000"/>
                </a:solidFill>
                <a:latin typeface="Calibri"/>
              </a:rPr>
              <a:t>manually</a:t>
            </a:r>
            <a:r>
              <a:rPr b="0" lang="en-GB" sz="1600" spc="-41" strike="noStrike">
                <a:solidFill>
                  <a:srgbClr val="000000"/>
                </a:solidFill>
                <a:latin typeface="Calibri"/>
              </a:rPr>
              <a:t> </a:t>
            </a:r>
            <a:r>
              <a:rPr b="0" lang="en-GB" sz="1600" spc="-1" strike="noStrike">
                <a:solidFill>
                  <a:srgbClr val="000000"/>
                </a:solidFill>
                <a:latin typeface="Calibri"/>
              </a:rPr>
              <a:t>and</a:t>
            </a:r>
            <a:r>
              <a:rPr b="0" lang="en-GB" sz="1600" spc="-35" strike="noStrike">
                <a:solidFill>
                  <a:srgbClr val="000000"/>
                </a:solidFill>
                <a:latin typeface="Calibri"/>
              </a:rPr>
              <a:t> </a:t>
            </a:r>
            <a:r>
              <a:rPr b="0" lang="en-GB" sz="1600" spc="-12" strike="noStrike">
                <a:solidFill>
                  <a:srgbClr val="000000"/>
                </a:solidFill>
                <a:latin typeface="Calibri"/>
              </a:rPr>
              <a:t>rule-</a:t>
            </a:r>
            <a:r>
              <a:rPr b="0" lang="en-GB" sz="1600" spc="-1" strike="noStrike">
                <a:solidFill>
                  <a:srgbClr val="000000"/>
                </a:solidFill>
                <a:latin typeface="Calibri"/>
              </a:rPr>
              <a:t>based</a:t>
            </a:r>
            <a:r>
              <a:rPr b="0" lang="en-GB" sz="1600" spc="-35" strike="noStrike">
                <a:solidFill>
                  <a:srgbClr val="000000"/>
                </a:solidFill>
                <a:latin typeface="Calibri"/>
              </a:rPr>
              <a:t> </a:t>
            </a:r>
            <a:r>
              <a:rPr b="0" lang="en-GB" sz="1600" spc="-1" strike="noStrike">
                <a:solidFill>
                  <a:srgbClr val="000000"/>
                </a:solidFill>
                <a:latin typeface="Calibri"/>
              </a:rPr>
              <a:t>processing</a:t>
            </a:r>
            <a:r>
              <a:rPr b="0" lang="en-GB" sz="1600" spc="-41" strike="noStrike">
                <a:solidFill>
                  <a:srgbClr val="000000"/>
                </a:solidFill>
                <a:latin typeface="Calibri"/>
              </a:rPr>
              <a:t> </a:t>
            </a:r>
            <a:r>
              <a:rPr b="0" lang="en-GB" sz="1600" spc="-1" strike="noStrike">
                <a:solidFill>
                  <a:srgbClr val="000000"/>
                </a:solidFill>
                <a:latin typeface="Calibri"/>
              </a:rPr>
              <a:t>is</a:t>
            </a:r>
            <a:r>
              <a:rPr b="0" lang="en-GB" sz="1600" spc="-35" strike="noStrike">
                <a:solidFill>
                  <a:srgbClr val="000000"/>
                </a:solidFill>
                <a:latin typeface="Calibri"/>
              </a:rPr>
              <a:t> </a:t>
            </a:r>
            <a:r>
              <a:rPr b="0" lang="en-GB" sz="1600" spc="-12" strike="noStrike">
                <a:solidFill>
                  <a:srgbClr val="000000"/>
                </a:solidFill>
                <a:latin typeface="Calibri"/>
              </a:rPr>
              <a:t>extremely</a:t>
            </a:r>
            <a:r>
              <a:rPr b="0" lang="en-GB" sz="1600" spc="-35" strike="noStrike">
                <a:solidFill>
                  <a:srgbClr val="000000"/>
                </a:solidFill>
                <a:latin typeface="Calibri"/>
              </a:rPr>
              <a:t> </a:t>
            </a:r>
            <a:r>
              <a:rPr b="0" lang="en-GB" sz="1600" spc="-1" strike="noStrike">
                <a:solidFill>
                  <a:srgbClr val="000000"/>
                </a:solidFill>
                <a:latin typeface="Calibri"/>
              </a:rPr>
              <a:t>challenging</a:t>
            </a:r>
            <a:r>
              <a:rPr b="0" lang="en-GB" sz="1600" spc="-35" strike="noStrike">
                <a:solidFill>
                  <a:srgbClr val="000000"/>
                </a:solidFill>
                <a:latin typeface="Calibri"/>
              </a:rPr>
              <a:t> </a:t>
            </a:r>
            <a:r>
              <a:rPr b="0" lang="en-GB" sz="1600" spc="-1" strike="noStrike">
                <a:solidFill>
                  <a:srgbClr val="000000"/>
                </a:solidFill>
                <a:latin typeface="Calibri"/>
              </a:rPr>
              <a:t>due</a:t>
            </a:r>
            <a:r>
              <a:rPr b="0" lang="en-GB" sz="1600" spc="-41" strike="noStrike">
                <a:solidFill>
                  <a:srgbClr val="000000"/>
                </a:solidFill>
                <a:latin typeface="Calibri"/>
              </a:rPr>
              <a:t> </a:t>
            </a:r>
            <a:r>
              <a:rPr b="0" lang="en-GB" sz="1600" spc="-1" strike="noStrike">
                <a:solidFill>
                  <a:srgbClr val="000000"/>
                </a:solidFill>
                <a:latin typeface="Calibri"/>
              </a:rPr>
              <a:t>to</a:t>
            </a:r>
            <a:r>
              <a:rPr b="0" lang="en-GB" sz="1600" spc="21" strike="noStrike">
                <a:solidFill>
                  <a:srgbClr val="000000"/>
                </a:solidFill>
                <a:latin typeface="Calibri"/>
              </a:rPr>
              <a:t> </a:t>
            </a:r>
            <a:r>
              <a:rPr b="0" lang="en-GB" sz="1600" spc="-26" strike="noStrike">
                <a:solidFill>
                  <a:srgbClr val="000000"/>
                </a:solidFill>
                <a:latin typeface="Calibri"/>
              </a:rPr>
              <a:t>the </a:t>
            </a:r>
            <a:r>
              <a:rPr b="0" lang="en-GB" sz="1600" spc="-1" strike="noStrike">
                <a:solidFill>
                  <a:srgbClr val="000000"/>
                </a:solidFill>
                <a:latin typeface="Calibri"/>
              </a:rPr>
              <a:t>high</a:t>
            </a:r>
            <a:r>
              <a:rPr b="0" lang="en-GB" sz="1600" spc="-35" strike="noStrike">
                <a:solidFill>
                  <a:srgbClr val="000000"/>
                </a:solidFill>
                <a:latin typeface="Calibri"/>
              </a:rPr>
              <a:t> </a:t>
            </a:r>
            <a:r>
              <a:rPr b="0" lang="en-GB" sz="1600" spc="-1" strike="noStrike">
                <a:solidFill>
                  <a:srgbClr val="000000"/>
                </a:solidFill>
                <a:latin typeface="Calibri"/>
              </a:rPr>
              <a:t>volume</a:t>
            </a:r>
            <a:r>
              <a:rPr b="0" lang="en-GB" sz="1600" spc="-32" strike="noStrike">
                <a:solidFill>
                  <a:srgbClr val="000000"/>
                </a:solidFill>
                <a:latin typeface="Calibri"/>
              </a:rPr>
              <a:t> </a:t>
            </a:r>
            <a:r>
              <a:rPr b="0" lang="en-GB" sz="1600" spc="-1" strike="noStrike">
                <a:solidFill>
                  <a:srgbClr val="000000"/>
                </a:solidFill>
                <a:latin typeface="Calibri"/>
              </a:rPr>
              <a:t>and</a:t>
            </a:r>
            <a:r>
              <a:rPr b="0" lang="en-GB" sz="1600" spc="-32" strike="noStrike">
                <a:solidFill>
                  <a:srgbClr val="000000"/>
                </a:solidFill>
                <a:latin typeface="Calibri"/>
              </a:rPr>
              <a:t> </a:t>
            </a:r>
            <a:r>
              <a:rPr b="0" lang="en-GB" sz="1600" spc="-1" strike="noStrike">
                <a:solidFill>
                  <a:srgbClr val="000000"/>
                </a:solidFill>
                <a:latin typeface="Calibri"/>
              </a:rPr>
              <a:t>changing</a:t>
            </a:r>
            <a:r>
              <a:rPr b="0" lang="en-GB" sz="1600" spc="-32" strike="noStrike">
                <a:solidFill>
                  <a:srgbClr val="000000"/>
                </a:solidFill>
                <a:latin typeface="Calibri"/>
              </a:rPr>
              <a:t> </a:t>
            </a:r>
            <a:r>
              <a:rPr b="0" lang="en-GB" sz="1600" spc="-1" strike="noStrike">
                <a:solidFill>
                  <a:srgbClr val="000000"/>
                </a:solidFill>
                <a:latin typeface="Calibri"/>
              </a:rPr>
              <a:t>dynamics</a:t>
            </a:r>
            <a:r>
              <a:rPr b="0" lang="en-GB" sz="1600" spc="-32" strike="noStrike">
                <a:solidFill>
                  <a:srgbClr val="000000"/>
                </a:solidFill>
                <a:latin typeface="Calibri"/>
              </a:rPr>
              <a:t> </a:t>
            </a:r>
            <a:r>
              <a:rPr b="0" lang="en-GB" sz="1600" spc="-1" strike="noStrike">
                <a:solidFill>
                  <a:srgbClr val="000000"/>
                </a:solidFill>
                <a:latin typeface="Calibri"/>
              </a:rPr>
              <a:t>of</a:t>
            </a:r>
            <a:r>
              <a:rPr b="0" lang="en-GB" sz="1600" spc="-32" strike="noStrike">
                <a:solidFill>
                  <a:srgbClr val="000000"/>
                </a:solidFill>
                <a:latin typeface="Calibri"/>
              </a:rPr>
              <a:t> </a:t>
            </a:r>
            <a:r>
              <a:rPr b="0" lang="en-GB" sz="1600" spc="-12" strike="noStrike">
                <a:solidFill>
                  <a:srgbClr val="000000"/>
                </a:solidFill>
                <a:latin typeface="Calibri"/>
              </a:rPr>
              <a:t>traffic</a:t>
            </a:r>
            <a:r>
              <a:rPr b="0" lang="en-GB" sz="1600" spc="-32" strike="noStrike">
                <a:solidFill>
                  <a:srgbClr val="000000"/>
                </a:solidFill>
                <a:latin typeface="Calibri"/>
              </a:rPr>
              <a:t> </a:t>
            </a:r>
            <a:r>
              <a:rPr b="0" lang="en-GB" sz="1600" spc="-12" strike="noStrike">
                <a:solidFill>
                  <a:srgbClr val="000000"/>
                </a:solidFill>
                <a:latin typeface="Calibri"/>
              </a:rPr>
              <a:t>patterns.</a:t>
            </a:r>
            <a:endParaRPr b="0" lang="en-GB" sz="1600" spc="-1" strike="noStrike">
              <a:solidFill>
                <a:srgbClr val="000000"/>
              </a:solidFill>
              <a:latin typeface="Arial"/>
            </a:endParaRPr>
          </a:p>
          <a:p>
            <a:pPr marL="83880" indent="-79920">
              <a:lnSpc>
                <a:spcPct val="100000"/>
              </a:lnSpc>
              <a:buClr>
                <a:srgbClr val="000000"/>
              </a:buClr>
              <a:buSzPct val="94000"/>
              <a:buFont typeface="Arial"/>
              <a:buChar char="•"/>
              <a:tabLst>
                <a:tab algn="l" pos="83880"/>
              </a:tabLst>
            </a:pPr>
            <a:r>
              <a:rPr b="1" lang="en-GB" sz="1600" spc="-12" strike="noStrike">
                <a:solidFill>
                  <a:srgbClr val="000000"/>
                </a:solidFill>
                <a:latin typeface="Calibri"/>
              </a:rPr>
              <a:t>Reducing</a:t>
            </a:r>
            <a:r>
              <a:rPr b="1" lang="en-GB" sz="1600" spc="-41" strike="noStrike">
                <a:solidFill>
                  <a:srgbClr val="000000"/>
                </a:solidFill>
                <a:latin typeface="Calibri"/>
              </a:rPr>
              <a:t> </a:t>
            </a:r>
            <a:r>
              <a:rPr b="1" lang="en-GB" sz="1600" spc="-1" strike="noStrike">
                <a:solidFill>
                  <a:srgbClr val="000000"/>
                </a:solidFill>
                <a:latin typeface="Calibri"/>
              </a:rPr>
              <a:t>the</a:t>
            </a:r>
            <a:r>
              <a:rPr b="1" lang="en-GB" sz="1600" spc="-32" strike="noStrike">
                <a:solidFill>
                  <a:srgbClr val="000000"/>
                </a:solidFill>
                <a:latin typeface="Calibri"/>
              </a:rPr>
              <a:t> </a:t>
            </a:r>
            <a:r>
              <a:rPr b="1" lang="en-GB" sz="1600" spc="-1" strike="noStrike">
                <a:solidFill>
                  <a:srgbClr val="000000"/>
                </a:solidFill>
                <a:latin typeface="Calibri"/>
              </a:rPr>
              <a:t>dimensions</a:t>
            </a:r>
            <a:r>
              <a:rPr b="1" lang="en-GB" sz="1600" spc="-26" strike="noStrike">
                <a:solidFill>
                  <a:srgbClr val="000000"/>
                </a:solidFill>
                <a:latin typeface="Calibri"/>
              </a:rPr>
              <a:t> </a:t>
            </a:r>
            <a:r>
              <a:rPr b="1" lang="en-GB" sz="1600" spc="-1" strike="noStrike">
                <a:solidFill>
                  <a:srgbClr val="000000"/>
                </a:solidFill>
                <a:latin typeface="Calibri"/>
              </a:rPr>
              <a:t>of</a:t>
            </a:r>
            <a:r>
              <a:rPr b="1" lang="en-GB" sz="1600" spc="-32" strike="noStrike">
                <a:solidFill>
                  <a:srgbClr val="000000"/>
                </a:solidFill>
                <a:latin typeface="Calibri"/>
              </a:rPr>
              <a:t> </a:t>
            </a:r>
            <a:r>
              <a:rPr b="1" lang="en-GB" sz="1600" spc="-1" strike="noStrike">
                <a:solidFill>
                  <a:srgbClr val="000000"/>
                </a:solidFill>
                <a:latin typeface="Calibri"/>
              </a:rPr>
              <a:t>datasets</a:t>
            </a:r>
            <a:r>
              <a:rPr b="0" lang="en-GB" sz="1600" spc="-1" strike="noStrike">
                <a:solidFill>
                  <a:srgbClr val="000000"/>
                </a:solidFill>
                <a:latin typeface="Calibri"/>
              </a:rPr>
              <a:t>:</a:t>
            </a:r>
            <a:r>
              <a:rPr b="0" lang="en-GB" sz="1600" spc="-26" strike="noStrike">
                <a:solidFill>
                  <a:srgbClr val="000000"/>
                </a:solidFill>
                <a:latin typeface="Calibri"/>
              </a:rPr>
              <a:t> </a:t>
            </a:r>
            <a:r>
              <a:rPr b="0" lang="en-GB" sz="1600" spc="-75" strike="noStrike">
                <a:solidFill>
                  <a:srgbClr val="000000"/>
                </a:solidFill>
                <a:latin typeface="Calibri"/>
              </a:rPr>
              <a:t>To</a:t>
            </a:r>
            <a:r>
              <a:rPr b="0" lang="en-GB" sz="1600" spc="-15" strike="noStrike">
                <a:solidFill>
                  <a:srgbClr val="000000"/>
                </a:solidFill>
                <a:latin typeface="Calibri"/>
              </a:rPr>
              <a:t> </a:t>
            </a:r>
            <a:r>
              <a:rPr b="0" lang="en-GB" sz="1600" spc="-1" strike="noStrike">
                <a:solidFill>
                  <a:srgbClr val="000000"/>
                </a:solidFill>
                <a:latin typeface="Calibri"/>
              </a:rPr>
              <a:t>visualize</a:t>
            </a:r>
            <a:r>
              <a:rPr b="0" lang="en-GB" sz="1600" spc="-32" strike="noStrike">
                <a:solidFill>
                  <a:srgbClr val="000000"/>
                </a:solidFill>
                <a:latin typeface="Calibri"/>
              </a:rPr>
              <a:t> </a:t>
            </a:r>
            <a:r>
              <a:rPr b="0" lang="en-GB" sz="1600" spc="-1" strike="noStrike">
                <a:solidFill>
                  <a:srgbClr val="000000"/>
                </a:solidFill>
                <a:latin typeface="Calibri"/>
              </a:rPr>
              <a:t>them</a:t>
            </a:r>
            <a:r>
              <a:rPr b="0" lang="en-GB" sz="1600" spc="-26" strike="noStrike">
                <a:solidFill>
                  <a:srgbClr val="000000"/>
                </a:solidFill>
                <a:latin typeface="Calibri"/>
              </a:rPr>
              <a:t> </a:t>
            </a:r>
            <a:r>
              <a:rPr b="0" lang="en-GB" sz="1600" spc="-1" strike="noStrike">
                <a:solidFill>
                  <a:srgbClr val="000000"/>
                </a:solidFill>
                <a:latin typeface="Calibri"/>
              </a:rPr>
              <a:t>in</a:t>
            </a:r>
            <a:r>
              <a:rPr b="0" lang="en-GB" sz="1600" spc="-32" strike="noStrike">
                <a:solidFill>
                  <a:srgbClr val="000000"/>
                </a:solidFill>
                <a:latin typeface="Calibri"/>
              </a:rPr>
              <a:t> </a:t>
            </a:r>
            <a:r>
              <a:rPr b="0" lang="en-GB" sz="1600" spc="-1" strike="noStrike">
                <a:solidFill>
                  <a:srgbClr val="000000"/>
                </a:solidFill>
                <a:latin typeface="Calibri"/>
              </a:rPr>
              <a:t>a</a:t>
            </a:r>
            <a:r>
              <a:rPr b="0" lang="en-GB" sz="1600" spc="-26" strike="noStrike">
                <a:solidFill>
                  <a:srgbClr val="000000"/>
                </a:solidFill>
                <a:latin typeface="Calibri"/>
              </a:rPr>
              <a:t> </a:t>
            </a:r>
            <a:r>
              <a:rPr b="0" lang="en-GB" sz="1600" spc="-1" strike="noStrike">
                <a:solidFill>
                  <a:srgbClr val="000000"/>
                </a:solidFill>
                <a:latin typeface="Calibri"/>
              </a:rPr>
              <a:t>2D</a:t>
            </a:r>
            <a:r>
              <a:rPr b="0" lang="en-GB" sz="1600" spc="-32" strike="noStrike">
                <a:solidFill>
                  <a:srgbClr val="000000"/>
                </a:solidFill>
                <a:latin typeface="Calibri"/>
              </a:rPr>
              <a:t> </a:t>
            </a:r>
            <a:r>
              <a:rPr b="0" lang="en-GB" sz="1600" spc="-1" strike="noStrike">
                <a:solidFill>
                  <a:srgbClr val="000000"/>
                </a:solidFill>
                <a:latin typeface="Calibri"/>
              </a:rPr>
              <a:t>or</a:t>
            </a:r>
            <a:r>
              <a:rPr b="0" lang="en-GB" sz="1600" spc="-26" strike="noStrike">
                <a:solidFill>
                  <a:srgbClr val="000000"/>
                </a:solidFill>
                <a:latin typeface="Calibri"/>
              </a:rPr>
              <a:t> </a:t>
            </a:r>
            <a:r>
              <a:rPr b="0" lang="en-GB" sz="1600" spc="-1" strike="noStrike">
                <a:solidFill>
                  <a:srgbClr val="000000"/>
                </a:solidFill>
                <a:latin typeface="Calibri"/>
              </a:rPr>
              <a:t>3D</a:t>
            </a:r>
            <a:r>
              <a:rPr b="0" lang="en-GB" sz="1600" spc="-32" strike="noStrike">
                <a:solidFill>
                  <a:srgbClr val="000000"/>
                </a:solidFill>
                <a:latin typeface="Calibri"/>
              </a:rPr>
              <a:t> </a:t>
            </a:r>
            <a:r>
              <a:rPr b="0" lang="en-GB" sz="1600" spc="-21" strike="noStrike">
                <a:solidFill>
                  <a:srgbClr val="000000"/>
                </a:solidFill>
                <a:latin typeface="Calibri"/>
              </a:rPr>
              <a:t>environment</a:t>
            </a:r>
            <a:r>
              <a:rPr b="0" lang="en-GB" sz="1600" spc="-26" strike="noStrike">
                <a:solidFill>
                  <a:srgbClr val="000000"/>
                </a:solidFill>
                <a:latin typeface="Calibri"/>
              </a:rPr>
              <a:t> </a:t>
            </a:r>
            <a:r>
              <a:rPr b="0" lang="en-GB" sz="1600" spc="-1" strike="noStrike">
                <a:solidFill>
                  <a:srgbClr val="000000"/>
                </a:solidFill>
                <a:latin typeface="Calibri"/>
              </a:rPr>
              <a:t>to</a:t>
            </a:r>
            <a:r>
              <a:rPr b="0" lang="en-GB" sz="1600" spc="-32" strike="noStrike">
                <a:solidFill>
                  <a:srgbClr val="000000"/>
                </a:solidFill>
                <a:latin typeface="Calibri"/>
              </a:rPr>
              <a:t> </a:t>
            </a:r>
            <a:r>
              <a:rPr b="0" lang="en-GB" sz="1600" spc="-1" strike="noStrike">
                <a:solidFill>
                  <a:srgbClr val="000000"/>
                </a:solidFill>
                <a:latin typeface="Calibri"/>
              </a:rPr>
              <a:t>help</a:t>
            </a:r>
            <a:r>
              <a:rPr b="0" lang="en-GB" sz="1600" spc="-26" strike="noStrike">
                <a:solidFill>
                  <a:srgbClr val="000000"/>
                </a:solidFill>
                <a:latin typeface="Calibri"/>
              </a:rPr>
              <a:t> </a:t>
            </a:r>
            <a:r>
              <a:rPr b="0" lang="en-GB" sz="1600" spc="-12" strike="noStrike">
                <a:solidFill>
                  <a:srgbClr val="000000"/>
                </a:solidFill>
                <a:latin typeface="Calibri"/>
              </a:rPr>
              <a:t>understand</a:t>
            </a:r>
            <a:r>
              <a:rPr b="0" lang="en-GB" sz="1600" spc="-26" strike="noStrike">
                <a:solidFill>
                  <a:srgbClr val="000000"/>
                </a:solidFill>
                <a:latin typeface="Calibri"/>
              </a:rPr>
              <a:t> </a:t>
            </a:r>
            <a:r>
              <a:rPr b="0" lang="en-GB" sz="1600" spc="-1" strike="noStrike">
                <a:solidFill>
                  <a:srgbClr val="000000"/>
                </a:solidFill>
                <a:latin typeface="Calibri"/>
              </a:rPr>
              <a:t>the</a:t>
            </a:r>
            <a:r>
              <a:rPr b="0" lang="en-GB" sz="1600" spc="-32" strike="noStrike">
                <a:solidFill>
                  <a:srgbClr val="000000"/>
                </a:solidFill>
                <a:latin typeface="Calibri"/>
              </a:rPr>
              <a:t> </a:t>
            </a:r>
            <a:r>
              <a:rPr b="0" lang="en-GB" sz="1600" spc="-1" strike="noStrike">
                <a:solidFill>
                  <a:srgbClr val="000000"/>
                </a:solidFill>
                <a:latin typeface="Calibri"/>
              </a:rPr>
              <a:t>data</a:t>
            </a:r>
            <a:r>
              <a:rPr b="0" lang="en-GB" sz="1600" spc="-26" strike="noStrike">
                <a:solidFill>
                  <a:srgbClr val="000000"/>
                </a:solidFill>
                <a:latin typeface="Calibri"/>
              </a:rPr>
              <a:t> </a:t>
            </a:r>
            <a:r>
              <a:rPr b="0" lang="en-GB" sz="1600" spc="-12" strike="noStrike">
                <a:solidFill>
                  <a:srgbClr val="000000"/>
                </a:solidFill>
                <a:latin typeface="Calibri"/>
              </a:rPr>
              <a:t>better </a:t>
            </a:r>
            <a:r>
              <a:rPr b="0" lang="en-GB" sz="1600" spc="-1" strike="noStrike">
                <a:solidFill>
                  <a:srgbClr val="000000"/>
                </a:solidFill>
                <a:latin typeface="Calibri"/>
              </a:rPr>
              <a:t>and</a:t>
            </a:r>
            <a:r>
              <a:rPr b="0" lang="en-GB" sz="1600" spc="-46" strike="noStrike">
                <a:solidFill>
                  <a:srgbClr val="000000"/>
                </a:solidFill>
                <a:latin typeface="Calibri"/>
              </a:rPr>
              <a:t> </a:t>
            </a:r>
            <a:r>
              <a:rPr b="0" lang="en-GB" sz="1600" spc="-1" strike="noStrike">
                <a:solidFill>
                  <a:srgbClr val="000000"/>
                </a:solidFill>
                <a:latin typeface="Calibri"/>
              </a:rPr>
              <a:t>more</a:t>
            </a:r>
            <a:r>
              <a:rPr b="0" lang="en-GB" sz="1600" spc="-46" strike="noStrike">
                <a:solidFill>
                  <a:srgbClr val="000000"/>
                </a:solidFill>
                <a:latin typeface="Calibri"/>
              </a:rPr>
              <a:t> </a:t>
            </a:r>
            <a:r>
              <a:rPr b="0" lang="en-GB" sz="1600" spc="-12" strike="noStrike">
                <a:solidFill>
                  <a:srgbClr val="000000"/>
                </a:solidFill>
                <a:latin typeface="Calibri"/>
              </a:rPr>
              <a:t>easily.</a:t>
            </a:r>
            <a:endParaRPr b="0" lang="en-GB"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336960" y="369360"/>
            <a:ext cx="11517480" cy="115740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n-GB" sz="2800" spc="-26" strike="noStrike">
                <a:solidFill>
                  <a:schemeClr val="dk1"/>
                </a:solidFill>
                <a:latin typeface="Calibri"/>
              </a:rPr>
              <a:t>Reinforcement</a:t>
            </a:r>
            <a:r>
              <a:rPr b="1" lang="en-GB" sz="2800" spc="-35" strike="noStrike">
                <a:solidFill>
                  <a:schemeClr val="dk1"/>
                </a:solidFill>
                <a:latin typeface="Calibri"/>
              </a:rPr>
              <a:t> </a:t>
            </a:r>
            <a:r>
              <a:rPr b="1" lang="en-GB" sz="2800" spc="-12" strike="noStrike">
                <a:solidFill>
                  <a:schemeClr val="dk1"/>
                </a:solidFill>
                <a:latin typeface="Calibri"/>
              </a:rPr>
              <a:t>learning</a:t>
            </a:r>
            <a:endParaRPr b="0" lang="en-GB" sz="2800" spc="-1" strike="noStrike">
              <a:solidFill>
                <a:srgbClr val="000000"/>
              </a:solidFill>
              <a:latin typeface="Arial"/>
            </a:endParaRPr>
          </a:p>
        </p:txBody>
      </p:sp>
      <p:sp>
        <p:nvSpPr>
          <p:cNvPr id="60" name="object 3"/>
          <p:cNvSpPr/>
          <p:nvPr/>
        </p:nvSpPr>
        <p:spPr>
          <a:xfrm>
            <a:off x="265680" y="1046160"/>
            <a:ext cx="5280480" cy="5983920"/>
          </a:xfrm>
          <a:prstGeom prst="rect">
            <a:avLst/>
          </a:prstGeom>
          <a:noFill/>
          <a:ln w="0">
            <a:noFill/>
          </a:ln>
        </p:spPr>
        <p:style>
          <a:lnRef idx="0"/>
          <a:fillRef idx="0"/>
          <a:effectRef idx="0"/>
          <a:fontRef idx="minor"/>
        </p:style>
        <p:txBody>
          <a:bodyPr lIns="0" rIns="0" tIns="12600" bIns="0" anchor="t">
            <a:spAutoFit/>
          </a:bodyPr>
          <a:p>
            <a:pPr marL="83880">
              <a:lnSpc>
                <a:spcPct val="100000"/>
              </a:lnSpc>
              <a:spcBef>
                <a:spcPts val="99"/>
              </a:spcBef>
            </a:pPr>
            <a:r>
              <a:rPr b="0" lang="en-GB" sz="1600" spc="-12" strike="noStrike">
                <a:solidFill>
                  <a:srgbClr val="000000"/>
                </a:solidFill>
                <a:latin typeface="Calibri"/>
              </a:rPr>
              <a:t>Reinforcement</a:t>
            </a:r>
            <a:r>
              <a:rPr b="0" lang="en-GB" sz="1600" spc="-32" strike="noStrike">
                <a:solidFill>
                  <a:srgbClr val="000000"/>
                </a:solidFill>
                <a:latin typeface="Calibri"/>
              </a:rPr>
              <a:t> </a:t>
            </a:r>
            <a:r>
              <a:rPr b="0" lang="en-GB" sz="1600" spc="-1" strike="noStrike">
                <a:solidFill>
                  <a:srgbClr val="000000"/>
                </a:solidFill>
                <a:latin typeface="Calibri"/>
              </a:rPr>
              <a:t>learning</a:t>
            </a:r>
            <a:r>
              <a:rPr b="0" lang="en-GB" sz="1600" spc="-32" strike="noStrike">
                <a:solidFill>
                  <a:srgbClr val="000000"/>
                </a:solidFill>
                <a:latin typeface="Calibri"/>
              </a:rPr>
              <a:t> </a:t>
            </a:r>
            <a:r>
              <a:rPr b="0" lang="en-GB" sz="1600" spc="-1" strike="noStrike">
                <a:solidFill>
                  <a:srgbClr val="000000"/>
                </a:solidFill>
                <a:latin typeface="Calibri"/>
              </a:rPr>
              <a:t>is</a:t>
            </a:r>
            <a:r>
              <a:rPr b="0" lang="en-GB" sz="1600" spc="-32" strike="noStrike">
                <a:solidFill>
                  <a:srgbClr val="000000"/>
                </a:solidFill>
                <a:latin typeface="Calibri"/>
              </a:rPr>
              <a:t> </a:t>
            </a:r>
            <a:r>
              <a:rPr b="0" lang="en-GB" sz="1600" spc="-1" strike="noStrike">
                <a:solidFill>
                  <a:srgbClr val="000000"/>
                </a:solidFill>
                <a:latin typeface="Calibri"/>
              </a:rPr>
              <a:t>a</a:t>
            </a:r>
            <a:r>
              <a:rPr b="0" lang="en-GB" sz="1600" spc="-32" strike="noStrike">
                <a:solidFill>
                  <a:srgbClr val="000000"/>
                </a:solidFill>
                <a:latin typeface="Calibri"/>
              </a:rPr>
              <a:t> </a:t>
            </a:r>
            <a:r>
              <a:rPr b="0" lang="en-GB" sz="1600" spc="-1" strike="noStrike">
                <a:solidFill>
                  <a:srgbClr val="000000"/>
                </a:solidFill>
                <a:latin typeface="Calibri"/>
              </a:rPr>
              <a:t>type</a:t>
            </a:r>
            <a:r>
              <a:rPr b="0" lang="en-GB" sz="1600" spc="-32" strike="noStrike">
                <a:solidFill>
                  <a:srgbClr val="000000"/>
                </a:solidFill>
                <a:latin typeface="Calibri"/>
              </a:rPr>
              <a:t> </a:t>
            </a:r>
            <a:r>
              <a:rPr b="0" lang="en-GB" sz="1600" spc="-1" strike="noStrike">
                <a:solidFill>
                  <a:srgbClr val="000000"/>
                </a:solidFill>
                <a:latin typeface="Calibri"/>
              </a:rPr>
              <a:t>of</a:t>
            </a:r>
            <a:r>
              <a:rPr b="0" lang="en-GB" sz="1600" spc="-32" strike="noStrike">
                <a:solidFill>
                  <a:srgbClr val="000000"/>
                </a:solidFill>
                <a:latin typeface="Calibri"/>
              </a:rPr>
              <a:t> </a:t>
            </a:r>
            <a:r>
              <a:rPr b="0" lang="en-GB" sz="1600" spc="-1" strike="noStrike">
                <a:solidFill>
                  <a:srgbClr val="000000"/>
                </a:solidFill>
                <a:latin typeface="Calibri"/>
              </a:rPr>
              <a:t>ML</a:t>
            </a:r>
            <a:r>
              <a:rPr b="0" lang="en-GB" sz="1600" spc="-32" strike="noStrike">
                <a:solidFill>
                  <a:srgbClr val="000000"/>
                </a:solidFill>
                <a:latin typeface="Calibri"/>
              </a:rPr>
              <a:t> </a:t>
            </a:r>
            <a:r>
              <a:rPr b="0" lang="en-GB" sz="1600" spc="-1" strike="noStrike">
                <a:solidFill>
                  <a:srgbClr val="000000"/>
                </a:solidFill>
                <a:latin typeface="Calibri"/>
              </a:rPr>
              <a:t>where</a:t>
            </a:r>
            <a:r>
              <a:rPr b="0" lang="en-GB" sz="1600" spc="-32" strike="noStrike">
                <a:solidFill>
                  <a:srgbClr val="000000"/>
                </a:solidFill>
                <a:latin typeface="Calibri"/>
              </a:rPr>
              <a:t> </a:t>
            </a:r>
            <a:r>
              <a:rPr b="0" lang="en-GB" sz="1600" spc="-1" strike="noStrike">
                <a:solidFill>
                  <a:srgbClr val="000000"/>
                </a:solidFill>
                <a:latin typeface="Calibri"/>
              </a:rPr>
              <a:t>an</a:t>
            </a:r>
            <a:r>
              <a:rPr b="0" lang="en-GB" sz="1600" spc="-32" strike="noStrike">
                <a:solidFill>
                  <a:srgbClr val="000000"/>
                </a:solidFill>
                <a:latin typeface="Calibri"/>
              </a:rPr>
              <a:t> </a:t>
            </a:r>
            <a:r>
              <a:rPr b="0" lang="en-GB" sz="1600" spc="-1" strike="noStrike">
                <a:solidFill>
                  <a:srgbClr val="000000"/>
                </a:solidFill>
                <a:latin typeface="Calibri"/>
              </a:rPr>
              <a:t>ML</a:t>
            </a:r>
            <a:r>
              <a:rPr b="0" lang="en-GB" sz="1600" spc="-32" strike="noStrike">
                <a:solidFill>
                  <a:srgbClr val="000000"/>
                </a:solidFill>
                <a:latin typeface="Calibri"/>
              </a:rPr>
              <a:t> </a:t>
            </a:r>
            <a:r>
              <a:rPr b="0" lang="en-GB" sz="1600" spc="-12" strike="noStrike">
                <a:solidFill>
                  <a:srgbClr val="000000"/>
                </a:solidFill>
                <a:latin typeface="Calibri"/>
              </a:rPr>
              <a:t>model </a:t>
            </a:r>
            <a:r>
              <a:rPr b="0" lang="en-GB" sz="1600" spc="-1" strike="noStrike">
                <a:solidFill>
                  <a:srgbClr val="000000"/>
                </a:solidFill>
                <a:latin typeface="Calibri"/>
              </a:rPr>
              <a:t>learns</a:t>
            </a:r>
            <a:r>
              <a:rPr b="0" lang="en-GB" sz="1600" spc="-35" strike="noStrike">
                <a:solidFill>
                  <a:srgbClr val="000000"/>
                </a:solidFill>
                <a:latin typeface="Calibri"/>
              </a:rPr>
              <a:t> </a:t>
            </a:r>
            <a:r>
              <a:rPr b="0" lang="en-GB" sz="1600" spc="-1" strike="noStrike">
                <a:solidFill>
                  <a:srgbClr val="000000"/>
                </a:solidFill>
                <a:latin typeface="Calibri"/>
              </a:rPr>
              <a:t>by</a:t>
            </a:r>
            <a:r>
              <a:rPr b="0" lang="en-GB" sz="1600" spc="-35" strike="noStrike">
                <a:solidFill>
                  <a:srgbClr val="000000"/>
                </a:solidFill>
                <a:latin typeface="Calibri"/>
              </a:rPr>
              <a:t> </a:t>
            </a:r>
            <a:r>
              <a:rPr b="0" lang="en-GB" sz="1600" spc="-1" strike="noStrike">
                <a:solidFill>
                  <a:srgbClr val="000000"/>
                </a:solidFill>
                <a:latin typeface="Calibri"/>
              </a:rPr>
              <a:t>trying</a:t>
            </a:r>
            <a:r>
              <a:rPr b="0" lang="en-GB" sz="1600" spc="-35" strike="noStrike">
                <a:solidFill>
                  <a:srgbClr val="000000"/>
                </a:solidFill>
                <a:latin typeface="Calibri"/>
              </a:rPr>
              <a:t> </a:t>
            </a:r>
            <a:r>
              <a:rPr b="0" lang="en-GB" sz="1600" spc="-1" strike="noStrike">
                <a:solidFill>
                  <a:srgbClr val="000000"/>
                </a:solidFill>
                <a:latin typeface="Calibri"/>
              </a:rPr>
              <a:t>out</a:t>
            </a:r>
            <a:r>
              <a:rPr b="0" lang="en-GB" sz="1600" spc="-35" strike="noStrike">
                <a:solidFill>
                  <a:srgbClr val="000000"/>
                </a:solidFill>
                <a:latin typeface="Calibri"/>
              </a:rPr>
              <a:t> </a:t>
            </a:r>
            <a:r>
              <a:rPr b="0" lang="en-GB" sz="1600" spc="-12" strike="noStrike">
                <a:solidFill>
                  <a:srgbClr val="000000"/>
                </a:solidFill>
                <a:latin typeface="Calibri"/>
              </a:rPr>
              <a:t>different</a:t>
            </a:r>
            <a:r>
              <a:rPr b="0" lang="en-GB" sz="1600" spc="-35" strike="noStrike">
                <a:solidFill>
                  <a:srgbClr val="000000"/>
                </a:solidFill>
                <a:latin typeface="Calibri"/>
              </a:rPr>
              <a:t> </a:t>
            </a:r>
            <a:r>
              <a:rPr b="0" lang="en-GB" sz="1600" spc="-1" strike="noStrike">
                <a:solidFill>
                  <a:srgbClr val="000000"/>
                </a:solidFill>
                <a:latin typeface="Calibri"/>
              </a:rPr>
              <a:t>actions</a:t>
            </a:r>
            <a:r>
              <a:rPr b="0" lang="en-GB" sz="1600" spc="-35" strike="noStrike">
                <a:solidFill>
                  <a:srgbClr val="000000"/>
                </a:solidFill>
                <a:latin typeface="Calibri"/>
              </a:rPr>
              <a:t> </a:t>
            </a:r>
            <a:r>
              <a:rPr b="0" lang="en-GB" sz="1600" spc="-1" strike="noStrike">
                <a:solidFill>
                  <a:srgbClr val="000000"/>
                </a:solidFill>
                <a:latin typeface="Calibri"/>
              </a:rPr>
              <a:t>and</a:t>
            </a:r>
            <a:r>
              <a:rPr b="0" lang="en-GB" sz="1600" spc="-35" strike="noStrike">
                <a:solidFill>
                  <a:srgbClr val="000000"/>
                </a:solidFill>
                <a:latin typeface="Calibri"/>
              </a:rPr>
              <a:t> </a:t>
            </a:r>
            <a:r>
              <a:rPr b="0" lang="en-GB" sz="1600" spc="-1" strike="noStrike">
                <a:solidFill>
                  <a:srgbClr val="000000"/>
                </a:solidFill>
                <a:latin typeface="Calibri"/>
              </a:rPr>
              <a:t>adjusts</a:t>
            </a:r>
            <a:r>
              <a:rPr b="0" lang="en-GB" sz="1600" spc="-35" strike="noStrike">
                <a:solidFill>
                  <a:srgbClr val="000000"/>
                </a:solidFill>
                <a:latin typeface="Calibri"/>
              </a:rPr>
              <a:t> </a:t>
            </a:r>
            <a:r>
              <a:rPr b="0" lang="en-GB" sz="1600" spc="-1" strike="noStrike">
                <a:solidFill>
                  <a:srgbClr val="000000"/>
                </a:solidFill>
                <a:latin typeface="Calibri"/>
              </a:rPr>
              <a:t>its</a:t>
            </a:r>
            <a:r>
              <a:rPr b="0" lang="en-GB" sz="1600" spc="-35" strike="noStrike">
                <a:solidFill>
                  <a:srgbClr val="000000"/>
                </a:solidFill>
                <a:latin typeface="Calibri"/>
              </a:rPr>
              <a:t> </a:t>
            </a:r>
            <a:r>
              <a:rPr b="0" lang="en-GB" sz="1600" spc="-12" strike="noStrike">
                <a:solidFill>
                  <a:srgbClr val="000000"/>
                </a:solidFill>
                <a:latin typeface="Calibri"/>
              </a:rPr>
              <a:t>future behaviors</a:t>
            </a:r>
            <a:r>
              <a:rPr b="0" lang="en-GB" sz="1600" spc="-41" strike="noStrike">
                <a:solidFill>
                  <a:srgbClr val="000000"/>
                </a:solidFill>
                <a:latin typeface="Calibri"/>
              </a:rPr>
              <a:t> </a:t>
            </a:r>
            <a:r>
              <a:rPr b="0" lang="en-GB" sz="1600" spc="-1" strike="noStrike">
                <a:solidFill>
                  <a:srgbClr val="000000"/>
                </a:solidFill>
                <a:latin typeface="Calibri"/>
              </a:rPr>
              <a:t>sequentially</a:t>
            </a:r>
            <a:r>
              <a:rPr b="0" lang="en-GB" sz="1600" spc="-41" strike="noStrike">
                <a:solidFill>
                  <a:srgbClr val="000000"/>
                </a:solidFill>
                <a:latin typeface="Calibri"/>
              </a:rPr>
              <a:t> </a:t>
            </a:r>
            <a:r>
              <a:rPr b="0" lang="en-GB" sz="1600" spc="-1" strike="noStrike">
                <a:solidFill>
                  <a:srgbClr val="000000"/>
                </a:solidFill>
                <a:latin typeface="Calibri"/>
              </a:rPr>
              <a:t>based</a:t>
            </a:r>
            <a:r>
              <a:rPr b="0" lang="en-GB" sz="1600" spc="-35" strike="noStrike">
                <a:solidFill>
                  <a:srgbClr val="000000"/>
                </a:solidFill>
                <a:latin typeface="Calibri"/>
              </a:rPr>
              <a:t> </a:t>
            </a:r>
            <a:r>
              <a:rPr b="0" lang="en-GB" sz="1600" spc="-1" strike="noStrike">
                <a:solidFill>
                  <a:srgbClr val="000000"/>
                </a:solidFill>
                <a:latin typeface="Calibri"/>
              </a:rPr>
              <a:t>on</a:t>
            </a:r>
            <a:r>
              <a:rPr b="0" lang="en-GB" sz="1600" spc="-41" strike="noStrike">
                <a:solidFill>
                  <a:srgbClr val="000000"/>
                </a:solidFill>
                <a:latin typeface="Calibri"/>
              </a:rPr>
              <a:t> </a:t>
            </a:r>
            <a:r>
              <a:rPr b="0" lang="en-GB" sz="1600" spc="-1" strike="noStrike">
                <a:solidFill>
                  <a:srgbClr val="000000"/>
                </a:solidFill>
                <a:latin typeface="Calibri"/>
              </a:rPr>
              <a:t>the</a:t>
            </a:r>
            <a:r>
              <a:rPr b="0" lang="en-GB" sz="1600" spc="-35" strike="noStrike">
                <a:solidFill>
                  <a:srgbClr val="000000"/>
                </a:solidFill>
                <a:latin typeface="Calibri"/>
              </a:rPr>
              <a:t> </a:t>
            </a:r>
            <a:r>
              <a:rPr b="0" lang="en-GB" sz="1600" spc="-12" strike="noStrike">
                <a:solidFill>
                  <a:srgbClr val="000000"/>
                </a:solidFill>
                <a:latin typeface="Calibri"/>
              </a:rPr>
              <a:t>received</a:t>
            </a:r>
            <a:r>
              <a:rPr b="0" lang="en-GB" sz="1600" spc="-41" strike="noStrike">
                <a:solidFill>
                  <a:srgbClr val="000000"/>
                </a:solidFill>
                <a:latin typeface="Calibri"/>
              </a:rPr>
              <a:t> </a:t>
            </a:r>
            <a:r>
              <a:rPr b="0" lang="en-GB" sz="1600" spc="-12" strike="noStrike">
                <a:solidFill>
                  <a:srgbClr val="000000"/>
                </a:solidFill>
                <a:latin typeface="Calibri"/>
              </a:rPr>
              <a:t>response</a:t>
            </a:r>
            <a:r>
              <a:rPr b="0" lang="en-GB" sz="1600" spc="-35" strike="noStrike">
                <a:solidFill>
                  <a:srgbClr val="000000"/>
                </a:solidFill>
                <a:latin typeface="Calibri"/>
              </a:rPr>
              <a:t> </a:t>
            </a:r>
            <a:r>
              <a:rPr b="0" lang="en-GB" sz="1600" spc="-21" strike="noStrike">
                <a:solidFill>
                  <a:srgbClr val="000000"/>
                </a:solidFill>
                <a:latin typeface="Calibri"/>
              </a:rPr>
              <a:t>from </a:t>
            </a:r>
            <a:r>
              <a:rPr b="0" lang="en-GB" sz="1600" spc="-1" strike="noStrike">
                <a:solidFill>
                  <a:srgbClr val="000000"/>
                </a:solidFill>
                <a:latin typeface="Calibri"/>
              </a:rPr>
              <a:t>the</a:t>
            </a:r>
            <a:r>
              <a:rPr b="0" lang="en-GB" sz="1600" spc="-41" strike="noStrike">
                <a:solidFill>
                  <a:srgbClr val="000000"/>
                </a:solidFill>
                <a:latin typeface="Calibri"/>
              </a:rPr>
              <a:t> </a:t>
            </a:r>
            <a:r>
              <a:rPr b="0" lang="en-GB" sz="1600" spc="-12" strike="noStrike">
                <a:solidFill>
                  <a:srgbClr val="000000"/>
                </a:solidFill>
                <a:latin typeface="Calibri"/>
              </a:rPr>
              <a:t>action.</a:t>
            </a:r>
            <a:endParaRPr b="0" lang="en-GB" sz="1600" spc="-1" strike="noStrike">
              <a:solidFill>
                <a:srgbClr val="000000"/>
              </a:solidFill>
              <a:latin typeface="Arial"/>
            </a:endParaRPr>
          </a:p>
          <a:p>
            <a:pPr marL="83880">
              <a:lnSpc>
                <a:spcPct val="100000"/>
              </a:lnSpc>
              <a:spcBef>
                <a:spcPts val="1919"/>
              </a:spcBef>
            </a:pPr>
            <a:r>
              <a:rPr b="0" lang="en-GB" sz="1600" spc="-1" strike="noStrike">
                <a:solidFill>
                  <a:srgbClr val="000000"/>
                </a:solidFill>
                <a:latin typeface="Calibri"/>
              </a:rPr>
              <a:t>In</a:t>
            </a:r>
            <a:r>
              <a:rPr b="0" lang="en-GB" sz="1600" spc="-41" strike="noStrike">
                <a:solidFill>
                  <a:srgbClr val="000000"/>
                </a:solidFill>
                <a:latin typeface="Calibri"/>
              </a:rPr>
              <a:t> </a:t>
            </a:r>
            <a:r>
              <a:rPr b="0" lang="en-GB" sz="1600" spc="-12" strike="noStrike">
                <a:solidFill>
                  <a:srgbClr val="000000"/>
                </a:solidFill>
                <a:latin typeface="Calibri"/>
              </a:rPr>
              <a:t>reinforcement</a:t>
            </a:r>
            <a:r>
              <a:rPr b="0" lang="en-GB" sz="1600" spc="-46" strike="noStrike">
                <a:solidFill>
                  <a:srgbClr val="000000"/>
                </a:solidFill>
                <a:latin typeface="Calibri"/>
              </a:rPr>
              <a:t> </a:t>
            </a:r>
            <a:r>
              <a:rPr b="0" lang="en-GB" sz="1600" spc="-1" strike="noStrike">
                <a:solidFill>
                  <a:srgbClr val="000000"/>
                </a:solidFill>
                <a:latin typeface="Calibri"/>
              </a:rPr>
              <a:t>learning</a:t>
            </a:r>
            <a:r>
              <a:rPr b="0" lang="en-GB" sz="1600" spc="-41" strike="noStrike">
                <a:solidFill>
                  <a:srgbClr val="000000"/>
                </a:solidFill>
                <a:latin typeface="Calibri"/>
              </a:rPr>
              <a:t> </a:t>
            </a:r>
            <a:r>
              <a:rPr b="0" lang="en-GB" sz="1600" spc="-1" strike="noStrike">
                <a:solidFill>
                  <a:srgbClr val="000000"/>
                </a:solidFill>
                <a:latin typeface="Calibri"/>
              </a:rPr>
              <a:t>the</a:t>
            </a:r>
            <a:r>
              <a:rPr b="0" lang="en-GB" sz="1600" spc="-41" strike="noStrike">
                <a:solidFill>
                  <a:srgbClr val="000000"/>
                </a:solidFill>
                <a:latin typeface="Calibri"/>
              </a:rPr>
              <a:t> </a:t>
            </a:r>
            <a:r>
              <a:rPr b="0" lang="en-GB" sz="1600" spc="-1" strike="noStrike">
                <a:solidFill>
                  <a:srgbClr val="000000"/>
                </a:solidFill>
                <a:latin typeface="Calibri"/>
              </a:rPr>
              <a:t>agent</a:t>
            </a:r>
            <a:r>
              <a:rPr b="0" lang="en-GB" sz="1600" spc="-41" strike="noStrike">
                <a:solidFill>
                  <a:srgbClr val="000000"/>
                </a:solidFill>
                <a:latin typeface="Calibri"/>
              </a:rPr>
              <a:t> </a:t>
            </a:r>
            <a:r>
              <a:rPr b="0" lang="en-GB" sz="1600" spc="-1" strike="noStrike">
                <a:solidFill>
                  <a:srgbClr val="000000"/>
                </a:solidFill>
                <a:latin typeface="Calibri"/>
              </a:rPr>
              <a:t>learns</a:t>
            </a:r>
            <a:r>
              <a:rPr b="0" lang="en-GB" sz="1600" spc="-41" strike="noStrike">
                <a:solidFill>
                  <a:srgbClr val="000000"/>
                </a:solidFill>
                <a:latin typeface="Calibri"/>
              </a:rPr>
              <a:t> </a:t>
            </a:r>
            <a:r>
              <a:rPr b="0" lang="en-GB" sz="1600" spc="-1" strike="noStrike">
                <a:solidFill>
                  <a:srgbClr val="000000"/>
                </a:solidFill>
                <a:latin typeface="Calibri"/>
              </a:rPr>
              <a:t>from</a:t>
            </a:r>
            <a:r>
              <a:rPr b="0" lang="en-GB" sz="1600" spc="-41" strike="noStrike">
                <a:solidFill>
                  <a:srgbClr val="000000"/>
                </a:solidFill>
                <a:latin typeface="Calibri"/>
              </a:rPr>
              <a:t> </a:t>
            </a:r>
            <a:r>
              <a:rPr b="0" lang="en-GB" sz="1600" spc="-1" strike="noStrike">
                <a:solidFill>
                  <a:srgbClr val="000000"/>
                </a:solidFill>
                <a:latin typeface="Calibri"/>
              </a:rPr>
              <a:t>its</a:t>
            </a:r>
            <a:r>
              <a:rPr b="0" lang="en-GB" sz="1600" spc="-41" strike="noStrike">
                <a:solidFill>
                  <a:srgbClr val="000000"/>
                </a:solidFill>
                <a:latin typeface="Calibri"/>
              </a:rPr>
              <a:t> </a:t>
            </a:r>
            <a:r>
              <a:rPr b="0" lang="en-GB" sz="1600" spc="-26" strike="noStrike">
                <a:solidFill>
                  <a:srgbClr val="000000"/>
                </a:solidFill>
                <a:latin typeface="Calibri"/>
              </a:rPr>
              <a:t>own </a:t>
            </a:r>
            <a:r>
              <a:rPr b="0" lang="en-GB" sz="1600" spc="-1" strike="noStrike">
                <a:solidFill>
                  <a:srgbClr val="000000"/>
                </a:solidFill>
                <a:latin typeface="Calibri"/>
              </a:rPr>
              <a:t>experience</a:t>
            </a:r>
            <a:r>
              <a:rPr b="0" lang="en-GB" sz="1600" spc="-52" strike="noStrike">
                <a:solidFill>
                  <a:srgbClr val="000000"/>
                </a:solidFill>
                <a:latin typeface="Calibri"/>
              </a:rPr>
              <a:t> </a:t>
            </a:r>
            <a:r>
              <a:rPr b="0" lang="en-GB" sz="1600" spc="-1" strike="noStrike">
                <a:solidFill>
                  <a:srgbClr val="000000"/>
                </a:solidFill>
                <a:latin typeface="Calibri"/>
              </a:rPr>
              <a:t>based</a:t>
            </a:r>
            <a:r>
              <a:rPr b="0" lang="en-GB" sz="1600" spc="-41" strike="noStrike">
                <a:solidFill>
                  <a:srgbClr val="000000"/>
                </a:solidFill>
                <a:latin typeface="Calibri"/>
              </a:rPr>
              <a:t> </a:t>
            </a:r>
            <a:r>
              <a:rPr b="0" lang="en-GB" sz="1600" spc="-1" strike="noStrike">
                <a:solidFill>
                  <a:srgbClr val="000000"/>
                </a:solidFill>
                <a:latin typeface="Calibri"/>
              </a:rPr>
              <a:t>on</a:t>
            </a:r>
            <a:r>
              <a:rPr b="0" lang="en-GB" sz="1600" spc="-41" strike="noStrike">
                <a:solidFill>
                  <a:srgbClr val="000000"/>
                </a:solidFill>
                <a:latin typeface="Calibri"/>
              </a:rPr>
              <a:t> </a:t>
            </a:r>
            <a:r>
              <a:rPr b="0" lang="en-GB" sz="1600" spc="-1" strike="noStrike">
                <a:solidFill>
                  <a:srgbClr val="000000"/>
                </a:solidFill>
                <a:latin typeface="Calibri"/>
              </a:rPr>
              <a:t>the</a:t>
            </a:r>
            <a:r>
              <a:rPr b="0" lang="en-GB" sz="1600" spc="-41" strike="noStrike">
                <a:solidFill>
                  <a:srgbClr val="000000"/>
                </a:solidFill>
                <a:latin typeface="Calibri"/>
              </a:rPr>
              <a:t> </a:t>
            </a:r>
            <a:r>
              <a:rPr b="0" lang="en-GB" sz="1600" spc="-12" strike="noStrike">
                <a:solidFill>
                  <a:srgbClr val="000000"/>
                </a:solidFill>
                <a:latin typeface="Calibri"/>
              </a:rPr>
              <a:t>rewards</a:t>
            </a:r>
            <a:r>
              <a:rPr b="0" lang="en-GB" sz="1600" spc="-35" strike="noStrike">
                <a:solidFill>
                  <a:srgbClr val="000000"/>
                </a:solidFill>
                <a:latin typeface="Calibri"/>
              </a:rPr>
              <a:t> </a:t>
            </a:r>
            <a:r>
              <a:rPr b="0" lang="en-GB" sz="1600" spc="-1" strike="noStrike">
                <a:solidFill>
                  <a:srgbClr val="000000"/>
                </a:solidFill>
                <a:latin typeface="Calibri"/>
              </a:rPr>
              <a:t>(positive</a:t>
            </a:r>
            <a:r>
              <a:rPr b="0" lang="en-GB" sz="1600" spc="-41" strike="noStrike">
                <a:solidFill>
                  <a:srgbClr val="000000"/>
                </a:solidFill>
                <a:latin typeface="Calibri"/>
              </a:rPr>
              <a:t> </a:t>
            </a:r>
            <a:r>
              <a:rPr b="0" lang="en-GB" sz="1600" spc="-1" strike="noStrike">
                <a:solidFill>
                  <a:srgbClr val="000000"/>
                </a:solidFill>
                <a:latin typeface="Calibri"/>
              </a:rPr>
              <a:t>or</a:t>
            </a:r>
            <a:r>
              <a:rPr b="0" lang="en-GB" sz="1600" spc="-41" strike="noStrike">
                <a:solidFill>
                  <a:srgbClr val="000000"/>
                </a:solidFill>
                <a:latin typeface="Calibri"/>
              </a:rPr>
              <a:t> </a:t>
            </a:r>
            <a:r>
              <a:rPr b="0" lang="en-GB" sz="1600" spc="-12" strike="noStrike">
                <a:solidFill>
                  <a:srgbClr val="000000"/>
                </a:solidFill>
                <a:latin typeface="Calibri"/>
              </a:rPr>
              <a:t>negative)</a:t>
            </a:r>
            <a:r>
              <a:rPr b="0" lang="en-GB" sz="1600" spc="-41" strike="noStrike">
                <a:solidFill>
                  <a:srgbClr val="000000"/>
                </a:solidFill>
                <a:latin typeface="Calibri"/>
              </a:rPr>
              <a:t> </a:t>
            </a:r>
            <a:r>
              <a:rPr b="0" lang="en-GB" sz="1600" spc="-1" strike="noStrike">
                <a:solidFill>
                  <a:srgbClr val="000000"/>
                </a:solidFill>
                <a:latin typeface="Calibri"/>
              </a:rPr>
              <a:t>it</a:t>
            </a:r>
            <a:r>
              <a:rPr b="0" lang="en-GB" sz="1600" spc="-35" strike="noStrike">
                <a:solidFill>
                  <a:srgbClr val="000000"/>
                </a:solidFill>
                <a:latin typeface="Calibri"/>
              </a:rPr>
              <a:t> </a:t>
            </a:r>
            <a:r>
              <a:rPr b="0" lang="en-GB" sz="1600" spc="-21" strike="noStrike">
                <a:solidFill>
                  <a:srgbClr val="000000"/>
                </a:solidFill>
                <a:latin typeface="Calibri"/>
              </a:rPr>
              <a:t>gets </a:t>
            </a:r>
            <a:r>
              <a:rPr b="0" lang="en-GB" sz="1600" spc="-1" strike="noStrike">
                <a:solidFill>
                  <a:srgbClr val="000000"/>
                </a:solidFill>
                <a:latin typeface="Calibri"/>
              </a:rPr>
              <a:t>from</a:t>
            </a:r>
            <a:r>
              <a:rPr b="0" lang="en-GB" sz="1600" spc="-60" strike="noStrike">
                <a:solidFill>
                  <a:srgbClr val="000000"/>
                </a:solidFill>
                <a:latin typeface="Calibri"/>
              </a:rPr>
              <a:t> </a:t>
            </a:r>
            <a:r>
              <a:rPr b="0" lang="en-GB" sz="1600" spc="-1" strike="noStrike">
                <a:solidFill>
                  <a:srgbClr val="000000"/>
                </a:solidFill>
                <a:latin typeface="Calibri"/>
              </a:rPr>
              <a:t>is</a:t>
            </a:r>
            <a:r>
              <a:rPr b="0" lang="en-GB" sz="1600" spc="-60" strike="noStrike">
                <a:solidFill>
                  <a:srgbClr val="000000"/>
                </a:solidFill>
                <a:latin typeface="Calibri"/>
              </a:rPr>
              <a:t> </a:t>
            </a:r>
            <a:r>
              <a:rPr b="0" lang="en-GB" sz="1600" spc="-1" strike="noStrike">
                <a:solidFill>
                  <a:srgbClr val="000000"/>
                </a:solidFill>
                <a:latin typeface="Calibri"/>
              </a:rPr>
              <a:t>previous</a:t>
            </a:r>
            <a:r>
              <a:rPr b="0" lang="en-GB" sz="1600" spc="-55" strike="noStrike">
                <a:solidFill>
                  <a:srgbClr val="000000"/>
                </a:solidFill>
                <a:latin typeface="Calibri"/>
              </a:rPr>
              <a:t> </a:t>
            </a:r>
            <a:r>
              <a:rPr b="0" lang="en-GB" sz="1600" spc="-12" strike="noStrike">
                <a:solidFill>
                  <a:srgbClr val="000000"/>
                </a:solidFill>
                <a:latin typeface="Calibri"/>
              </a:rPr>
              <a:t>results.</a:t>
            </a:r>
            <a:endParaRPr b="0" lang="en-GB" sz="1600" spc="-1" strike="noStrike">
              <a:solidFill>
                <a:srgbClr val="000000"/>
              </a:solidFill>
              <a:latin typeface="Arial"/>
            </a:endParaRPr>
          </a:p>
          <a:p>
            <a:pPr marL="83880">
              <a:lnSpc>
                <a:spcPct val="100000"/>
              </a:lnSpc>
              <a:spcBef>
                <a:spcPts val="1899"/>
              </a:spcBef>
            </a:pPr>
            <a:r>
              <a:rPr b="1" lang="en-GB" sz="2000" spc="-12" strike="noStrike">
                <a:solidFill>
                  <a:srgbClr val="000000"/>
                </a:solidFill>
                <a:latin typeface="Calibri"/>
              </a:rPr>
              <a:t>Examples</a:t>
            </a:r>
            <a:r>
              <a:rPr b="1" lang="en-GB" sz="2000" spc="-55" strike="noStrike">
                <a:solidFill>
                  <a:srgbClr val="000000"/>
                </a:solidFill>
                <a:latin typeface="Calibri"/>
              </a:rPr>
              <a:t> </a:t>
            </a:r>
            <a:r>
              <a:rPr b="1" lang="en-GB" sz="2000" spc="-1" strike="noStrike">
                <a:solidFill>
                  <a:srgbClr val="000000"/>
                </a:solidFill>
                <a:latin typeface="Calibri"/>
              </a:rPr>
              <a:t>of</a:t>
            </a:r>
            <a:r>
              <a:rPr b="1" lang="en-GB" sz="2000" spc="-55" strike="noStrike">
                <a:solidFill>
                  <a:srgbClr val="000000"/>
                </a:solidFill>
                <a:latin typeface="Calibri"/>
              </a:rPr>
              <a:t> </a:t>
            </a:r>
            <a:r>
              <a:rPr b="1" lang="en-GB" sz="2000" spc="-21" strike="noStrike">
                <a:solidFill>
                  <a:srgbClr val="000000"/>
                </a:solidFill>
                <a:latin typeface="Calibri"/>
              </a:rPr>
              <a:t>Reinforcement</a:t>
            </a:r>
            <a:r>
              <a:rPr b="1" lang="en-GB" sz="2000" spc="-55" strike="noStrike">
                <a:solidFill>
                  <a:srgbClr val="000000"/>
                </a:solidFill>
                <a:latin typeface="Calibri"/>
              </a:rPr>
              <a:t> </a:t>
            </a:r>
            <a:r>
              <a:rPr b="1" lang="en-GB" sz="2000" spc="-1" strike="noStrike">
                <a:solidFill>
                  <a:srgbClr val="000000"/>
                </a:solidFill>
                <a:latin typeface="Calibri"/>
              </a:rPr>
              <a:t>learning</a:t>
            </a:r>
            <a:r>
              <a:rPr b="1" lang="en-GB" sz="2000" spc="-55" strike="noStrike">
                <a:solidFill>
                  <a:srgbClr val="000000"/>
                </a:solidFill>
                <a:latin typeface="Calibri"/>
              </a:rPr>
              <a:t> </a:t>
            </a:r>
            <a:r>
              <a:rPr b="1" lang="en-GB" sz="2000" spc="-12" strike="noStrike">
                <a:solidFill>
                  <a:srgbClr val="000000"/>
                </a:solidFill>
                <a:latin typeface="Calibri"/>
              </a:rPr>
              <a:t>problems</a:t>
            </a:r>
            <a:endParaRPr b="0" lang="en-GB" sz="2000" spc="-1" strike="noStrike">
              <a:solidFill>
                <a:srgbClr val="000000"/>
              </a:solidFill>
              <a:latin typeface="Arial"/>
            </a:endParaRPr>
          </a:p>
          <a:p>
            <a:pPr marL="83880" indent="-79920" algn="just">
              <a:lnSpc>
                <a:spcPct val="100000"/>
              </a:lnSpc>
              <a:spcBef>
                <a:spcPts val="1939"/>
              </a:spcBef>
              <a:buClr>
                <a:srgbClr val="000000"/>
              </a:buClr>
              <a:buSzPct val="94000"/>
              <a:buFont typeface="Arial MT"/>
              <a:buChar char="•"/>
              <a:tabLst>
                <a:tab algn="l" pos="83880"/>
              </a:tabLst>
            </a:pPr>
            <a:r>
              <a:rPr b="0" lang="en-GB" sz="1600" spc="-12" strike="noStrike">
                <a:solidFill>
                  <a:srgbClr val="000000"/>
                </a:solidFill>
                <a:latin typeface="Calibri"/>
              </a:rPr>
              <a:t>Robots</a:t>
            </a:r>
            <a:r>
              <a:rPr b="0" lang="en-GB" sz="1600" spc="-41" strike="noStrike">
                <a:solidFill>
                  <a:srgbClr val="000000"/>
                </a:solidFill>
                <a:latin typeface="Calibri"/>
              </a:rPr>
              <a:t> </a:t>
            </a:r>
            <a:r>
              <a:rPr b="0" lang="en-GB" sz="1600" spc="-1" strike="noStrike">
                <a:solidFill>
                  <a:srgbClr val="000000"/>
                </a:solidFill>
                <a:latin typeface="Calibri"/>
              </a:rPr>
              <a:t>or</a:t>
            </a:r>
            <a:r>
              <a:rPr b="0" lang="en-GB" sz="1600" spc="-35" strike="noStrike">
                <a:solidFill>
                  <a:srgbClr val="000000"/>
                </a:solidFill>
                <a:latin typeface="Calibri"/>
              </a:rPr>
              <a:t> </a:t>
            </a:r>
            <a:r>
              <a:rPr b="0" lang="en-GB" sz="1600" spc="-21" strike="noStrike">
                <a:solidFill>
                  <a:srgbClr val="000000"/>
                </a:solidFill>
                <a:latin typeface="Calibri"/>
              </a:rPr>
              <a:t>self-</a:t>
            </a:r>
            <a:r>
              <a:rPr b="0" lang="en-GB" sz="1600" spc="-1" strike="noStrike">
                <a:solidFill>
                  <a:srgbClr val="000000"/>
                </a:solidFill>
                <a:latin typeface="Calibri"/>
              </a:rPr>
              <a:t>driving</a:t>
            </a:r>
            <a:r>
              <a:rPr b="0" lang="en-GB" sz="1600" spc="-35" strike="noStrike">
                <a:solidFill>
                  <a:srgbClr val="000000"/>
                </a:solidFill>
                <a:latin typeface="Calibri"/>
              </a:rPr>
              <a:t> </a:t>
            </a:r>
            <a:r>
              <a:rPr b="0" lang="en-GB" sz="1600" spc="-1" strike="noStrike">
                <a:solidFill>
                  <a:srgbClr val="000000"/>
                </a:solidFill>
                <a:latin typeface="Calibri"/>
              </a:rPr>
              <a:t>cars</a:t>
            </a:r>
            <a:r>
              <a:rPr b="0" lang="en-GB" sz="1600" spc="-41" strike="noStrike">
                <a:solidFill>
                  <a:srgbClr val="000000"/>
                </a:solidFill>
                <a:latin typeface="Calibri"/>
              </a:rPr>
              <a:t> </a:t>
            </a:r>
            <a:r>
              <a:rPr b="0" lang="en-GB" sz="1600" spc="-1" strike="noStrike">
                <a:solidFill>
                  <a:srgbClr val="000000"/>
                </a:solidFill>
                <a:latin typeface="Calibri"/>
              </a:rPr>
              <a:t>learn</a:t>
            </a:r>
            <a:r>
              <a:rPr b="0" lang="en-GB" sz="1600" spc="-35" strike="noStrike">
                <a:solidFill>
                  <a:srgbClr val="000000"/>
                </a:solidFill>
                <a:latin typeface="Calibri"/>
              </a:rPr>
              <a:t> </a:t>
            </a:r>
            <a:r>
              <a:rPr b="0" lang="en-GB" sz="1600" spc="-1" strike="noStrike">
                <a:solidFill>
                  <a:srgbClr val="000000"/>
                </a:solidFill>
                <a:latin typeface="Calibri"/>
              </a:rPr>
              <a:t>how</a:t>
            </a:r>
            <a:r>
              <a:rPr b="0" lang="en-GB" sz="1600" spc="-35" strike="noStrike">
                <a:solidFill>
                  <a:srgbClr val="000000"/>
                </a:solidFill>
                <a:latin typeface="Calibri"/>
              </a:rPr>
              <a:t> </a:t>
            </a:r>
            <a:r>
              <a:rPr b="0" lang="en-GB" sz="1600" spc="-1" strike="noStrike">
                <a:solidFill>
                  <a:srgbClr val="000000"/>
                </a:solidFill>
                <a:latin typeface="Calibri"/>
              </a:rPr>
              <a:t>to</a:t>
            </a:r>
            <a:r>
              <a:rPr b="0" lang="en-GB" sz="1600" spc="-41" strike="noStrike">
                <a:solidFill>
                  <a:srgbClr val="000000"/>
                </a:solidFill>
                <a:latin typeface="Calibri"/>
              </a:rPr>
              <a:t> </a:t>
            </a:r>
            <a:r>
              <a:rPr b="0" lang="en-GB" sz="1600" spc="-1" strike="noStrike">
                <a:solidFill>
                  <a:srgbClr val="000000"/>
                </a:solidFill>
                <a:latin typeface="Calibri"/>
              </a:rPr>
              <a:t>walk</a:t>
            </a:r>
            <a:r>
              <a:rPr b="0" lang="en-GB" sz="1600" spc="-35" strike="noStrike">
                <a:solidFill>
                  <a:srgbClr val="000000"/>
                </a:solidFill>
                <a:latin typeface="Calibri"/>
              </a:rPr>
              <a:t> </a:t>
            </a:r>
            <a:r>
              <a:rPr b="0" lang="en-GB" sz="1600" spc="-1" strike="noStrike">
                <a:solidFill>
                  <a:srgbClr val="000000"/>
                </a:solidFill>
                <a:latin typeface="Calibri"/>
              </a:rPr>
              <a:t>or</a:t>
            </a:r>
            <a:r>
              <a:rPr b="0" lang="en-GB" sz="1600" spc="-35" strike="noStrike">
                <a:solidFill>
                  <a:srgbClr val="000000"/>
                </a:solidFill>
                <a:latin typeface="Calibri"/>
              </a:rPr>
              <a:t> </a:t>
            </a:r>
            <a:r>
              <a:rPr b="0" lang="en-GB" sz="1600" spc="-12" strike="noStrike">
                <a:solidFill>
                  <a:srgbClr val="000000"/>
                </a:solidFill>
                <a:latin typeface="Calibri"/>
              </a:rPr>
              <a:t>navigate</a:t>
            </a:r>
            <a:r>
              <a:rPr b="0" lang="en-GB" sz="1600" spc="-35" strike="noStrike">
                <a:solidFill>
                  <a:srgbClr val="000000"/>
                </a:solidFill>
                <a:latin typeface="Calibri"/>
              </a:rPr>
              <a:t> </a:t>
            </a:r>
            <a:r>
              <a:rPr b="0" lang="en-GB" sz="1600" spc="-26" strike="noStrike">
                <a:solidFill>
                  <a:srgbClr val="000000"/>
                </a:solidFill>
                <a:latin typeface="Calibri"/>
              </a:rPr>
              <a:t>in </a:t>
            </a:r>
            <a:r>
              <a:rPr b="0" lang="en-GB" sz="1600" spc="-1" strike="noStrike">
                <a:solidFill>
                  <a:srgbClr val="000000"/>
                </a:solidFill>
                <a:latin typeface="Calibri"/>
              </a:rPr>
              <a:t>unknown</a:t>
            </a:r>
            <a:r>
              <a:rPr b="0" lang="en-GB" sz="1600" spc="-41" strike="noStrike">
                <a:solidFill>
                  <a:srgbClr val="000000"/>
                </a:solidFill>
                <a:latin typeface="Calibri"/>
              </a:rPr>
              <a:t> </a:t>
            </a:r>
            <a:r>
              <a:rPr b="0" lang="en-GB" sz="1600" spc="-21" strike="noStrike">
                <a:solidFill>
                  <a:srgbClr val="000000"/>
                </a:solidFill>
                <a:latin typeface="Calibri"/>
              </a:rPr>
              <a:t>environments</a:t>
            </a:r>
            <a:r>
              <a:rPr b="0" lang="en-GB" sz="1600" spc="-41" strike="noStrike">
                <a:solidFill>
                  <a:srgbClr val="000000"/>
                </a:solidFill>
                <a:latin typeface="Calibri"/>
              </a:rPr>
              <a:t> </a:t>
            </a:r>
            <a:r>
              <a:rPr b="0" lang="en-GB" sz="1600" spc="-1" strike="noStrike">
                <a:solidFill>
                  <a:srgbClr val="000000"/>
                </a:solidFill>
                <a:latin typeface="Calibri"/>
              </a:rPr>
              <a:t>by</a:t>
            </a:r>
            <a:r>
              <a:rPr b="0" lang="en-GB" sz="1600" spc="-41" strike="noStrike">
                <a:solidFill>
                  <a:srgbClr val="000000"/>
                </a:solidFill>
                <a:latin typeface="Calibri"/>
              </a:rPr>
              <a:t> </a:t>
            </a:r>
            <a:r>
              <a:rPr b="0" lang="en-GB" sz="1600" spc="-1" strike="noStrike">
                <a:solidFill>
                  <a:srgbClr val="000000"/>
                </a:solidFill>
                <a:latin typeface="Calibri"/>
              </a:rPr>
              <a:t>trying</a:t>
            </a:r>
            <a:r>
              <a:rPr b="0" lang="en-GB" sz="1600" spc="-41" strike="noStrike">
                <a:solidFill>
                  <a:srgbClr val="000000"/>
                </a:solidFill>
                <a:latin typeface="Calibri"/>
              </a:rPr>
              <a:t> </a:t>
            </a:r>
            <a:r>
              <a:rPr b="0" lang="en-GB" sz="1600" spc="-1" strike="noStrike">
                <a:solidFill>
                  <a:srgbClr val="000000"/>
                </a:solidFill>
                <a:latin typeface="Calibri"/>
              </a:rPr>
              <a:t>out</a:t>
            </a:r>
            <a:r>
              <a:rPr b="0" lang="en-GB" sz="1600" spc="-41" strike="noStrike">
                <a:solidFill>
                  <a:srgbClr val="000000"/>
                </a:solidFill>
                <a:latin typeface="Calibri"/>
              </a:rPr>
              <a:t> </a:t>
            </a:r>
            <a:r>
              <a:rPr b="0" lang="en-GB" sz="1600" spc="-12" strike="noStrike">
                <a:solidFill>
                  <a:srgbClr val="000000"/>
                </a:solidFill>
                <a:latin typeface="Calibri"/>
              </a:rPr>
              <a:t>different</a:t>
            </a:r>
            <a:r>
              <a:rPr b="0" lang="en-GB" sz="1600" spc="-35" strike="noStrike">
                <a:solidFill>
                  <a:srgbClr val="000000"/>
                </a:solidFill>
                <a:latin typeface="Calibri"/>
              </a:rPr>
              <a:t> </a:t>
            </a:r>
            <a:r>
              <a:rPr b="0" lang="en-GB" sz="1600" spc="-1" strike="noStrike">
                <a:solidFill>
                  <a:srgbClr val="000000"/>
                </a:solidFill>
                <a:latin typeface="Calibri"/>
              </a:rPr>
              <a:t>moves</a:t>
            </a:r>
            <a:r>
              <a:rPr b="0" lang="en-GB" sz="1600" spc="-41" strike="noStrike">
                <a:solidFill>
                  <a:srgbClr val="000000"/>
                </a:solidFill>
                <a:latin typeface="Calibri"/>
              </a:rPr>
              <a:t> </a:t>
            </a:r>
            <a:r>
              <a:rPr b="0" lang="en-GB" sz="1600" spc="-26" strike="noStrike">
                <a:solidFill>
                  <a:srgbClr val="000000"/>
                </a:solidFill>
                <a:latin typeface="Calibri"/>
              </a:rPr>
              <a:t>and </a:t>
            </a:r>
            <a:r>
              <a:rPr b="0" lang="en-GB" sz="1600" spc="-1" strike="noStrike">
                <a:solidFill>
                  <a:srgbClr val="000000"/>
                </a:solidFill>
                <a:latin typeface="Calibri"/>
              </a:rPr>
              <a:t>responding</a:t>
            </a:r>
            <a:r>
              <a:rPr b="0" lang="en-GB" sz="1600" spc="-55" strike="noStrike">
                <a:solidFill>
                  <a:srgbClr val="000000"/>
                </a:solidFill>
                <a:latin typeface="Calibri"/>
              </a:rPr>
              <a:t> </a:t>
            </a:r>
            <a:r>
              <a:rPr b="0" lang="en-GB" sz="1600" spc="-1" strike="noStrike">
                <a:solidFill>
                  <a:srgbClr val="000000"/>
                </a:solidFill>
                <a:latin typeface="Calibri"/>
              </a:rPr>
              <a:t>to</a:t>
            </a:r>
            <a:r>
              <a:rPr b="0" lang="en-GB" sz="1600" spc="-52" strike="noStrike">
                <a:solidFill>
                  <a:srgbClr val="000000"/>
                </a:solidFill>
                <a:latin typeface="Calibri"/>
              </a:rPr>
              <a:t> </a:t>
            </a:r>
            <a:r>
              <a:rPr b="0" lang="en-GB" sz="1600" spc="-1" strike="noStrike">
                <a:solidFill>
                  <a:srgbClr val="000000"/>
                </a:solidFill>
                <a:latin typeface="Calibri"/>
              </a:rPr>
              <a:t>the</a:t>
            </a:r>
            <a:r>
              <a:rPr b="0" lang="en-GB" sz="1600" spc="-52" strike="noStrike">
                <a:solidFill>
                  <a:srgbClr val="000000"/>
                </a:solidFill>
                <a:latin typeface="Calibri"/>
              </a:rPr>
              <a:t> </a:t>
            </a:r>
            <a:r>
              <a:rPr b="0" lang="en-GB" sz="1600" spc="-12" strike="noStrike">
                <a:solidFill>
                  <a:srgbClr val="000000"/>
                </a:solidFill>
                <a:latin typeface="Calibri"/>
              </a:rPr>
              <a:t>received</a:t>
            </a:r>
            <a:r>
              <a:rPr b="0" lang="en-GB" sz="1600" spc="-52" strike="noStrike">
                <a:solidFill>
                  <a:srgbClr val="000000"/>
                </a:solidFill>
                <a:latin typeface="Calibri"/>
              </a:rPr>
              <a:t> </a:t>
            </a:r>
            <a:r>
              <a:rPr b="0" lang="en-GB" sz="1600" spc="-12" strike="noStrike">
                <a:solidFill>
                  <a:srgbClr val="000000"/>
                </a:solidFill>
                <a:latin typeface="Calibri"/>
              </a:rPr>
              <a:t>results.</a:t>
            </a:r>
            <a:endParaRPr b="0" lang="en-GB" sz="1600" spc="-1" strike="noStrike">
              <a:solidFill>
                <a:srgbClr val="000000"/>
              </a:solidFill>
              <a:latin typeface="Arial"/>
            </a:endParaRPr>
          </a:p>
          <a:p>
            <a:pPr marL="83880" indent="-79920">
              <a:lnSpc>
                <a:spcPct val="100000"/>
              </a:lnSpc>
              <a:buClr>
                <a:srgbClr val="000000"/>
              </a:buClr>
              <a:buSzPct val="94000"/>
              <a:buFont typeface="Arial MT"/>
              <a:buChar char="•"/>
              <a:tabLst>
                <a:tab algn="l" pos="83880"/>
              </a:tabLst>
            </a:pPr>
            <a:r>
              <a:rPr b="0" lang="en-GB" sz="1600" spc="-1" strike="noStrike">
                <a:solidFill>
                  <a:srgbClr val="000000"/>
                </a:solidFill>
                <a:latin typeface="Calibri"/>
              </a:rPr>
              <a:t>A</a:t>
            </a:r>
            <a:r>
              <a:rPr b="0" lang="en-GB" sz="1600" spc="-7" strike="noStrike">
                <a:solidFill>
                  <a:srgbClr val="000000"/>
                </a:solidFill>
                <a:latin typeface="Calibri"/>
              </a:rPr>
              <a:t> </a:t>
            </a:r>
            <a:r>
              <a:rPr b="0" lang="en-GB" sz="1600" spc="-12" strike="noStrike">
                <a:solidFill>
                  <a:srgbClr val="000000"/>
                </a:solidFill>
                <a:latin typeface="Calibri"/>
              </a:rPr>
              <a:t>recommendation</a:t>
            </a:r>
            <a:r>
              <a:rPr b="0" lang="en-GB" sz="1600" spc="-1" strike="noStrike">
                <a:solidFill>
                  <a:srgbClr val="000000"/>
                </a:solidFill>
                <a:latin typeface="Calibri"/>
              </a:rPr>
              <a:t> engine </a:t>
            </a:r>
            <a:r>
              <a:rPr b="0" lang="en-GB" sz="1600" spc="-12" strike="noStrike">
                <a:solidFill>
                  <a:srgbClr val="000000"/>
                </a:solidFill>
                <a:latin typeface="Calibri"/>
              </a:rPr>
              <a:t>optimizes</a:t>
            </a:r>
            <a:r>
              <a:rPr b="0" lang="en-GB" sz="1600" spc="-1" strike="noStrike">
                <a:solidFill>
                  <a:srgbClr val="000000"/>
                </a:solidFill>
                <a:latin typeface="Calibri"/>
              </a:rPr>
              <a:t> </a:t>
            </a:r>
            <a:r>
              <a:rPr b="0" lang="en-GB" sz="1600" spc="-12" strike="noStrike">
                <a:solidFill>
                  <a:srgbClr val="000000"/>
                </a:solidFill>
                <a:latin typeface="Calibri"/>
              </a:rPr>
              <a:t>product recommendations</a:t>
            </a:r>
            <a:r>
              <a:rPr b="0" lang="en-GB" sz="1600" spc="-32" strike="noStrike">
                <a:solidFill>
                  <a:srgbClr val="000000"/>
                </a:solidFill>
                <a:latin typeface="Calibri"/>
              </a:rPr>
              <a:t> </a:t>
            </a:r>
            <a:r>
              <a:rPr b="0" lang="en-GB" sz="1600" spc="-1" strike="noStrike">
                <a:solidFill>
                  <a:srgbClr val="000000"/>
                </a:solidFill>
                <a:latin typeface="Calibri"/>
              </a:rPr>
              <a:t>through</a:t>
            </a:r>
            <a:r>
              <a:rPr b="0" lang="en-GB" sz="1600" spc="-15" strike="noStrike">
                <a:solidFill>
                  <a:srgbClr val="000000"/>
                </a:solidFill>
                <a:latin typeface="Calibri"/>
              </a:rPr>
              <a:t> </a:t>
            </a:r>
            <a:r>
              <a:rPr b="0" lang="en-GB" sz="1600" spc="-12" strike="noStrike">
                <a:solidFill>
                  <a:srgbClr val="000000"/>
                </a:solidFill>
                <a:latin typeface="Calibri"/>
              </a:rPr>
              <a:t>adjustments</a:t>
            </a:r>
            <a:r>
              <a:rPr b="0" lang="en-GB" sz="1600" spc="-21" strike="noStrike">
                <a:solidFill>
                  <a:srgbClr val="000000"/>
                </a:solidFill>
                <a:latin typeface="Calibri"/>
              </a:rPr>
              <a:t> </a:t>
            </a:r>
            <a:r>
              <a:rPr b="0" lang="en-GB" sz="1600" spc="-1" strike="noStrike">
                <a:solidFill>
                  <a:srgbClr val="000000"/>
                </a:solidFill>
                <a:latin typeface="Calibri"/>
              </a:rPr>
              <a:t>based</a:t>
            </a:r>
            <a:r>
              <a:rPr b="0" lang="en-GB" sz="1600" spc="-15" strike="noStrike">
                <a:solidFill>
                  <a:srgbClr val="000000"/>
                </a:solidFill>
                <a:latin typeface="Calibri"/>
              </a:rPr>
              <a:t> </a:t>
            </a:r>
            <a:r>
              <a:rPr b="0" lang="en-GB" sz="1600" spc="-1" strike="noStrike">
                <a:solidFill>
                  <a:srgbClr val="000000"/>
                </a:solidFill>
                <a:latin typeface="Calibri"/>
              </a:rPr>
              <a:t>on</a:t>
            </a:r>
            <a:r>
              <a:rPr b="0" lang="en-GB" sz="1600" spc="-21" strike="noStrike">
                <a:solidFill>
                  <a:srgbClr val="000000"/>
                </a:solidFill>
                <a:latin typeface="Calibri"/>
              </a:rPr>
              <a:t> </a:t>
            </a:r>
            <a:r>
              <a:rPr b="0" lang="en-GB" sz="1600" spc="-1" strike="noStrike">
                <a:solidFill>
                  <a:srgbClr val="000000"/>
                </a:solidFill>
                <a:latin typeface="Calibri"/>
              </a:rPr>
              <a:t>the</a:t>
            </a:r>
            <a:r>
              <a:rPr b="0" lang="en-GB" sz="1600" spc="-15" strike="noStrike">
                <a:solidFill>
                  <a:srgbClr val="000000"/>
                </a:solidFill>
                <a:latin typeface="Calibri"/>
              </a:rPr>
              <a:t> </a:t>
            </a:r>
            <a:r>
              <a:rPr b="0" lang="en-GB" sz="1600" spc="-12" strike="noStrike">
                <a:solidFill>
                  <a:srgbClr val="000000"/>
                </a:solidFill>
                <a:latin typeface="Calibri"/>
              </a:rPr>
              <a:t>feedback </a:t>
            </a:r>
            <a:r>
              <a:rPr b="0" lang="en-GB" sz="1600" spc="-1" strike="noStrike">
                <a:solidFill>
                  <a:srgbClr val="000000"/>
                </a:solidFill>
                <a:latin typeface="Calibri"/>
              </a:rPr>
              <a:t>of</a:t>
            </a:r>
            <a:r>
              <a:rPr b="0" lang="en-GB" sz="1600" spc="-52" strike="noStrike">
                <a:solidFill>
                  <a:srgbClr val="000000"/>
                </a:solidFill>
                <a:latin typeface="Calibri"/>
              </a:rPr>
              <a:t> </a:t>
            </a:r>
            <a:r>
              <a:rPr b="0" lang="en-GB" sz="1600" spc="-1" strike="noStrike">
                <a:solidFill>
                  <a:srgbClr val="000000"/>
                </a:solidFill>
                <a:latin typeface="Calibri"/>
              </a:rPr>
              <a:t>the</a:t>
            </a:r>
            <a:r>
              <a:rPr b="0" lang="en-GB" sz="1600" spc="-52" strike="noStrike">
                <a:solidFill>
                  <a:srgbClr val="000000"/>
                </a:solidFill>
                <a:latin typeface="Calibri"/>
              </a:rPr>
              <a:t> </a:t>
            </a:r>
            <a:r>
              <a:rPr b="0" lang="en-GB" sz="1600" spc="-12" strike="noStrike">
                <a:solidFill>
                  <a:srgbClr val="000000"/>
                </a:solidFill>
                <a:latin typeface="Calibri"/>
              </a:rPr>
              <a:t>customers</a:t>
            </a:r>
            <a:r>
              <a:rPr b="0" lang="en-GB" sz="1600" spc="-46" strike="noStrike">
                <a:solidFill>
                  <a:srgbClr val="000000"/>
                </a:solidFill>
                <a:latin typeface="Calibri"/>
              </a:rPr>
              <a:t> </a:t>
            </a:r>
            <a:r>
              <a:rPr b="0" lang="en-GB" sz="1600" spc="-1" strike="noStrike">
                <a:solidFill>
                  <a:srgbClr val="000000"/>
                </a:solidFill>
                <a:latin typeface="Calibri"/>
              </a:rPr>
              <a:t>to</a:t>
            </a:r>
            <a:r>
              <a:rPr b="0" lang="en-GB" sz="1600" spc="-52" strike="noStrike">
                <a:solidFill>
                  <a:srgbClr val="000000"/>
                </a:solidFill>
                <a:latin typeface="Calibri"/>
              </a:rPr>
              <a:t> </a:t>
            </a:r>
            <a:r>
              <a:rPr b="0" lang="en-GB" sz="1600" spc="-12" strike="noStrike">
                <a:solidFill>
                  <a:srgbClr val="000000"/>
                </a:solidFill>
                <a:latin typeface="Calibri"/>
              </a:rPr>
              <a:t>different</a:t>
            </a:r>
            <a:r>
              <a:rPr b="0" lang="en-GB" sz="1600" spc="-52" strike="noStrike">
                <a:solidFill>
                  <a:srgbClr val="000000"/>
                </a:solidFill>
                <a:latin typeface="Calibri"/>
              </a:rPr>
              <a:t> </a:t>
            </a:r>
            <a:r>
              <a:rPr b="0" lang="en-GB" sz="1600" spc="-1" strike="noStrike">
                <a:solidFill>
                  <a:srgbClr val="000000"/>
                </a:solidFill>
                <a:latin typeface="Calibri"/>
              </a:rPr>
              <a:t>product</a:t>
            </a:r>
            <a:r>
              <a:rPr b="0" lang="en-GB" sz="1600" spc="-46" strike="noStrike">
                <a:solidFill>
                  <a:srgbClr val="000000"/>
                </a:solidFill>
                <a:latin typeface="Calibri"/>
              </a:rPr>
              <a:t> </a:t>
            </a:r>
            <a:r>
              <a:rPr b="0" lang="en-GB" sz="1600" spc="-12" strike="noStrike">
                <a:solidFill>
                  <a:srgbClr val="000000"/>
                </a:solidFill>
                <a:latin typeface="Calibri"/>
              </a:rPr>
              <a:t>recommendations.</a:t>
            </a:r>
            <a:endParaRPr b="0" lang="en-GB" sz="1600" spc="-1" strike="noStrike">
              <a:solidFill>
                <a:srgbClr val="000000"/>
              </a:solidFill>
              <a:latin typeface="Arial"/>
            </a:endParaRPr>
          </a:p>
          <a:p>
            <a:pPr marL="83880" indent="-79920">
              <a:lnSpc>
                <a:spcPct val="100000"/>
              </a:lnSpc>
              <a:buClr>
                <a:srgbClr val="000000"/>
              </a:buClr>
              <a:buSzPct val="94000"/>
              <a:buFont typeface="Arial MT"/>
              <a:buChar char="•"/>
              <a:tabLst>
                <a:tab algn="l" pos="83880"/>
              </a:tabLst>
            </a:pPr>
            <a:r>
              <a:rPr b="0" lang="en-GB" sz="1600" spc="-1" strike="noStrike">
                <a:solidFill>
                  <a:srgbClr val="000000"/>
                </a:solidFill>
                <a:latin typeface="Calibri"/>
              </a:rPr>
              <a:t>A</a:t>
            </a:r>
            <a:r>
              <a:rPr b="0" lang="en-GB" sz="1600" spc="-41" strike="noStrike">
                <a:solidFill>
                  <a:srgbClr val="000000"/>
                </a:solidFill>
                <a:latin typeface="Calibri"/>
              </a:rPr>
              <a:t> </a:t>
            </a:r>
            <a:r>
              <a:rPr b="0" lang="en-GB" sz="1600" spc="-1" strike="noStrike">
                <a:solidFill>
                  <a:srgbClr val="000000"/>
                </a:solidFill>
                <a:latin typeface="Calibri"/>
              </a:rPr>
              <a:t>truck</a:t>
            </a:r>
            <a:r>
              <a:rPr b="0" lang="en-GB" sz="1600" spc="-41" strike="noStrike">
                <a:solidFill>
                  <a:srgbClr val="000000"/>
                </a:solidFill>
                <a:latin typeface="Calibri"/>
              </a:rPr>
              <a:t> </a:t>
            </a:r>
            <a:r>
              <a:rPr b="0" lang="en-GB" sz="1600" spc="-1" strike="noStrike">
                <a:solidFill>
                  <a:srgbClr val="000000"/>
                </a:solidFill>
                <a:latin typeface="Calibri"/>
              </a:rPr>
              <a:t>delivery</a:t>
            </a:r>
            <a:r>
              <a:rPr b="0" lang="en-GB" sz="1600" spc="-41" strike="noStrike">
                <a:solidFill>
                  <a:srgbClr val="000000"/>
                </a:solidFill>
                <a:latin typeface="Calibri"/>
              </a:rPr>
              <a:t> </a:t>
            </a:r>
            <a:r>
              <a:rPr b="0" lang="en-GB" sz="1600" spc="-1" strike="noStrike">
                <a:solidFill>
                  <a:srgbClr val="000000"/>
                </a:solidFill>
                <a:latin typeface="Calibri"/>
              </a:rPr>
              <a:t>company</a:t>
            </a:r>
            <a:r>
              <a:rPr b="0" lang="en-GB" sz="1600" spc="-41" strike="noStrike">
                <a:solidFill>
                  <a:srgbClr val="000000"/>
                </a:solidFill>
                <a:latin typeface="Calibri"/>
              </a:rPr>
              <a:t> </a:t>
            </a:r>
            <a:r>
              <a:rPr b="0" lang="en-GB" sz="1600" spc="-12" strike="noStrike">
                <a:solidFill>
                  <a:srgbClr val="000000"/>
                </a:solidFill>
                <a:latin typeface="Calibri"/>
              </a:rPr>
              <a:t>optimizes</a:t>
            </a:r>
            <a:r>
              <a:rPr b="0" lang="en-GB" sz="1600" spc="-41" strike="noStrike">
                <a:solidFill>
                  <a:srgbClr val="000000"/>
                </a:solidFill>
                <a:latin typeface="Calibri"/>
              </a:rPr>
              <a:t> </a:t>
            </a:r>
            <a:r>
              <a:rPr b="0" lang="en-GB" sz="1600" spc="-1" strike="noStrike">
                <a:solidFill>
                  <a:srgbClr val="000000"/>
                </a:solidFill>
                <a:latin typeface="Calibri"/>
              </a:rPr>
              <a:t>the</a:t>
            </a:r>
            <a:r>
              <a:rPr b="0" lang="en-GB" sz="1600" spc="-41" strike="noStrike">
                <a:solidFill>
                  <a:srgbClr val="000000"/>
                </a:solidFill>
                <a:latin typeface="Calibri"/>
              </a:rPr>
              <a:t> </a:t>
            </a:r>
            <a:r>
              <a:rPr b="0" lang="en-GB" sz="1600" spc="-1" strike="noStrike">
                <a:solidFill>
                  <a:srgbClr val="000000"/>
                </a:solidFill>
                <a:latin typeface="Calibri"/>
              </a:rPr>
              <a:t>delivery</a:t>
            </a:r>
            <a:r>
              <a:rPr b="0" lang="en-GB" sz="1600" spc="-41" strike="noStrike">
                <a:solidFill>
                  <a:srgbClr val="000000"/>
                </a:solidFill>
                <a:latin typeface="Calibri"/>
              </a:rPr>
              <a:t> </a:t>
            </a:r>
            <a:r>
              <a:rPr b="0" lang="en-GB" sz="1600" spc="-12" strike="noStrike">
                <a:solidFill>
                  <a:srgbClr val="000000"/>
                </a:solidFill>
                <a:latin typeface="Calibri"/>
              </a:rPr>
              <a:t>route</a:t>
            </a:r>
            <a:r>
              <a:rPr b="0" lang="en-GB" sz="1600" spc="-41" strike="noStrike">
                <a:solidFill>
                  <a:srgbClr val="000000"/>
                </a:solidFill>
                <a:latin typeface="Calibri"/>
              </a:rPr>
              <a:t> </a:t>
            </a:r>
            <a:r>
              <a:rPr b="0" lang="en-GB" sz="1600" spc="-1" strike="noStrike">
                <a:solidFill>
                  <a:srgbClr val="000000"/>
                </a:solidFill>
                <a:latin typeface="Calibri"/>
              </a:rPr>
              <a:t>of</a:t>
            </a:r>
            <a:r>
              <a:rPr b="0" lang="en-GB" sz="1600" spc="-41" strike="noStrike">
                <a:solidFill>
                  <a:srgbClr val="000000"/>
                </a:solidFill>
                <a:latin typeface="Calibri"/>
              </a:rPr>
              <a:t> </a:t>
            </a:r>
            <a:r>
              <a:rPr b="0" lang="en-GB" sz="1600" spc="-26" strike="noStrike">
                <a:solidFill>
                  <a:srgbClr val="000000"/>
                </a:solidFill>
                <a:latin typeface="Calibri"/>
              </a:rPr>
              <a:t>its </a:t>
            </a:r>
            <a:r>
              <a:rPr b="0" lang="en-GB" sz="1600" spc="-1" strike="noStrike">
                <a:solidFill>
                  <a:srgbClr val="000000"/>
                </a:solidFill>
                <a:latin typeface="Calibri"/>
              </a:rPr>
              <a:t>fleet</a:t>
            </a:r>
            <a:r>
              <a:rPr b="0" lang="en-GB" sz="1600" spc="-46" strike="noStrike">
                <a:solidFill>
                  <a:srgbClr val="000000"/>
                </a:solidFill>
                <a:latin typeface="Calibri"/>
              </a:rPr>
              <a:t> </a:t>
            </a:r>
            <a:r>
              <a:rPr b="0" lang="en-GB" sz="1600" spc="-1" strike="noStrike">
                <a:solidFill>
                  <a:srgbClr val="000000"/>
                </a:solidFill>
                <a:latin typeface="Calibri"/>
              </a:rPr>
              <a:t>to</a:t>
            </a:r>
            <a:r>
              <a:rPr b="0" lang="en-GB" sz="1600" spc="-46" strike="noStrike">
                <a:solidFill>
                  <a:srgbClr val="000000"/>
                </a:solidFill>
                <a:latin typeface="Calibri"/>
              </a:rPr>
              <a:t> </a:t>
            </a:r>
            <a:r>
              <a:rPr b="0" lang="en-GB" sz="1600" spc="-12" strike="noStrike">
                <a:solidFill>
                  <a:srgbClr val="000000"/>
                </a:solidFill>
                <a:latin typeface="Calibri"/>
              </a:rPr>
              <a:t>determine</a:t>
            </a:r>
            <a:r>
              <a:rPr b="0" lang="en-GB" sz="1600" spc="-41" strike="noStrike">
                <a:solidFill>
                  <a:srgbClr val="000000"/>
                </a:solidFill>
                <a:latin typeface="Calibri"/>
              </a:rPr>
              <a:t> </a:t>
            </a:r>
            <a:r>
              <a:rPr b="0" lang="en-GB" sz="1600" spc="-1" strike="noStrike">
                <a:solidFill>
                  <a:srgbClr val="000000"/>
                </a:solidFill>
                <a:latin typeface="Calibri"/>
              </a:rPr>
              <a:t>the</a:t>
            </a:r>
            <a:r>
              <a:rPr b="0" lang="en-GB" sz="1600" spc="-46" strike="noStrike">
                <a:solidFill>
                  <a:srgbClr val="000000"/>
                </a:solidFill>
                <a:latin typeface="Calibri"/>
              </a:rPr>
              <a:t> </a:t>
            </a:r>
            <a:r>
              <a:rPr b="0" lang="en-GB" sz="1600" spc="-1" strike="noStrike">
                <a:solidFill>
                  <a:srgbClr val="000000"/>
                </a:solidFill>
                <a:latin typeface="Calibri"/>
              </a:rPr>
              <a:t>delivery</a:t>
            </a:r>
            <a:r>
              <a:rPr b="0" lang="en-GB" sz="1600" spc="-46" strike="noStrike">
                <a:solidFill>
                  <a:srgbClr val="000000"/>
                </a:solidFill>
                <a:latin typeface="Calibri"/>
              </a:rPr>
              <a:t> </a:t>
            </a:r>
            <a:r>
              <a:rPr b="0" lang="en-GB" sz="1600" spc="-1" strike="noStrike">
                <a:solidFill>
                  <a:srgbClr val="000000"/>
                </a:solidFill>
                <a:latin typeface="Calibri"/>
              </a:rPr>
              <a:t>sequence</a:t>
            </a:r>
            <a:r>
              <a:rPr b="0" lang="en-GB" sz="1600" spc="-41" strike="noStrike">
                <a:solidFill>
                  <a:srgbClr val="000000"/>
                </a:solidFill>
                <a:latin typeface="Calibri"/>
              </a:rPr>
              <a:t> </a:t>
            </a:r>
            <a:r>
              <a:rPr b="0" lang="en-GB" sz="1600" spc="-12" strike="noStrike">
                <a:solidFill>
                  <a:srgbClr val="000000"/>
                </a:solidFill>
                <a:latin typeface="Calibri"/>
              </a:rPr>
              <a:t>required</a:t>
            </a:r>
            <a:r>
              <a:rPr b="0" lang="en-GB" sz="1600" spc="-46" strike="noStrike">
                <a:solidFill>
                  <a:srgbClr val="000000"/>
                </a:solidFill>
                <a:latin typeface="Calibri"/>
              </a:rPr>
              <a:t> </a:t>
            </a:r>
            <a:r>
              <a:rPr b="0" lang="en-GB" sz="1600" spc="-1" strike="noStrike">
                <a:solidFill>
                  <a:srgbClr val="000000"/>
                </a:solidFill>
                <a:latin typeface="Calibri"/>
              </a:rPr>
              <a:t>to</a:t>
            </a:r>
            <a:r>
              <a:rPr b="0" lang="en-GB" sz="1600" spc="-46" strike="noStrike">
                <a:solidFill>
                  <a:srgbClr val="000000"/>
                </a:solidFill>
                <a:latin typeface="Calibri"/>
              </a:rPr>
              <a:t> </a:t>
            </a:r>
            <a:r>
              <a:rPr b="0" lang="en-GB" sz="1600" spc="-12" strike="noStrike">
                <a:solidFill>
                  <a:srgbClr val="000000"/>
                </a:solidFill>
                <a:latin typeface="Calibri"/>
              </a:rPr>
              <a:t>achieve </a:t>
            </a:r>
            <a:r>
              <a:rPr b="0" lang="en-GB" sz="1600" spc="-1" strike="noStrike">
                <a:solidFill>
                  <a:srgbClr val="000000"/>
                </a:solidFill>
                <a:latin typeface="Calibri"/>
              </a:rPr>
              <a:t>the</a:t>
            </a:r>
            <a:r>
              <a:rPr b="0" lang="en-GB" sz="1600" spc="-41" strike="noStrike">
                <a:solidFill>
                  <a:srgbClr val="000000"/>
                </a:solidFill>
                <a:latin typeface="Calibri"/>
              </a:rPr>
              <a:t> </a:t>
            </a:r>
            <a:r>
              <a:rPr b="0" lang="en-GB" sz="1600" spc="-1" strike="noStrike">
                <a:solidFill>
                  <a:srgbClr val="000000"/>
                </a:solidFill>
                <a:latin typeface="Calibri"/>
              </a:rPr>
              <a:t>best</a:t>
            </a:r>
            <a:r>
              <a:rPr b="0" lang="en-GB" sz="1600" spc="-41" strike="noStrike">
                <a:solidFill>
                  <a:srgbClr val="000000"/>
                </a:solidFill>
                <a:latin typeface="Calibri"/>
              </a:rPr>
              <a:t> </a:t>
            </a:r>
            <a:r>
              <a:rPr b="0" lang="en-GB" sz="1600" spc="-12" strike="noStrike">
                <a:solidFill>
                  <a:srgbClr val="000000"/>
                </a:solidFill>
                <a:latin typeface="Calibri"/>
              </a:rPr>
              <a:t>rewards,</a:t>
            </a:r>
            <a:r>
              <a:rPr b="0" lang="en-GB" sz="1600" spc="-35" strike="noStrike">
                <a:solidFill>
                  <a:srgbClr val="000000"/>
                </a:solidFill>
                <a:latin typeface="Calibri"/>
              </a:rPr>
              <a:t> </a:t>
            </a:r>
            <a:r>
              <a:rPr b="0" lang="en-GB" sz="1600" spc="-1" strike="noStrike">
                <a:solidFill>
                  <a:srgbClr val="000000"/>
                </a:solidFill>
                <a:latin typeface="Calibri"/>
              </a:rPr>
              <a:t>such</a:t>
            </a:r>
            <a:r>
              <a:rPr b="0" lang="en-GB" sz="1600" spc="-41" strike="noStrike">
                <a:solidFill>
                  <a:srgbClr val="000000"/>
                </a:solidFill>
                <a:latin typeface="Calibri"/>
              </a:rPr>
              <a:t> </a:t>
            </a:r>
            <a:r>
              <a:rPr b="0" lang="en-GB" sz="1600" spc="-1" strike="noStrike">
                <a:solidFill>
                  <a:srgbClr val="000000"/>
                </a:solidFill>
                <a:latin typeface="Calibri"/>
              </a:rPr>
              <a:t>as</a:t>
            </a:r>
            <a:r>
              <a:rPr b="0" lang="en-GB" sz="1600" spc="-35" strike="noStrike">
                <a:solidFill>
                  <a:srgbClr val="000000"/>
                </a:solidFill>
                <a:latin typeface="Calibri"/>
              </a:rPr>
              <a:t> </a:t>
            </a:r>
            <a:r>
              <a:rPr b="0" lang="en-GB" sz="1600" spc="-1" strike="noStrike">
                <a:solidFill>
                  <a:srgbClr val="000000"/>
                </a:solidFill>
                <a:latin typeface="Calibri"/>
              </a:rPr>
              <a:t>the</a:t>
            </a:r>
            <a:r>
              <a:rPr b="0" lang="en-GB" sz="1600" spc="-41" strike="noStrike">
                <a:solidFill>
                  <a:srgbClr val="000000"/>
                </a:solidFill>
                <a:latin typeface="Calibri"/>
              </a:rPr>
              <a:t> </a:t>
            </a:r>
            <a:r>
              <a:rPr b="0" lang="en-GB" sz="1600" spc="-12" strike="noStrike">
                <a:solidFill>
                  <a:srgbClr val="000000"/>
                </a:solidFill>
                <a:latin typeface="Calibri"/>
              </a:rPr>
              <a:t>lowest</a:t>
            </a:r>
            <a:r>
              <a:rPr b="0" lang="en-GB" sz="1600" spc="-35" strike="noStrike">
                <a:solidFill>
                  <a:srgbClr val="000000"/>
                </a:solidFill>
                <a:latin typeface="Calibri"/>
              </a:rPr>
              <a:t> </a:t>
            </a:r>
            <a:r>
              <a:rPr b="0" lang="en-GB" sz="1600" spc="-1" strike="noStrike">
                <a:solidFill>
                  <a:srgbClr val="000000"/>
                </a:solidFill>
                <a:latin typeface="Calibri"/>
              </a:rPr>
              <a:t>cost</a:t>
            </a:r>
            <a:r>
              <a:rPr b="0" lang="en-GB" sz="1600" spc="-41" strike="noStrike">
                <a:solidFill>
                  <a:srgbClr val="000000"/>
                </a:solidFill>
                <a:latin typeface="Calibri"/>
              </a:rPr>
              <a:t> </a:t>
            </a:r>
            <a:r>
              <a:rPr b="0" lang="en-GB" sz="1600" spc="-1" strike="noStrike">
                <a:solidFill>
                  <a:srgbClr val="000000"/>
                </a:solidFill>
                <a:latin typeface="Calibri"/>
              </a:rPr>
              <a:t>or</a:t>
            </a:r>
            <a:r>
              <a:rPr b="0" lang="en-GB" sz="1600" spc="-41" strike="noStrike">
                <a:solidFill>
                  <a:srgbClr val="000000"/>
                </a:solidFill>
                <a:latin typeface="Calibri"/>
              </a:rPr>
              <a:t> </a:t>
            </a:r>
            <a:r>
              <a:rPr b="0" lang="en-GB" sz="1600" spc="-12" strike="noStrike">
                <a:solidFill>
                  <a:srgbClr val="000000"/>
                </a:solidFill>
                <a:latin typeface="Calibri"/>
              </a:rPr>
              <a:t>shortest</a:t>
            </a:r>
            <a:r>
              <a:rPr b="0" lang="en-GB" sz="1600" spc="-35" strike="noStrike">
                <a:solidFill>
                  <a:srgbClr val="000000"/>
                </a:solidFill>
                <a:latin typeface="Calibri"/>
              </a:rPr>
              <a:t> </a:t>
            </a:r>
            <a:r>
              <a:rPr b="0" lang="en-GB" sz="1600" spc="-12" strike="noStrike">
                <a:solidFill>
                  <a:srgbClr val="000000"/>
                </a:solidFill>
                <a:latin typeface="Calibri"/>
              </a:rPr>
              <a:t>time.</a:t>
            </a:r>
            <a:endParaRPr b="0" lang="en-GB" sz="1600" spc="-1" strike="noStrike">
              <a:solidFill>
                <a:srgbClr val="000000"/>
              </a:solidFill>
              <a:latin typeface="Arial"/>
            </a:endParaRPr>
          </a:p>
        </p:txBody>
      </p:sp>
      <p:pic>
        <p:nvPicPr>
          <p:cNvPr id="61" name="object 4" descr=""/>
          <p:cNvPicPr/>
          <p:nvPr/>
        </p:nvPicPr>
        <p:blipFill>
          <a:blip r:embed="rId1"/>
          <a:stretch/>
        </p:blipFill>
        <p:spPr>
          <a:xfrm>
            <a:off x="6540840" y="1681200"/>
            <a:ext cx="4885200" cy="31233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pic>
        <p:nvPicPr>
          <p:cNvPr id="62" name="Picture 4" descr=""/>
          <p:cNvPicPr/>
          <p:nvPr/>
        </p:nvPicPr>
        <p:blipFill>
          <a:blip r:embed="rId1"/>
          <a:stretch/>
        </p:blipFill>
        <p:spPr>
          <a:xfrm>
            <a:off x="457200" y="990720"/>
            <a:ext cx="10508400" cy="448560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63" name="object 2"/>
          <p:cNvSpPr/>
          <p:nvPr/>
        </p:nvSpPr>
        <p:spPr>
          <a:xfrm>
            <a:off x="547920" y="1980000"/>
            <a:ext cx="5752080" cy="2817720"/>
          </a:xfrm>
          <a:prstGeom prst="rect">
            <a:avLst/>
          </a:prstGeom>
          <a:noFill/>
          <a:ln w="0">
            <a:noFill/>
          </a:ln>
        </p:spPr>
        <p:style>
          <a:lnRef idx="0"/>
          <a:fillRef idx="0"/>
          <a:effectRef idx="0"/>
          <a:fontRef idx="minor"/>
        </p:style>
        <p:txBody>
          <a:bodyPr lIns="0" rIns="0" tIns="12600" bIns="0" anchor="t">
            <a:spAutoFit/>
          </a:bodyPr>
          <a:p>
            <a:pPr marL="12600">
              <a:lnSpc>
                <a:spcPct val="150000"/>
              </a:lnSpc>
              <a:spcBef>
                <a:spcPts val="99"/>
              </a:spcBef>
            </a:pPr>
            <a:r>
              <a:rPr b="1" lang="en-GB" sz="2000" spc="-1" strike="noStrike">
                <a:solidFill>
                  <a:srgbClr val="000000"/>
                </a:solidFill>
                <a:latin typeface="Arial MT"/>
              </a:rPr>
              <a:t>Semi-Supervised </a:t>
            </a:r>
            <a:endParaRPr b="0" lang="en-GB" sz="2000" spc="-1" strike="noStrike">
              <a:solidFill>
                <a:srgbClr val="000000"/>
              </a:solidFill>
              <a:latin typeface="Arial"/>
            </a:endParaRPr>
          </a:p>
          <a:p>
            <a:pPr marL="12600">
              <a:lnSpc>
                <a:spcPct val="150000"/>
              </a:lnSpc>
              <a:spcBef>
                <a:spcPts val="99"/>
              </a:spcBef>
            </a:pPr>
            <a:r>
              <a:rPr b="0" lang="en-GB" sz="1600" spc="-1" strike="noStrike">
                <a:solidFill>
                  <a:srgbClr val="000000"/>
                </a:solidFill>
                <a:latin typeface="Arial MT"/>
              </a:rPr>
              <a:t>Apart</a:t>
            </a:r>
            <a:r>
              <a:rPr b="0" lang="en-GB" sz="1600" spc="-35" strike="noStrike">
                <a:solidFill>
                  <a:srgbClr val="000000"/>
                </a:solidFill>
                <a:latin typeface="Arial MT"/>
              </a:rPr>
              <a:t> </a:t>
            </a:r>
            <a:r>
              <a:rPr b="0" lang="en-GB" sz="1600" spc="-1" strike="noStrike">
                <a:solidFill>
                  <a:srgbClr val="000000"/>
                </a:solidFill>
                <a:latin typeface="Arial MT"/>
              </a:rPr>
              <a:t>from</a:t>
            </a:r>
            <a:r>
              <a:rPr b="0" lang="en-GB" sz="1600" spc="-35" strike="noStrike">
                <a:solidFill>
                  <a:srgbClr val="000000"/>
                </a:solidFill>
                <a:latin typeface="Arial MT"/>
              </a:rPr>
              <a:t> </a:t>
            </a:r>
            <a:r>
              <a:rPr b="0" lang="en-GB" sz="1600" spc="-1" strike="noStrike">
                <a:solidFill>
                  <a:srgbClr val="000000"/>
                </a:solidFill>
                <a:latin typeface="Arial MT"/>
              </a:rPr>
              <a:t>the</a:t>
            </a:r>
            <a:r>
              <a:rPr b="0" lang="en-GB" sz="1600" spc="-35" strike="noStrike">
                <a:solidFill>
                  <a:srgbClr val="000000"/>
                </a:solidFill>
                <a:latin typeface="Arial MT"/>
              </a:rPr>
              <a:t> </a:t>
            </a:r>
            <a:r>
              <a:rPr b="0" lang="en-GB" sz="1600" spc="-12" strike="noStrike">
                <a:solidFill>
                  <a:srgbClr val="000000"/>
                </a:solidFill>
                <a:latin typeface="Arial MT"/>
              </a:rPr>
              <a:t>afore-</a:t>
            </a:r>
            <a:r>
              <a:rPr b="0" lang="en-GB" sz="1600" spc="-1" strike="noStrike">
                <a:solidFill>
                  <a:srgbClr val="000000"/>
                </a:solidFill>
                <a:latin typeface="Arial MT"/>
              </a:rPr>
              <a:t>mentioned</a:t>
            </a:r>
            <a:r>
              <a:rPr b="0" lang="en-GB" sz="1600" spc="-32" strike="noStrike">
                <a:solidFill>
                  <a:srgbClr val="000000"/>
                </a:solidFill>
                <a:latin typeface="Arial MT"/>
              </a:rPr>
              <a:t> </a:t>
            </a:r>
            <a:r>
              <a:rPr b="0" lang="en-GB" sz="1600" spc="-1" strike="noStrike">
                <a:solidFill>
                  <a:srgbClr val="000000"/>
                </a:solidFill>
                <a:latin typeface="Arial MT"/>
              </a:rPr>
              <a:t>3</a:t>
            </a:r>
            <a:r>
              <a:rPr b="0" lang="en-GB" sz="1600" spc="-35" strike="noStrike">
                <a:solidFill>
                  <a:srgbClr val="000000"/>
                </a:solidFill>
                <a:latin typeface="Arial MT"/>
              </a:rPr>
              <a:t> </a:t>
            </a:r>
            <a:r>
              <a:rPr b="0" lang="en-GB" sz="1600" spc="-1" strike="noStrike">
                <a:solidFill>
                  <a:srgbClr val="000000"/>
                </a:solidFill>
                <a:latin typeface="Arial MT"/>
              </a:rPr>
              <a:t>types</a:t>
            </a:r>
            <a:r>
              <a:rPr b="0" lang="en-GB" sz="1600" spc="-35" strike="noStrike">
                <a:solidFill>
                  <a:srgbClr val="000000"/>
                </a:solidFill>
                <a:latin typeface="Arial MT"/>
              </a:rPr>
              <a:t> </a:t>
            </a:r>
            <a:r>
              <a:rPr b="0" lang="en-GB" sz="1600" spc="-26" strike="noStrike">
                <a:solidFill>
                  <a:srgbClr val="000000"/>
                </a:solidFill>
                <a:latin typeface="Arial MT"/>
              </a:rPr>
              <a:t>of </a:t>
            </a:r>
            <a:r>
              <a:rPr b="0" lang="en-GB" sz="1600" spc="-1" strike="noStrike">
                <a:solidFill>
                  <a:srgbClr val="000000"/>
                </a:solidFill>
                <a:latin typeface="Arial MT"/>
              </a:rPr>
              <a:t>machine</a:t>
            </a:r>
            <a:r>
              <a:rPr b="0" lang="en-GB" sz="1600" spc="-32" strike="noStrike">
                <a:solidFill>
                  <a:srgbClr val="000000"/>
                </a:solidFill>
                <a:latin typeface="Arial MT"/>
              </a:rPr>
              <a:t> </a:t>
            </a:r>
            <a:r>
              <a:rPr b="0" lang="en-GB" sz="1600" spc="-1" strike="noStrike">
                <a:solidFill>
                  <a:srgbClr val="000000"/>
                </a:solidFill>
                <a:latin typeface="Arial MT"/>
              </a:rPr>
              <a:t>learning,</a:t>
            </a:r>
            <a:r>
              <a:rPr b="0" lang="en-GB" sz="1600" spc="-32" strike="noStrike">
                <a:solidFill>
                  <a:srgbClr val="000000"/>
                </a:solidFill>
                <a:latin typeface="Arial MT"/>
              </a:rPr>
              <a:t> </a:t>
            </a:r>
            <a:r>
              <a:rPr b="0" lang="en-GB" sz="1600" spc="-1" strike="noStrike">
                <a:solidFill>
                  <a:srgbClr val="000000"/>
                </a:solidFill>
                <a:latin typeface="Arial MT"/>
              </a:rPr>
              <a:t>there</a:t>
            </a:r>
            <a:r>
              <a:rPr b="0" lang="en-GB" sz="1600" spc="-32" strike="noStrike">
                <a:solidFill>
                  <a:srgbClr val="000000"/>
                </a:solidFill>
                <a:latin typeface="Arial MT"/>
              </a:rPr>
              <a:t> </a:t>
            </a:r>
            <a:r>
              <a:rPr b="0" lang="en-GB" sz="1600" spc="-1" strike="noStrike">
                <a:solidFill>
                  <a:srgbClr val="000000"/>
                </a:solidFill>
                <a:latin typeface="Arial MT"/>
              </a:rPr>
              <a:t>is</a:t>
            </a:r>
            <a:r>
              <a:rPr b="0" lang="en-GB" sz="1600" spc="-32" strike="noStrike">
                <a:solidFill>
                  <a:srgbClr val="000000"/>
                </a:solidFill>
                <a:latin typeface="Arial MT"/>
              </a:rPr>
              <a:t> </a:t>
            </a:r>
            <a:r>
              <a:rPr b="0" lang="en-GB" sz="1600" spc="-1" strike="noStrike">
                <a:solidFill>
                  <a:srgbClr val="000000"/>
                </a:solidFill>
                <a:latin typeface="Arial MT"/>
              </a:rPr>
              <a:t>also</a:t>
            </a:r>
            <a:r>
              <a:rPr b="0" lang="en-GB" sz="1600" spc="-26" strike="noStrike">
                <a:solidFill>
                  <a:srgbClr val="000000"/>
                </a:solidFill>
                <a:latin typeface="Arial MT"/>
              </a:rPr>
              <a:t> </a:t>
            </a:r>
            <a:r>
              <a:rPr b="0" lang="en-GB" sz="1600" spc="-1" strike="noStrike">
                <a:solidFill>
                  <a:srgbClr val="000000"/>
                </a:solidFill>
                <a:latin typeface="Arial MT"/>
              </a:rPr>
              <a:t>a</a:t>
            </a:r>
            <a:r>
              <a:rPr b="0" lang="en-GB" sz="1600" spc="-32" strike="noStrike">
                <a:solidFill>
                  <a:srgbClr val="000000"/>
                </a:solidFill>
                <a:latin typeface="Arial MT"/>
              </a:rPr>
              <a:t> </a:t>
            </a:r>
            <a:r>
              <a:rPr b="0" lang="en-GB" sz="1600" spc="-1" strike="noStrike">
                <a:solidFill>
                  <a:srgbClr val="000000"/>
                </a:solidFill>
                <a:latin typeface="Arial MT"/>
              </a:rPr>
              <a:t>hybrid</a:t>
            </a:r>
            <a:r>
              <a:rPr b="0" lang="en-GB" sz="1600" spc="-32" strike="noStrike">
                <a:solidFill>
                  <a:srgbClr val="000000"/>
                </a:solidFill>
                <a:latin typeface="Arial MT"/>
              </a:rPr>
              <a:t> </a:t>
            </a:r>
            <a:r>
              <a:rPr b="0" lang="en-GB" sz="1600" spc="-12" strike="noStrike">
                <a:solidFill>
                  <a:srgbClr val="000000"/>
                </a:solidFill>
                <a:latin typeface="Arial MT"/>
              </a:rPr>
              <a:t>machine </a:t>
            </a:r>
            <a:r>
              <a:rPr b="0" lang="en-GB" sz="1600" spc="-1" strike="noStrike">
                <a:solidFill>
                  <a:srgbClr val="000000"/>
                </a:solidFill>
                <a:latin typeface="Arial MT"/>
              </a:rPr>
              <a:t>learning</a:t>
            </a:r>
            <a:r>
              <a:rPr b="0" lang="en-GB" sz="1600" spc="-35" strike="noStrike">
                <a:solidFill>
                  <a:srgbClr val="000000"/>
                </a:solidFill>
                <a:latin typeface="Arial MT"/>
              </a:rPr>
              <a:t> </a:t>
            </a:r>
            <a:r>
              <a:rPr b="0" lang="en-GB" sz="1600" spc="-1" strike="noStrike">
                <a:solidFill>
                  <a:srgbClr val="000000"/>
                </a:solidFill>
                <a:latin typeface="Arial MT"/>
              </a:rPr>
              <a:t>system</a:t>
            </a:r>
            <a:r>
              <a:rPr b="0" lang="en-GB" sz="1600" spc="-35" strike="noStrike">
                <a:solidFill>
                  <a:srgbClr val="000000"/>
                </a:solidFill>
                <a:latin typeface="Arial MT"/>
              </a:rPr>
              <a:t> </a:t>
            </a:r>
            <a:r>
              <a:rPr b="0" lang="en-GB" sz="1600" spc="-1" strike="noStrike">
                <a:solidFill>
                  <a:srgbClr val="000000"/>
                </a:solidFill>
                <a:latin typeface="Arial MT"/>
              </a:rPr>
              <a:t>that</a:t>
            </a:r>
            <a:r>
              <a:rPr b="0" lang="en-GB" sz="1600" spc="-35" strike="noStrike">
                <a:solidFill>
                  <a:srgbClr val="000000"/>
                </a:solidFill>
                <a:latin typeface="Arial MT"/>
              </a:rPr>
              <a:t> </a:t>
            </a:r>
            <a:r>
              <a:rPr b="0" lang="en-GB" sz="1600" spc="-1" strike="noStrike">
                <a:solidFill>
                  <a:srgbClr val="000000"/>
                </a:solidFill>
                <a:latin typeface="Arial MT"/>
              </a:rPr>
              <a:t>combines</a:t>
            </a:r>
            <a:r>
              <a:rPr b="0" lang="en-GB" sz="1600" spc="-32" strike="noStrike">
                <a:solidFill>
                  <a:srgbClr val="000000"/>
                </a:solidFill>
                <a:latin typeface="Arial MT"/>
              </a:rPr>
              <a:t> </a:t>
            </a:r>
            <a:r>
              <a:rPr b="0" lang="en-GB" sz="1600" spc="-1" strike="noStrike">
                <a:solidFill>
                  <a:srgbClr val="000000"/>
                </a:solidFill>
                <a:latin typeface="Arial MT"/>
              </a:rPr>
              <a:t>both</a:t>
            </a:r>
            <a:r>
              <a:rPr b="0" lang="en-GB" sz="1600" spc="-35" strike="noStrike">
                <a:solidFill>
                  <a:srgbClr val="000000"/>
                </a:solidFill>
                <a:latin typeface="Arial MT"/>
              </a:rPr>
              <a:t> </a:t>
            </a:r>
            <a:r>
              <a:rPr b="0" lang="en-GB" sz="1600" spc="-12" strike="noStrike">
                <a:solidFill>
                  <a:srgbClr val="000000"/>
                </a:solidFill>
                <a:latin typeface="Arial MT"/>
              </a:rPr>
              <a:t>supervised </a:t>
            </a:r>
            <a:r>
              <a:rPr b="0" lang="en-GB" sz="1600" spc="-1" strike="noStrike">
                <a:solidFill>
                  <a:srgbClr val="000000"/>
                </a:solidFill>
                <a:latin typeface="Arial MT"/>
              </a:rPr>
              <a:t>and</a:t>
            </a:r>
            <a:r>
              <a:rPr b="0" lang="en-GB" sz="1600" spc="-35" strike="noStrike">
                <a:solidFill>
                  <a:srgbClr val="000000"/>
                </a:solidFill>
                <a:latin typeface="Arial MT"/>
              </a:rPr>
              <a:t> un</a:t>
            </a:r>
            <a:r>
              <a:rPr b="0" lang="en-GB" sz="1600" spc="-1" strike="noStrike">
                <a:solidFill>
                  <a:srgbClr val="000000"/>
                </a:solidFill>
                <a:latin typeface="Arial MT"/>
              </a:rPr>
              <a:t>supervised</a:t>
            </a:r>
            <a:r>
              <a:rPr b="0" lang="en-GB" sz="1600" spc="-32" strike="noStrike">
                <a:solidFill>
                  <a:srgbClr val="000000"/>
                </a:solidFill>
                <a:latin typeface="Arial MT"/>
              </a:rPr>
              <a:t> </a:t>
            </a:r>
            <a:r>
              <a:rPr b="0" lang="en-GB" sz="1600" spc="-1" strike="noStrike">
                <a:solidFill>
                  <a:srgbClr val="000000"/>
                </a:solidFill>
                <a:latin typeface="Arial MT"/>
              </a:rPr>
              <a:t>machine</a:t>
            </a:r>
            <a:r>
              <a:rPr b="0" lang="en-GB" sz="1600" spc="-32" strike="noStrike">
                <a:solidFill>
                  <a:srgbClr val="000000"/>
                </a:solidFill>
                <a:latin typeface="Arial MT"/>
              </a:rPr>
              <a:t> </a:t>
            </a:r>
            <a:r>
              <a:rPr b="0" lang="en-GB" sz="1600" spc="-1" strike="noStrike">
                <a:solidFill>
                  <a:srgbClr val="000000"/>
                </a:solidFill>
                <a:latin typeface="Arial MT"/>
              </a:rPr>
              <a:t>learning.</a:t>
            </a:r>
            <a:r>
              <a:rPr b="0" lang="en-GB" sz="1600" spc="-60" strike="noStrike">
                <a:solidFill>
                  <a:srgbClr val="000000"/>
                </a:solidFill>
                <a:latin typeface="Arial MT"/>
              </a:rPr>
              <a:t> </a:t>
            </a:r>
            <a:r>
              <a:rPr b="0" lang="en-GB" sz="1600" spc="-1" strike="noStrike">
                <a:solidFill>
                  <a:srgbClr val="000000"/>
                </a:solidFill>
                <a:latin typeface="Arial MT"/>
              </a:rPr>
              <a:t>This</a:t>
            </a:r>
            <a:r>
              <a:rPr b="0" lang="en-GB" sz="1600" spc="-35" strike="noStrike">
                <a:solidFill>
                  <a:srgbClr val="000000"/>
                </a:solidFill>
                <a:latin typeface="Arial MT"/>
              </a:rPr>
              <a:t> </a:t>
            </a:r>
            <a:r>
              <a:rPr b="0" lang="en-GB" sz="1600" spc="-1" strike="noStrike">
                <a:solidFill>
                  <a:srgbClr val="000000"/>
                </a:solidFill>
                <a:latin typeface="Arial MT"/>
              </a:rPr>
              <a:t>form</a:t>
            </a:r>
            <a:r>
              <a:rPr b="0" lang="en-GB" sz="1600" spc="-32" strike="noStrike">
                <a:solidFill>
                  <a:srgbClr val="000000"/>
                </a:solidFill>
                <a:latin typeface="Arial MT"/>
              </a:rPr>
              <a:t> </a:t>
            </a:r>
            <a:r>
              <a:rPr b="0" lang="en-GB" sz="1600" spc="-26" strike="noStrike">
                <a:solidFill>
                  <a:srgbClr val="000000"/>
                </a:solidFill>
                <a:latin typeface="Arial MT"/>
              </a:rPr>
              <a:t>of </a:t>
            </a:r>
            <a:r>
              <a:rPr b="0" lang="en-GB" sz="1600" spc="-1" strike="noStrike">
                <a:solidFill>
                  <a:srgbClr val="000000"/>
                </a:solidFill>
                <a:latin typeface="Arial MT"/>
              </a:rPr>
              <a:t>machine</a:t>
            </a:r>
            <a:r>
              <a:rPr b="0" lang="en-GB" sz="1600" spc="-41" strike="noStrike">
                <a:solidFill>
                  <a:srgbClr val="000000"/>
                </a:solidFill>
                <a:latin typeface="Arial MT"/>
              </a:rPr>
              <a:t> </a:t>
            </a:r>
            <a:r>
              <a:rPr b="0" lang="en-GB" sz="1600" spc="-1" strike="noStrike">
                <a:solidFill>
                  <a:srgbClr val="000000"/>
                </a:solidFill>
                <a:latin typeface="Arial MT"/>
              </a:rPr>
              <a:t>learning</a:t>
            </a:r>
            <a:r>
              <a:rPr b="0" lang="en-GB" sz="1600" spc="-41" strike="noStrike">
                <a:solidFill>
                  <a:srgbClr val="000000"/>
                </a:solidFill>
                <a:latin typeface="Arial MT"/>
              </a:rPr>
              <a:t> </a:t>
            </a:r>
            <a:r>
              <a:rPr b="0" lang="en-GB" sz="1600" spc="-1" strike="noStrike">
                <a:solidFill>
                  <a:srgbClr val="000000"/>
                </a:solidFill>
                <a:latin typeface="Arial MT"/>
              </a:rPr>
              <a:t>is</a:t>
            </a:r>
            <a:r>
              <a:rPr b="0" lang="en-GB" sz="1600" spc="-41" strike="noStrike">
                <a:solidFill>
                  <a:srgbClr val="000000"/>
                </a:solidFill>
                <a:latin typeface="Arial MT"/>
              </a:rPr>
              <a:t> </a:t>
            </a:r>
            <a:r>
              <a:rPr b="0" lang="en-GB" sz="1600" spc="-1" strike="noStrike">
                <a:solidFill>
                  <a:srgbClr val="000000"/>
                </a:solidFill>
                <a:latin typeface="Arial MT"/>
              </a:rPr>
              <a:t>referred</a:t>
            </a:r>
            <a:r>
              <a:rPr b="0" lang="en-GB" sz="1600" spc="-41" strike="noStrike">
                <a:solidFill>
                  <a:srgbClr val="000000"/>
                </a:solidFill>
                <a:latin typeface="Arial MT"/>
              </a:rPr>
              <a:t> </a:t>
            </a:r>
            <a:r>
              <a:rPr b="0" lang="en-GB" sz="1600" spc="-1" strike="noStrike">
                <a:solidFill>
                  <a:srgbClr val="000000"/>
                </a:solidFill>
                <a:latin typeface="Arial MT"/>
              </a:rPr>
              <a:t>to</a:t>
            </a:r>
            <a:r>
              <a:rPr b="0" lang="en-GB" sz="1600" spc="-41" strike="noStrike">
                <a:solidFill>
                  <a:srgbClr val="000000"/>
                </a:solidFill>
                <a:latin typeface="Arial MT"/>
              </a:rPr>
              <a:t> </a:t>
            </a:r>
            <a:r>
              <a:rPr b="0" lang="en-GB" sz="1600" spc="-26" strike="noStrike">
                <a:solidFill>
                  <a:srgbClr val="000000"/>
                </a:solidFill>
                <a:latin typeface="Arial MT"/>
              </a:rPr>
              <a:t>as</a:t>
            </a:r>
            <a:endParaRPr b="0" lang="en-GB" sz="1600" spc="-1" strike="noStrike">
              <a:solidFill>
                <a:srgbClr val="000000"/>
              </a:solidFill>
              <a:latin typeface="Arial"/>
            </a:endParaRPr>
          </a:p>
          <a:p>
            <a:pPr marL="12600">
              <a:lnSpc>
                <a:spcPct val="100000"/>
              </a:lnSpc>
              <a:spcBef>
                <a:spcPts val="961"/>
              </a:spcBef>
            </a:pPr>
            <a:r>
              <a:rPr b="0" lang="en-GB" sz="1600" spc="-12" strike="noStrike">
                <a:solidFill>
                  <a:srgbClr val="000000"/>
                </a:solidFill>
                <a:latin typeface="Arial MT"/>
              </a:rPr>
              <a:t>Semi-supervised.</a:t>
            </a:r>
            <a:endParaRPr b="0" lang="en-GB" sz="1600" spc="-1" strike="noStrike">
              <a:solidFill>
                <a:srgbClr val="000000"/>
              </a:solidFill>
              <a:latin typeface="Arial"/>
            </a:endParaRPr>
          </a:p>
          <a:p>
            <a:pPr marL="12600">
              <a:lnSpc>
                <a:spcPct val="100000"/>
              </a:lnSpc>
            </a:pPr>
            <a:endParaRPr b="0" lang="en-GB" sz="1600" spc="-1" strike="noStrike">
              <a:solidFill>
                <a:srgbClr val="000000"/>
              </a:solidFill>
              <a:latin typeface="Arial"/>
            </a:endParaRPr>
          </a:p>
          <a:p>
            <a:pPr marL="12600">
              <a:lnSpc>
                <a:spcPct val="100000"/>
              </a:lnSpc>
              <a:spcBef>
                <a:spcPts val="159"/>
              </a:spcBef>
            </a:pPr>
            <a:endParaRPr b="0" lang="en-GB" sz="1600" spc="-1" strike="noStrike">
              <a:solidFill>
                <a:srgbClr val="000000"/>
              </a:solidFill>
              <a:latin typeface="Arial"/>
            </a:endParaRPr>
          </a:p>
        </p:txBody>
      </p:sp>
      <p:pic>
        <p:nvPicPr>
          <p:cNvPr id="64" name="object 3" descr=""/>
          <p:cNvPicPr/>
          <p:nvPr/>
        </p:nvPicPr>
        <p:blipFill>
          <a:blip r:embed="rId1"/>
          <a:stretch/>
        </p:blipFill>
        <p:spPr>
          <a:xfrm>
            <a:off x="6172200" y="1295280"/>
            <a:ext cx="5581080" cy="430092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65" name="object 2"/>
          <p:cNvSpPr/>
          <p:nvPr/>
        </p:nvSpPr>
        <p:spPr>
          <a:xfrm>
            <a:off x="457200" y="1371600"/>
            <a:ext cx="4663080" cy="3669840"/>
          </a:xfrm>
          <a:prstGeom prst="rect">
            <a:avLst/>
          </a:prstGeom>
          <a:noFill/>
          <a:ln w="0">
            <a:noFill/>
          </a:ln>
        </p:spPr>
        <p:style>
          <a:lnRef idx="0"/>
          <a:fillRef idx="0"/>
          <a:effectRef idx="0"/>
          <a:fontRef idx="minor"/>
        </p:style>
        <p:txBody>
          <a:bodyPr lIns="0" rIns="0" tIns="12600" bIns="0" anchor="t">
            <a:spAutoFit/>
          </a:bodyPr>
          <a:p>
            <a:pPr>
              <a:lnSpc>
                <a:spcPct val="100000"/>
              </a:lnSpc>
              <a:spcBef>
                <a:spcPts val="159"/>
              </a:spcBef>
            </a:pPr>
            <a:r>
              <a:rPr b="0" lang="en-GB" sz="2400" spc="-1" strike="noStrike">
                <a:solidFill>
                  <a:srgbClr val="000000"/>
                </a:solidFill>
                <a:latin typeface="Arial"/>
              </a:rPr>
              <a:t>Semi-supervised learning is a machine learning approach that uses a small amount of labeled data together with a large amount of unlabeled data during training. It lies between supervised learning, which relies entirely on labeled data, and unsupervised learning, which uses no labeled data at all.</a:t>
            </a:r>
            <a:endParaRPr b="0" lang="en-GB" sz="2400" spc="-1" strike="noStrike">
              <a:solidFill>
                <a:srgbClr val="000000"/>
              </a:solidFill>
              <a:latin typeface="Arial"/>
            </a:endParaRPr>
          </a:p>
        </p:txBody>
      </p:sp>
      <p:pic>
        <p:nvPicPr>
          <p:cNvPr id="66" name="Picture 3" descr=""/>
          <p:cNvPicPr/>
          <p:nvPr/>
        </p:nvPicPr>
        <p:blipFill>
          <a:blip r:embed="rId1"/>
          <a:stretch/>
        </p:blipFill>
        <p:spPr>
          <a:xfrm>
            <a:off x="5410080" y="1676520"/>
            <a:ext cx="6685200" cy="32709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336960" y="0"/>
            <a:ext cx="11517480" cy="1332360"/>
          </a:xfrm>
          <a:prstGeom prst="rect">
            <a:avLst/>
          </a:prstGeom>
          <a:noFill/>
          <a:ln w="0">
            <a:noFill/>
          </a:ln>
        </p:spPr>
        <p:txBody>
          <a:bodyPr lIns="0" rIns="0" tIns="187560" bIns="0" anchor="t">
            <a:noAutofit/>
          </a:bodyPr>
          <a:p>
            <a:pPr marL="219600" indent="0" algn="ctr">
              <a:lnSpc>
                <a:spcPct val="100000"/>
              </a:lnSpc>
              <a:spcBef>
                <a:spcPts val="99"/>
              </a:spcBef>
              <a:buNone/>
              <a:tabLst>
                <a:tab algn="l" pos="0"/>
              </a:tabLst>
            </a:pPr>
            <a:r>
              <a:rPr b="1" lang="en-GB" sz="2800" spc="-1" strike="noStrike">
                <a:solidFill>
                  <a:schemeClr val="dk1"/>
                </a:solidFill>
                <a:latin typeface="Calibri"/>
              </a:rPr>
              <a:t>SUPERVISED</a:t>
            </a:r>
            <a:r>
              <a:rPr b="1" lang="en-GB" sz="2800" spc="-72" strike="noStrike">
                <a:solidFill>
                  <a:schemeClr val="dk1"/>
                </a:solidFill>
                <a:latin typeface="Calibri"/>
              </a:rPr>
              <a:t> </a:t>
            </a:r>
            <a:r>
              <a:rPr b="1" lang="en-GB" sz="2800" spc="-12" strike="noStrike">
                <a:solidFill>
                  <a:schemeClr val="dk1"/>
                </a:solidFill>
                <a:latin typeface="Calibri"/>
              </a:rPr>
              <a:t>LEARNING</a:t>
            </a:r>
            <a:endParaRPr b="0" lang="en-GB" sz="2800" spc="-1" strike="noStrike">
              <a:solidFill>
                <a:srgbClr val="000000"/>
              </a:solidFill>
              <a:latin typeface="Arial"/>
            </a:endParaRPr>
          </a:p>
        </p:txBody>
      </p:sp>
      <p:sp>
        <p:nvSpPr>
          <p:cNvPr id="68" name="object 3"/>
          <p:cNvSpPr/>
          <p:nvPr/>
        </p:nvSpPr>
        <p:spPr>
          <a:xfrm>
            <a:off x="533520" y="762120"/>
            <a:ext cx="11320920" cy="333468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2000" spc="-1" strike="noStrike">
                <a:solidFill>
                  <a:srgbClr val="000000"/>
                </a:solidFill>
                <a:latin typeface="Calibri"/>
              </a:rPr>
              <a:t>There</a:t>
            </a:r>
            <a:r>
              <a:rPr b="0" lang="en-GB" sz="2000" spc="-41" strike="noStrike">
                <a:solidFill>
                  <a:srgbClr val="000000"/>
                </a:solidFill>
                <a:latin typeface="Calibri"/>
              </a:rPr>
              <a:t> </a:t>
            </a:r>
            <a:r>
              <a:rPr b="0" lang="en-GB" sz="2000" spc="-1" strike="noStrike">
                <a:solidFill>
                  <a:srgbClr val="000000"/>
                </a:solidFill>
                <a:latin typeface="Calibri"/>
              </a:rPr>
              <a:t>are</a:t>
            </a:r>
            <a:r>
              <a:rPr b="0" lang="en-GB" sz="2000" spc="-35" strike="noStrike">
                <a:solidFill>
                  <a:srgbClr val="000000"/>
                </a:solidFill>
                <a:latin typeface="Calibri"/>
              </a:rPr>
              <a:t> </a:t>
            </a:r>
            <a:r>
              <a:rPr b="0" lang="en-GB" sz="2000" spc="-1" strike="noStrike">
                <a:solidFill>
                  <a:srgbClr val="000000"/>
                </a:solidFill>
                <a:latin typeface="Calibri"/>
              </a:rPr>
              <a:t>2</a:t>
            </a:r>
            <a:r>
              <a:rPr b="0" lang="en-GB" sz="2000" spc="-35" strike="noStrike">
                <a:solidFill>
                  <a:srgbClr val="000000"/>
                </a:solidFill>
                <a:latin typeface="Calibri"/>
              </a:rPr>
              <a:t> </a:t>
            </a:r>
            <a:r>
              <a:rPr b="0" lang="en-GB" sz="2000" spc="-12" strike="noStrike">
                <a:solidFill>
                  <a:srgbClr val="000000"/>
                </a:solidFill>
                <a:latin typeface="Calibri"/>
              </a:rPr>
              <a:t>categories</a:t>
            </a:r>
            <a:r>
              <a:rPr b="0" lang="en-GB" sz="2000" spc="-41" strike="noStrike">
                <a:solidFill>
                  <a:srgbClr val="000000"/>
                </a:solidFill>
                <a:latin typeface="Calibri"/>
              </a:rPr>
              <a:t> </a:t>
            </a:r>
            <a:r>
              <a:rPr b="0" lang="en-GB" sz="2000" spc="-1" strike="noStrike">
                <a:solidFill>
                  <a:srgbClr val="000000"/>
                </a:solidFill>
                <a:latin typeface="Calibri"/>
              </a:rPr>
              <a:t>of</a:t>
            </a:r>
            <a:r>
              <a:rPr b="0" lang="en-GB" sz="2000" spc="-35" strike="noStrike">
                <a:solidFill>
                  <a:srgbClr val="000000"/>
                </a:solidFill>
                <a:latin typeface="Calibri"/>
              </a:rPr>
              <a:t> </a:t>
            </a:r>
            <a:r>
              <a:rPr b="0" lang="en-GB" sz="2000" spc="-12" strike="noStrike">
                <a:solidFill>
                  <a:srgbClr val="000000"/>
                </a:solidFill>
                <a:latin typeface="Calibri"/>
              </a:rPr>
              <a:t>supervised</a:t>
            </a:r>
            <a:r>
              <a:rPr b="0" lang="en-GB" sz="2000" spc="-35" strike="noStrike">
                <a:solidFill>
                  <a:srgbClr val="000000"/>
                </a:solidFill>
                <a:latin typeface="Calibri"/>
              </a:rPr>
              <a:t> </a:t>
            </a:r>
            <a:r>
              <a:rPr b="0" lang="en-GB" sz="2000" spc="-12" strike="noStrike">
                <a:solidFill>
                  <a:srgbClr val="000000"/>
                </a:solidFill>
                <a:latin typeface="Calibri"/>
              </a:rPr>
              <a:t>learning problems: </a:t>
            </a:r>
            <a:endParaRPr b="0" lang="en-GB" sz="2000" spc="-1" strike="noStrike">
              <a:solidFill>
                <a:srgbClr val="000000"/>
              </a:solidFill>
              <a:latin typeface="Arial"/>
            </a:endParaRPr>
          </a:p>
          <a:p>
            <a:pPr marL="349920" indent="-303480">
              <a:lnSpc>
                <a:spcPct val="100000"/>
              </a:lnSpc>
              <a:spcBef>
                <a:spcPts val="2160"/>
              </a:spcBef>
              <a:buClr>
                <a:srgbClr val="000000"/>
              </a:buClr>
              <a:buFont typeface="Arial MT"/>
              <a:buChar char="•"/>
              <a:tabLst>
                <a:tab algn="l" pos="349920"/>
              </a:tabLst>
            </a:pPr>
            <a:r>
              <a:rPr b="1" lang="en-GB" sz="1800" spc="-12" strike="noStrike">
                <a:solidFill>
                  <a:srgbClr val="000000"/>
                </a:solidFill>
                <a:latin typeface="Calibri"/>
              </a:rPr>
              <a:t>Classification</a:t>
            </a:r>
            <a:endParaRPr b="0" lang="en-GB" sz="1800" spc="-1" strike="noStrike">
              <a:solidFill>
                <a:srgbClr val="000000"/>
              </a:solidFill>
              <a:latin typeface="Arial"/>
            </a:endParaRPr>
          </a:p>
          <a:p>
            <a:pPr marL="12600">
              <a:lnSpc>
                <a:spcPct val="100000"/>
              </a:lnSpc>
              <a:tabLst>
                <a:tab algn="l" pos="349920"/>
              </a:tabLst>
            </a:pPr>
            <a:r>
              <a:rPr b="0" lang="en-GB" sz="1800" spc="69" strike="noStrike">
                <a:solidFill>
                  <a:srgbClr val="333333"/>
                </a:solidFill>
                <a:latin typeface="Tahoma"/>
              </a:rPr>
              <a:t>Classification is the process of learning a function that divides a dataset into distinct classes or labels based on specific features. In classification, a machine learning algorithm is trained using labeled training data, and it uses this learned pattern to assign new, unseen data into the appropriate classes or categories.</a:t>
            </a:r>
            <a:endParaRPr b="0" lang="en-GB" sz="1800" spc="-1" strike="noStrike">
              <a:solidFill>
                <a:srgbClr val="000000"/>
              </a:solidFill>
              <a:latin typeface="Arial"/>
            </a:endParaRPr>
          </a:p>
          <a:p>
            <a:pPr marL="12600">
              <a:lnSpc>
                <a:spcPct val="100000"/>
              </a:lnSpc>
              <a:tabLst>
                <a:tab algn="l" pos="349920"/>
              </a:tabLst>
            </a:pPr>
            <a:endParaRPr b="0" lang="en-GB" sz="1800" spc="-1" strike="noStrike">
              <a:solidFill>
                <a:srgbClr val="000000"/>
              </a:solidFill>
              <a:latin typeface="Arial"/>
            </a:endParaRPr>
          </a:p>
          <a:p>
            <a:pPr marL="12600">
              <a:lnSpc>
                <a:spcPct val="100000"/>
              </a:lnSpc>
              <a:tabLst>
                <a:tab algn="l" pos="349920"/>
              </a:tabLst>
            </a:pPr>
            <a:r>
              <a:rPr b="1" lang="en-GB" sz="1800" spc="69" strike="noStrike">
                <a:solidFill>
                  <a:srgbClr val="333333"/>
                </a:solidFill>
                <a:latin typeface="Tahoma"/>
              </a:rPr>
              <a:t>Classification</a:t>
            </a:r>
            <a:r>
              <a:rPr b="1" lang="en-GB" sz="1800" spc="-55" strike="noStrike">
                <a:solidFill>
                  <a:srgbClr val="333333"/>
                </a:solidFill>
                <a:latin typeface="Tahoma"/>
              </a:rPr>
              <a:t> </a:t>
            </a:r>
            <a:r>
              <a:rPr b="1" lang="en-GB" sz="1800" spc="49" strike="noStrike">
                <a:solidFill>
                  <a:srgbClr val="333333"/>
                </a:solidFill>
                <a:latin typeface="Tahoma"/>
              </a:rPr>
              <a:t>problems</a:t>
            </a:r>
            <a:endParaRPr b="0" lang="en-GB" sz="1800" spc="-1" strike="noStrike">
              <a:solidFill>
                <a:srgbClr val="000000"/>
              </a:solidFill>
              <a:latin typeface="Arial"/>
            </a:endParaRPr>
          </a:p>
          <a:p>
            <a:pPr marL="298440" indent="-252000">
              <a:lnSpc>
                <a:spcPct val="100000"/>
              </a:lnSpc>
              <a:buClr>
                <a:srgbClr val="333333"/>
              </a:buClr>
              <a:buFont typeface="Arial MT"/>
              <a:buChar char="•"/>
              <a:tabLst>
                <a:tab algn="l" pos="298440"/>
                <a:tab algn="l" pos="362520"/>
              </a:tabLst>
            </a:pPr>
            <a:r>
              <a:rPr b="0" lang="en-GB" sz="1800" spc="60" strike="noStrike">
                <a:solidFill>
                  <a:srgbClr val="333333"/>
                </a:solidFill>
                <a:latin typeface="Tahoma"/>
              </a:rPr>
              <a:t>Creating</a:t>
            </a:r>
            <a:r>
              <a:rPr b="0" lang="en-GB" sz="1800" spc="-55" strike="noStrike">
                <a:solidFill>
                  <a:srgbClr val="333333"/>
                </a:solidFill>
                <a:latin typeface="Tahoma"/>
              </a:rPr>
              <a:t> </a:t>
            </a:r>
            <a:r>
              <a:rPr b="0" lang="en-GB" sz="1800" spc="49" strike="noStrike">
                <a:solidFill>
                  <a:srgbClr val="333333"/>
                </a:solidFill>
                <a:latin typeface="Tahoma"/>
              </a:rPr>
              <a:t>a</a:t>
            </a:r>
            <a:r>
              <a:rPr b="0" lang="en-GB" sz="1800" spc="-52" strike="noStrike">
                <a:solidFill>
                  <a:srgbClr val="333333"/>
                </a:solidFill>
                <a:latin typeface="Tahoma"/>
              </a:rPr>
              <a:t> </a:t>
            </a:r>
            <a:r>
              <a:rPr b="0" lang="en-GB" sz="1800" spc="55" strike="noStrike">
                <a:solidFill>
                  <a:srgbClr val="333333"/>
                </a:solidFill>
                <a:latin typeface="Tahoma"/>
              </a:rPr>
              <a:t>model</a:t>
            </a:r>
            <a:r>
              <a:rPr b="0" lang="en-GB" sz="1800" spc="-52" strike="noStrike">
                <a:solidFill>
                  <a:srgbClr val="333333"/>
                </a:solidFill>
                <a:latin typeface="Tahoma"/>
              </a:rPr>
              <a:t> </a:t>
            </a:r>
            <a:r>
              <a:rPr b="0" lang="en-GB" sz="1800" spc="69" strike="noStrike">
                <a:solidFill>
                  <a:srgbClr val="333333"/>
                </a:solidFill>
                <a:latin typeface="Tahoma"/>
              </a:rPr>
              <a:t>which</a:t>
            </a:r>
            <a:r>
              <a:rPr b="0" lang="en-GB" sz="1800" spc="-52" strike="noStrike">
                <a:solidFill>
                  <a:srgbClr val="333333"/>
                </a:solidFill>
                <a:latin typeface="Tahoma"/>
              </a:rPr>
              <a:t> </a:t>
            </a:r>
            <a:r>
              <a:rPr b="0" lang="en-GB" sz="1800" spc="60" strike="noStrike">
                <a:solidFill>
                  <a:srgbClr val="333333"/>
                </a:solidFill>
                <a:latin typeface="Tahoma"/>
              </a:rPr>
              <a:t>predicts whether</a:t>
            </a:r>
            <a:r>
              <a:rPr b="0" lang="en-GB" sz="1800" spc="29" strike="noStrike">
                <a:solidFill>
                  <a:srgbClr val="333333"/>
                </a:solidFill>
                <a:latin typeface="Tahoma"/>
              </a:rPr>
              <a:t> </a:t>
            </a:r>
            <a:r>
              <a:rPr b="0" lang="en-GB" sz="1800" spc="49" strike="noStrike">
                <a:solidFill>
                  <a:srgbClr val="333333"/>
                </a:solidFill>
                <a:latin typeface="Tahoma"/>
              </a:rPr>
              <a:t>a</a:t>
            </a:r>
            <a:r>
              <a:rPr b="0" lang="en-GB" sz="1800" spc="29" strike="noStrike">
                <a:solidFill>
                  <a:srgbClr val="333333"/>
                </a:solidFill>
                <a:latin typeface="Tahoma"/>
              </a:rPr>
              <a:t> </a:t>
            </a:r>
            <a:r>
              <a:rPr b="0" lang="en-GB" sz="1800" spc="-1" strike="noStrike">
                <a:solidFill>
                  <a:srgbClr val="333333"/>
                </a:solidFill>
                <a:latin typeface="Tahoma"/>
              </a:rPr>
              <a:t>tumor</a:t>
            </a:r>
            <a:r>
              <a:rPr b="0" lang="en-GB" sz="1800" spc="35" strike="noStrike">
                <a:solidFill>
                  <a:srgbClr val="333333"/>
                </a:solidFill>
                <a:latin typeface="Tahoma"/>
              </a:rPr>
              <a:t> </a:t>
            </a:r>
            <a:r>
              <a:rPr b="0" lang="en-GB" sz="1800" spc="66" strike="noStrike">
                <a:solidFill>
                  <a:srgbClr val="333333"/>
                </a:solidFill>
                <a:latin typeface="Tahoma"/>
              </a:rPr>
              <a:t>is</a:t>
            </a:r>
            <a:r>
              <a:rPr b="0" lang="en-GB" sz="1800" spc="29" strike="noStrike">
                <a:solidFill>
                  <a:srgbClr val="333333"/>
                </a:solidFill>
                <a:latin typeface="Tahoma"/>
              </a:rPr>
              <a:t> </a:t>
            </a:r>
            <a:r>
              <a:rPr b="0" lang="en-GB" sz="1800" spc="-1" strike="noStrike">
                <a:solidFill>
                  <a:srgbClr val="333333"/>
                </a:solidFill>
                <a:latin typeface="Tahoma"/>
              </a:rPr>
              <a:t>malignant</a:t>
            </a:r>
            <a:r>
              <a:rPr b="0" lang="en-GB" sz="1800" spc="35" strike="noStrike">
                <a:solidFill>
                  <a:srgbClr val="333333"/>
                </a:solidFill>
                <a:latin typeface="Tahoma"/>
              </a:rPr>
              <a:t> </a:t>
            </a:r>
            <a:r>
              <a:rPr b="0" lang="en-GB" sz="1800" spc="46" strike="noStrike">
                <a:solidFill>
                  <a:srgbClr val="333333"/>
                </a:solidFill>
                <a:latin typeface="Tahoma"/>
              </a:rPr>
              <a:t>or</a:t>
            </a:r>
            <a:r>
              <a:rPr b="0" lang="en-GB" sz="1800" spc="29" strike="noStrike">
                <a:solidFill>
                  <a:srgbClr val="333333"/>
                </a:solidFill>
                <a:latin typeface="Tahoma"/>
              </a:rPr>
              <a:t> </a:t>
            </a:r>
            <a:r>
              <a:rPr b="0" lang="en-GB" sz="1800" spc="49" strike="noStrike">
                <a:solidFill>
                  <a:srgbClr val="333333"/>
                </a:solidFill>
                <a:latin typeface="Tahoma"/>
              </a:rPr>
              <a:t>benign.</a:t>
            </a:r>
            <a:endParaRPr b="0" lang="en-GB" sz="1800" spc="-1" strike="noStrike">
              <a:solidFill>
                <a:srgbClr val="000000"/>
              </a:solidFill>
              <a:latin typeface="Arial"/>
            </a:endParaRPr>
          </a:p>
          <a:p>
            <a:pPr marL="298440" indent="-252000">
              <a:lnSpc>
                <a:spcPct val="100000"/>
              </a:lnSpc>
              <a:buClr>
                <a:srgbClr val="333333"/>
              </a:buClr>
              <a:buFont typeface="Arial MT"/>
              <a:buChar char="•"/>
              <a:tabLst>
                <a:tab algn="l" pos="298440"/>
              </a:tabLst>
            </a:pPr>
            <a:r>
              <a:rPr b="0" lang="en-GB" sz="1800" spc="60" strike="noStrike">
                <a:solidFill>
                  <a:srgbClr val="333333"/>
                </a:solidFill>
                <a:latin typeface="Tahoma"/>
              </a:rPr>
              <a:t>Creating</a:t>
            </a:r>
            <a:r>
              <a:rPr b="0" lang="en-GB" sz="1800" spc="-52" strike="noStrike">
                <a:solidFill>
                  <a:srgbClr val="333333"/>
                </a:solidFill>
                <a:latin typeface="Tahoma"/>
              </a:rPr>
              <a:t> </a:t>
            </a:r>
            <a:r>
              <a:rPr b="0" lang="en-GB" sz="1800" spc="49" strike="noStrike">
                <a:solidFill>
                  <a:srgbClr val="333333"/>
                </a:solidFill>
                <a:latin typeface="Tahoma"/>
              </a:rPr>
              <a:t>a</a:t>
            </a:r>
            <a:r>
              <a:rPr b="0" lang="en-GB" sz="1800" spc="-46" strike="noStrike">
                <a:solidFill>
                  <a:srgbClr val="333333"/>
                </a:solidFill>
                <a:latin typeface="Tahoma"/>
              </a:rPr>
              <a:t> </a:t>
            </a:r>
            <a:r>
              <a:rPr b="0" lang="en-GB" sz="1800" spc="55" strike="noStrike">
                <a:solidFill>
                  <a:srgbClr val="333333"/>
                </a:solidFill>
                <a:latin typeface="Tahoma"/>
              </a:rPr>
              <a:t>model</a:t>
            </a:r>
            <a:r>
              <a:rPr b="0" lang="en-GB" sz="1800" spc="-52" strike="noStrike">
                <a:solidFill>
                  <a:srgbClr val="333333"/>
                </a:solidFill>
                <a:latin typeface="Tahoma"/>
              </a:rPr>
              <a:t> </a:t>
            </a:r>
            <a:r>
              <a:rPr b="0" lang="en-GB" sz="1800" spc="49" strike="noStrike">
                <a:solidFill>
                  <a:srgbClr val="333333"/>
                </a:solidFill>
                <a:latin typeface="Tahoma"/>
              </a:rPr>
              <a:t>that</a:t>
            </a:r>
            <a:r>
              <a:rPr b="0" lang="en-GB" sz="1800" spc="-46" strike="noStrike">
                <a:solidFill>
                  <a:srgbClr val="333333"/>
                </a:solidFill>
                <a:latin typeface="Tahoma"/>
              </a:rPr>
              <a:t> </a:t>
            </a:r>
            <a:r>
              <a:rPr b="0" lang="en-GB" sz="1800" spc="69" strike="noStrike">
                <a:solidFill>
                  <a:srgbClr val="333333"/>
                </a:solidFill>
                <a:latin typeface="Tahoma"/>
              </a:rPr>
              <a:t>predicts</a:t>
            </a:r>
            <a:r>
              <a:rPr b="0" lang="en-GB" sz="1800" spc="-46" strike="noStrike">
                <a:solidFill>
                  <a:srgbClr val="333333"/>
                </a:solidFill>
                <a:latin typeface="Tahoma"/>
              </a:rPr>
              <a:t> </a:t>
            </a:r>
            <a:r>
              <a:rPr b="0" lang="en-GB" sz="1800" spc="46" strike="noStrike">
                <a:solidFill>
                  <a:srgbClr val="333333"/>
                </a:solidFill>
                <a:latin typeface="Tahoma"/>
              </a:rPr>
              <a:t>whether </a:t>
            </a:r>
            <a:r>
              <a:rPr b="0" lang="en-GB" sz="1800" spc="49" strike="noStrike">
                <a:solidFill>
                  <a:srgbClr val="333333"/>
                </a:solidFill>
                <a:latin typeface="Tahoma"/>
              </a:rPr>
              <a:t>an</a:t>
            </a:r>
            <a:r>
              <a:rPr b="0" lang="en-GB" sz="1800" spc="-26" strike="noStrike">
                <a:solidFill>
                  <a:srgbClr val="333333"/>
                </a:solidFill>
                <a:latin typeface="Tahoma"/>
              </a:rPr>
              <a:t> </a:t>
            </a:r>
            <a:r>
              <a:rPr b="0" lang="en-GB" sz="1800" spc="-1" strike="noStrike">
                <a:solidFill>
                  <a:srgbClr val="333333"/>
                </a:solidFill>
                <a:latin typeface="Tahoma"/>
              </a:rPr>
              <a:t>email</a:t>
            </a:r>
            <a:r>
              <a:rPr b="0" lang="en-GB" sz="1800" spc="-26" strike="noStrike">
                <a:solidFill>
                  <a:srgbClr val="333333"/>
                </a:solidFill>
                <a:latin typeface="Tahoma"/>
              </a:rPr>
              <a:t> </a:t>
            </a:r>
            <a:r>
              <a:rPr b="0" lang="en-GB" sz="1800" spc="66" strike="noStrike">
                <a:solidFill>
                  <a:srgbClr val="333333"/>
                </a:solidFill>
                <a:latin typeface="Tahoma"/>
              </a:rPr>
              <a:t>is</a:t>
            </a:r>
            <a:r>
              <a:rPr b="0" lang="en-GB" sz="1800" spc="-26" strike="noStrike">
                <a:solidFill>
                  <a:srgbClr val="333333"/>
                </a:solidFill>
                <a:latin typeface="Tahoma"/>
              </a:rPr>
              <a:t> </a:t>
            </a:r>
            <a:r>
              <a:rPr b="0" lang="en-GB" sz="1800" spc="49" strike="noStrike">
                <a:solidFill>
                  <a:srgbClr val="333333"/>
                </a:solidFill>
                <a:latin typeface="Tahoma"/>
              </a:rPr>
              <a:t>a</a:t>
            </a:r>
            <a:r>
              <a:rPr b="0" lang="en-GB" sz="1800" spc="-26" strike="noStrike">
                <a:solidFill>
                  <a:srgbClr val="333333"/>
                </a:solidFill>
                <a:latin typeface="Tahoma"/>
              </a:rPr>
              <a:t> </a:t>
            </a:r>
            <a:r>
              <a:rPr b="0" lang="en-GB" sz="1800" spc="75" strike="noStrike">
                <a:solidFill>
                  <a:srgbClr val="333333"/>
                </a:solidFill>
                <a:latin typeface="Tahoma"/>
              </a:rPr>
              <a:t>spam</a:t>
            </a:r>
            <a:r>
              <a:rPr b="0" lang="en-GB" sz="1800" spc="-26" strike="noStrike">
                <a:solidFill>
                  <a:srgbClr val="333333"/>
                </a:solidFill>
                <a:latin typeface="Tahoma"/>
              </a:rPr>
              <a:t> </a:t>
            </a:r>
            <a:r>
              <a:rPr b="0" lang="en-GB" sz="1800" spc="46" strike="noStrike">
                <a:solidFill>
                  <a:srgbClr val="333333"/>
                </a:solidFill>
                <a:latin typeface="Tahoma"/>
              </a:rPr>
              <a:t>or</a:t>
            </a:r>
            <a:r>
              <a:rPr b="0" lang="en-GB" sz="1800" spc="-26" strike="noStrike">
                <a:solidFill>
                  <a:srgbClr val="333333"/>
                </a:solidFill>
                <a:latin typeface="Tahoma"/>
              </a:rPr>
              <a:t> </a:t>
            </a:r>
            <a:r>
              <a:rPr b="0" lang="en-GB" sz="1800" spc="29" strike="noStrike">
                <a:solidFill>
                  <a:srgbClr val="333333"/>
                </a:solidFill>
                <a:latin typeface="Tahoma"/>
              </a:rPr>
              <a:t>not.</a:t>
            </a:r>
            <a:endParaRPr b="0" lang="en-GB" sz="1800" spc="-1" strike="noStrike">
              <a:solidFill>
                <a:srgbClr val="000000"/>
              </a:solidFill>
              <a:latin typeface="Arial"/>
            </a:endParaRPr>
          </a:p>
          <a:p>
            <a:pPr marL="298440" indent="-252000">
              <a:lnSpc>
                <a:spcPct val="100000"/>
              </a:lnSpc>
              <a:buClr>
                <a:srgbClr val="333333"/>
              </a:buClr>
              <a:buFont typeface="Arial MT"/>
              <a:buChar char="•"/>
              <a:tabLst>
                <a:tab algn="l" pos="298440"/>
              </a:tabLst>
            </a:pPr>
            <a:r>
              <a:rPr b="0" lang="en-GB" sz="1800" spc="131" strike="noStrike">
                <a:solidFill>
                  <a:srgbClr val="333333"/>
                </a:solidFill>
                <a:latin typeface="Tahoma"/>
              </a:rPr>
              <a:t>A</a:t>
            </a:r>
            <a:r>
              <a:rPr b="0" lang="en-GB" sz="1800" spc="-26" strike="noStrike">
                <a:solidFill>
                  <a:srgbClr val="333333"/>
                </a:solidFill>
                <a:latin typeface="Tahoma"/>
              </a:rPr>
              <a:t> </a:t>
            </a:r>
            <a:r>
              <a:rPr b="0" lang="en-GB" sz="1800" spc="55" strike="noStrike">
                <a:solidFill>
                  <a:srgbClr val="333333"/>
                </a:solidFill>
                <a:latin typeface="Tahoma"/>
              </a:rPr>
              <a:t>model</a:t>
            </a:r>
            <a:r>
              <a:rPr b="0" lang="en-GB" sz="1800" spc="-26" strike="noStrike">
                <a:solidFill>
                  <a:srgbClr val="333333"/>
                </a:solidFill>
                <a:latin typeface="Tahoma"/>
              </a:rPr>
              <a:t> </a:t>
            </a:r>
            <a:r>
              <a:rPr b="0" lang="en-GB" sz="1800" spc="49" strike="noStrike">
                <a:solidFill>
                  <a:srgbClr val="333333"/>
                </a:solidFill>
                <a:latin typeface="Tahoma"/>
              </a:rPr>
              <a:t>that</a:t>
            </a:r>
            <a:r>
              <a:rPr b="0" lang="en-GB" sz="1800" spc="-26" strike="noStrike">
                <a:solidFill>
                  <a:srgbClr val="333333"/>
                </a:solidFill>
                <a:latin typeface="Tahoma"/>
              </a:rPr>
              <a:t> </a:t>
            </a:r>
            <a:r>
              <a:rPr b="0" lang="en-GB" sz="1800" spc="69" strike="noStrike">
                <a:solidFill>
                  <a:srgbClr val="333333"/>
                </a:solidFill>
                <a:latin typeface="Tahoma"/>
              </a:rPr>
              <a:t>predicts</a:t>
            </a:r>
            <a:r>
              <a:rPr b="0" lang="en-GB" sz="1800" spc="-26" strike="noStrike">
                <a:solidFill>
                  <a:srgbClr val="333333"/>
                </a:solidFill>
                <a:latin typeface="Tahoma"/>
              </a:rPr>
              <a:t> </a:t>
            </a:r>
            <a:r>
              <a:rPr b="0" lang="en-GB" sz="1800" spc="60" strike="noStrike">
                <a:solidFill>
                  <a:srgbClr val="333333"/>
                </a:solidFill>
                <a:latin typeface="Tahoma"/>
              </a:rPr>
              <a:t>whether</a:t>
            </a:r>
            <a:r>
              <a:rPr b="0" lang="en-GB" sz="1800" spc="-26" strike="noStrike">
                <a:solidFill>
                  <a:srgbClr val="333333"/>
                </a:solidFill>
                <a:latin typeface="Tahoma"/>
              </a:rPr>
              <a:t> </a:t>
            </a:r>
            <a:r>
              <a:rPr b="0" lang="en-GB" sz="1800" spc="49" strike="noStrike">
                <a:solidFill>
                  <a:srgbClr val="333333"/>
                </a:solidFill>
                <a:latin typeface="Tahoma"/>
              </a:rPr>
              <a:t>an animal is a dog, camel or cat</a:t>
            </a:r>
            <a:r>
              <a:rPr b="0" lang="en-GB" sz="1800" spc="41" strike="noStrike">
                <a:solidFill>
                  <a:srgbClr val="333333"/>
                </a:solidFill>
                <a:latin typeface="Tahoma"/>
              </a:rPr>
              <a:t>.</a:t>
            </a:r>
            <a:endParaRPr b="0" lang="en-GB" sz="1800" spc="-1" strike="noStrike">
              <a:solidFill>
                <a:srgbClr val="000000"/>
              </a:solidFill>
              <a:latin typeface="Arial"/>
            </a:endParaRPr>
          </a:p>
        </p:txBody>
      </p:sp>
      <p:pic>
        <p:nvPicPr>
          <p:cNvPr id="69" name="Picture 8" descr=""/>
          <p:cNvPicPr/>
          <p:nvPr/>
        </p:nvPicPr>
        <p:blipFill>
          <a:blip r:embed="rId1"/>
          <a:stretch/>
        </p:blipFill>
        <p:spPr>
          <a:xfrm>
            <a:off x="1275840" y="4134600"/>
            <a:ext cx="9639720" cy="264636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336960" y="369360"/>
            <a:ext cx="11517480" cy="1332360"/>
          </a:xfrm>
          <a:prstGeom prst="rect">
            <a:avLst/>
          </a:prstGeom>
          <a:noFill/>
          <a:ln w="0">
            <a:noFill/>
          </a:ln>
        </p:spPr>
        <p:txBody>
          <a:bodyPr lIns="0" rIns="0" tIns="187560" bIns="0" anchor="t">
            <a:noAutofit/>
          </a:bodyPr>
          <a:p>
            <a:pPr marL="87480" indent="0">
              <a:lnSpc>
                <a:spcPct val="100000"/>
              </a:lnSpc>
              <a:spcBef>
                <a:spcPts val="99"/>
              </a:spcBef>
              <a:buNone/>
              <a:tabLst>
                <a:tab algn="l" pos="0"/>
              </a:tabLst>
            </a:pPr>
            <a:r>
              <a:rPr b="1" lang="en-GB" sz="1800" spc="-1" strike="noStrike">
                <a:solidFill>
                  <a:srgbClr val="333333"/>
                </a:solidFill>
                <a:latin typeface="Calibri"/>
              </a:rPr>
              <a:t>Classification</a:t>
            </a:r>
            <a:r>
              <a:rPr b="1" lang="en-GB" sz="1800" spc="-92" strike="noStrike">
                <a:solidFill>
                  <a:srgbClr val="333333"/>
                </a:solidFill>
                <a:latin typeface="Calibri"/>
              </a:rPr>
              <a:t> </a:t>
            </a:r>
            <a:r>
              <a:rPr b="1" lang="en-GB" sz="1800" spc="-12" strike="noStrike">
                <a:solidFill>
                  <a:srgbClr val="333333"/>
                </a:solidFill>
                <a:latin typeface="Calibri"/>
              </a:rPr>
              <a:t>Algorithms:</a:t>
            </a:r>
            <a:endParaRPr b="0" lang="en-GB" sz="1800" spc="-1" strike="noStrike">
              <a:solidFill>
                <a:srgbClr val="000000"/>
              </a:solidFill>
              <a:latin typeface="Arial"/>
            </a:endParaRPr>
          </a:p>
        </p:txBody>
      </p:sp>
      <p:sp>
        <p:nvSpPr>
          <p:cNvPr id="71" name="object 3"/>
          <p:cNvSpPr/>
          <p:nvPr/>
        </p:nvSpPr>
        <p:spPr>
          <a:xfrm>
            <a:off x="332280" y="1230120"/>
            <a:ext cx="2767320" cy="3304080"/>
          </a:xfrm>
          <a:prstGeom prst="rect">
            <a:avLst/>
          </a:prstGeom>
          <a:noFill/>
          <a:ln w="0">
            <a:noFill/>
          </a:ln>
        </p:spPr>
        <p:style>
          <a:lnRef idx="0"/>
          <a:fillRef idx="0"/>
          <a:effectRef idx="0"/>
          <a:fontRef idx="minor"/>
        </p:style>
        <p:txBody>
          <a:bodyPr lIns="0" rIns="0" tIns="149760" bIns="0" anchor="t">
            <a:spAutoFit/>
          </a:bodyPr>
          <a:p>
            <a:pPr marL="92880" indent="-88920">
              <a:lnSpc>
                <a:spcPct val="100000"/>
              </a:lnSpc>
              <a:spcBef>
                <a:spcPts val="1179"/>
              </a:spcBef>
              <a:buClr>
                <a:srgbClr val="000000"/>
              </a:buClr>
              <a:buSzPct val="94000"/>
              <a:buFont typeface="Arial MT"/>
              <a:buChar char="•"/>
              <a:tabLst>
                <a:tab algn="l" pos="92880"/>
              </a:tabLst>
            </a:pPr>
            <a:r>
              <a:rPr b="0" lang="en-GB" sz="1800" spc="-1" strike="noStrike">
                <a:solidFill>
                  <a:srgbClr val="000000"/>
                </a:solidFill>
                <a:latin typeface="Calibri"/>
              </a:rPr>
              <a:t>Logistic</a:t>
            </a:r>
            <a:r>
              <a:rPr b="0" lang="en-GB" sz="1800" spc="-97" strike="noStrike">
                <a:solidFill>
                  <a:srgbClr val="000000"/>
                </a:solidFill>
                <a:latin typeface="Calibri"/>
              </a:rPr>
              <a:t> </a:t>
            </a:r>
            <a:r>
              <a:rPr b="0" lang="en-GB" sz="1800" spc="-12" strike="noStrike">
                <a:solidFill>
                  <a:srgbClr val="000000"/>
                </a:solidFill>
                <a:latin typeface="Calibri"/>
              </a:rPr>
              <a:t>Regression</a:t>
            </a:r>
            <a:endParaRPr b="0" lang="en-GB" sz="1800" spc="-1" strike="noStrike">
              <a:solidFill>
                <a:srgbClr val="000000"/>
              </a:solidFill>
              <a:latin typeface="Arial"/>
            </a:endParaRPr>
          </a:p>
          <a:p>
            <a:pPr marL="92880" indent="-88920">
              <a:lnSpc>
                <a:spcPct val="100000"/>
              </a:lnSpc>
              <a:spcBef>
                <a:spcPts val="1080"/>
              </a:spcBef>
              <a:buClr>
                <a:srgbClr val="000000"/>
              </a:buClr>
              <a:buSzPct val="94000"/>
              <a:buFont typeface="Arial MT"/>
              <a:buChar char="•"/>
              <a:tabLst>
                <a:tab algn="l" pos="92880"/>
              </a:tabLst>
            </a:pPr>
            <a:r>
              <a:rPr b="0" lang="en-GB" sz="1800" spc="-32" strike="noStrike">
                <a:solidFill>
                  <a:srgbClr val="000000"/>
                </a:solidFill>
                <a:latin typeface="Calibri"/>
              </a:rPr>
              <a:t>K-</a:t>
            </a:r>
            <a:r>
              <a:rPr b="0" lang="en-GB" sz="1800" spc="-12" strike="noStrike">
                <a:solidFill>
                  <a:srgbClr val="000000"/>
                </a:solidFill>
                <a:latin typeface="Calibri"/>
              </a:rPr>
              <a:t>Nearest</a:t>
            </a:r>
            <a:r>
              <a:rPr b="0" lang="en-GB" sz="1800" spc="-46" strike="noStrike">
                <a:solidFill>
                  <a:srgbClr val="000000"/>
                </a:solidFill>
                <a:latin typeface="Calibri"/>
              </a:rPr>
              <a:t> </a:t>
            </a:r>
            <a:r>
              <a:rPr b="0" lang="en-GB" sz="1800" spc="-12" strike="noStrike">
                <a:solidFill>
                  <a:srgbClr val="000000"/>
                </a:solidFill>
                <a:latin typeface="Calibri"/>
              </a:rPr>
              <a:t>Neighbours</a:t>
            </a:r>
            <a:endParaRPr b="0" lang="en-GB" sz="1800" spc="-1" strike="noStrike">
              <a:solidFill>
                <a:srgbClr val="000000"/>
              </a:solidFill>
              <a:latin typeface="Arial"/>
            </a:endParaRPr>
          </a:p>
          <a:p>
            <a:pPr marL="92880" indent="-88920">
              <a:lnSpc>
                <a:spcPct val="100000"/>
              </a:lnSpc>
              <a:spcBef>
                <a:spcPts val="1080"/>
              </a:spcBef>
              <a:buClr>
                <a:srgbClr val="000000"/>
              </a:buClr>
              <a:buSzPct val="94000"/>
              <a:buFont typeface="Arial MT"/>
              <a:buChar char="•"/>
              <a:tabLst>
                <a:tab algn="l" pos="92880"/>
              </a:tabLst>
            </a:pPr>
            <a:r>
              <a:rPr b="0" lang="en-GB" sz="1800" spc="-1" strike="noStrike">
                <a:solidFill>
                  <a:srgbClr val="000000"/>
                </a:solidFill>
                <a:latin typeface="Calibri"/>
              </a:rPr>
              <a:t>Support</a:t>
            </a:r>
            <a:r>
              <a:rPr b="0" lang="en-GB" sz="1800" spc="-72" strike="noStrike">
                <a:solidFill>
                  <a:srgbClr val="000000"/>
                </a:solidFill>
                <a:latin typeface="Calibri"/>
              </a:rPr>
              <a:t> </a:t>
            </a:r>
            <a:r>
              <a:rPr b="0" lang="en-GB" sz="1800" spc="-21" strike="noStrike">
                <a:solidFill>
                  <a:srgbClr val="000000"/>
                </a:solidFill>
                <a:latin typeface="Calibri"/>
              </a:rPr>
              <a:t>Vector</a:t>
            </a:r>
            <a:r>
              <a:rPr b="0" lang="en-GB" sz="1800" spc="-72" strike="noStrike">
                <a:solidFill>
                  <a:srgbClr val="000000"/>
                </a:solidFill>
                <a:latin typeface="Calibri"/>
              </a:rPr>
              <a:t> </a:t>
            </a:r>
            <a:r>
              <a:rPr b="0" lang="en-GB" sz="1800" spc="-12" strike="noStrike">
                <a:solidFill>
                  <a:srgbClr val="000000"/>
                </a:solidFill>
                <a:latin typeface="Calibri"/>
              </a:rPr>
              <a:t>Classification</a:t>
            </a:r>
            <a:endParaRPr b="0" lang="en-GB" sz="1800" spc="-1" strike="noStrike">
              <a:solidFill>
                <a:srgbClr val="000000"/>
              </a:solidFill>
              <a:latin typeface="Arial"/>
            </a:endParaRPr>
          </a:p>
          <a:p>
            <a:pPr marL="92880" indent="-88920">
              <a:lnSpc>
                <a:spcPct val="100000"/>
              </a:lnSpc>
              <a:spcBef>
                <a:spcPts val="1080"/>
              </a:spcBef>
              <a:buClr>
                <a:srgbClr val="000000"/>
              </a:buClr>
              <a:buSzPct val="94000"/>
              <a:buFont typeface="Arial MT"/>
              <a:buChar char="•"/>
              <a:tabLst>
                <a:tab algn="l" pos="92880"/>
              </a:tabLst>
            </a:pPr>
            <a:r>
              <a:rPr b="0" lang="en-GB" sz="1800" spc="-1" strike="noStrike">
                <a:solidFill>
                  <a:srgbClr val="000000"/>
                </a:solidFill>
                <a:latin typeface="Calibri"/>
              </a:rPr>
              <a:t>Naïve</a:t>
            </a:r>
            <a:r>
              <a:rPr b="0" lang="en-GB" sz="1800" spc="-52" strike="noStrike">
                <a:solidFill>
                  <a:srgbClr val="000000"/>
                </a:solidFill>
                <a:latin typeface="Calibri"/>
              </a:rPr>
              <a:t> </a:t>
            </a:r>
            <a:r>
              <a:rPr b="0" lang="en-GB" sz="1800" spc="-12" strike="noStrike">
                <a:solidFill>
                  <a:srgbClr val="000000"/>
                </a:solidFill>
                <a:latin typeface="Calibri"/>
              </a:rPr>
              <a:t>Bayes</a:t>
            </a:r>
            <a:endParaRPr b="0" lang="en-GB" sz="1800" spc="-1" strike="noStrike">
              <a:solidFill>
                <a:srgbClr val="000000"/>
              </a:solidFill>
              <a:latin typeface="Arial"/>
            </a:endParaRPr>
          </a:p>
          <a:p>
            <a:pPr marL="92880" indent="-88920">
              <a:lnSpc>
                <a:spcPct val="100000"/>
              </a:lnSpc>
              <a:spcBef>
                <a:spcPts val="1080"/>
              </a:spcBef>
              <a:buClr>
                <a:srgbClr val="000000"/>
              </a:buClr>
              <a:buSzPct val="94000"/>
              <a:buFont typeface="Arial MT"/>
              <a:buChar char="•"/>
              <a:tabLst>
                <a:tab algn="l" pos="92880"/>
              </a:tabLst>
            </a:pPr>
            <a:r>
              <a:rPr b="0" lang="en-GB" sz="1800" spc="-1" strike="noStrike">
                <a:solidFill>
                  <a:srgbClr val="000000"/>
                </a:solidFill>
                <a:latin typeface="Calibri"/>
              </a:rPr>
              <a:t>Decision</a:t>
            </a:r>
            <a:r>
              <a:rPr b="0" lang="en-GB" sz="1800" spc="-97" strike="noStrike">
                <a:solidFill>
                  <a:srgbClr val="000000"/>
                </a:solidFill>
                <a:latin typeface="Calibri"/>
              </a:rPr>
              <a:t> </a:t>
            </a:r>
            <a:r>
              <a:rPr b="0" lang="en-GB" sz="1800" spc="-26" strike="noStrike">
                <a:solidFill>
                  <a:srgbClr val="000000"/>
                </a:solidFill>
                <a:latin typeface="Calibri"/>
              </a:rPr>
              <a:t>Tree</a:t>
            </a:r>
            <a:r>
              <a:rPr b="0" lang="en-GB" sz="1800" spc="-75" strike="noStrike">
                <a:solidFill>
                  <a:srgbClr val="000000"/>
                </a:solidFill>
                <a:latin typeface="Calibri"/>
              </a:rPr>
              <a:t> </a:t>
            </a:r>
            <a:r>
              <a:rPr b="0" lang="en-GB" sz="1800" spc="-12" strike="noStrike">
                <a:solidFill>
                  <a:srgbClr val="000000"/>
                </a:solidFill>
                <a:latin typeface="Calibri"/>
              </a:rPr>
              <a:t>Classification</a:t>
            </a:r>
            <a:endParaRPr b="0" lang="en-GB" sz="1800" spc="-1" strike="noStrike">
              <a:solidFill>
                <a:srgbClr val="000000"/>
              </a:solidFill>
              <a:latin typeface="Arial"/>
            </a:endParaRPr>
          </a:p>
          <a:p>
            <a:pPr marL="92880" indent="-88920">
              <a:lnSpc>
                <a:spcPct val="100000"/>
              </a:lnSpc>
              <a:spcBef>
                <a:spcPts val="1080"/>
              </a:spcBef>
              <a:buClr>
                <a:srgbClr val="000000"/>
              </a:buClr>
              <a:buSzPct val="94000"/>
              <a:buFont typeface="Arial MT"/>
              <a:buChar char="•"/>
              <a:tabLst>
                <a:tab algn="l" pos="92880"/>
              </a:tabLst>
            </a:pPr>
            <a:r>
              <a:rPr b="0" lang="en-GB" sz="1800" spc="-1" strike="noStrike">
                <a:solidFill>
                  <a:srgbClr val="000000"/>
                </a:solidFill>
                <a:latin typeface="Calibri"/>
              </a:rPr>
              <a:t>Random</a:t>
            </a:r>
            <a:r>
              <a:rPr b="0" lang="en-GB" sz="1800" spc="-100" strike="noStrike">
                <a:solidFill>
                  <a:srgbClr val="000000"/>
                </a:solidFill>
                <a:latin typeface="Calibri"/>
              </a:rPr>
              <a:t> </a:t>
            </a:r>
            <a:r>
              <a:rPr b="0" lang="en-GB" sz="1800" spc="-1" strike="noStrike">
                <a:solidFill>
                  <a:srgbClr val="000000"/>
                </a:solidFill>
                <a:latin typeface="Calibri"/>
              </a:rPr>
              <a:t>Forest</a:t>
            </a:r>
            <a:r>
              <a:rPr b="0" lang="en-GB" sz="1800" spc="-97" strike="noStrike">
                <a:solidFill>
                  <a:srgbClr val="000000"/>
                </a:solidFill>
                <a:latin typeface="Calibri"/>
              </a:rPr>
              <a:t> </a:t>
            </a:r>
            <a:r>
              <a:rPr b="0" lang="en-GB" sz="1800" spc="-12" strike="noStrike">
                <a:solidFill>
                  <a:srgbClr val="000000"/>
                </a:solidFill>
                <a:latin typeface="Calibri"/>
              </a:rPr>
              <a:t>Classification</a:t>
            </a:r>
            <a:endParaRPr b="0" lang="en-GB" sz="1800" spc="-1" strike="noStrike">
              <a:solidFill>
                <a:srgbClr val="000000"/>
              </a:solidFill>
              <a:latin typeface="Arial"/>
            </a:endParaRPr>
          </a:p>
        </p:txBody>
      </p:sp>
      <p:pic>
        <p:nvPicPr>
          <p:cNvPr id="72" name="object 4" descr=""/>
          <p:cNvPicPr/>
          <p:nvPr/>
        </p:nvPicPr>
        <p:blipFill>
          <a:blip r:embed="rId1"/>
          <a:stretch/>
        </p:blipFill>
        <p:spPr>
          <a:xfrm>
            <a:off x="3846240" y="808200"/>
            <a:ext cx="7745760" cy="430956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73" name="object 2"/>
          <p:cNvSpPr/>
          <p:nvPr/>
        </p:nvSpPr>
        <p:spPr>
          <a:xfrm>
            <a:off x="384120" y="526680"/>
            <a:ext cx="6090120" cy="609048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1" lang="en-GB" sz="2000" spc="-12" strike="noStrike">
                <a:solidFill>
                  <a:srgbClr val="000000"/>
                </a:solidFill>
                <a:latin typeface="Arial MT"/>
              </a:rPr>
              <a:t>Regression:</a:t>
            </a:r>
            <a:endParaRPr b="0" lang="en-GB" sz="2000" spc="-1" strike="noStrike">
              <a:solidFill>
                <a:srgbClr val="000000"/>
              </a:solidFill>
              <a:latin typeface="Arial"/>
            </a:endParaRPr>
          </a:p>
          <a:p>
            <a:pPr marL="12600">
              <a:lnSpc>
                <a:spcPct val="100000"/>
              </a:lnSpc>
              <a:spcBef>
                <a:spcPts val="99"/>
              </a:spcBef>
            </a:pPr>
            <a:endParaRPr b="0" lang="en-GB" sz="1800" spc="-1" strike="noStrike">
              <a:solidFill>
                <a:srgbClr val="000000"/>
              </a:solidFill>
              <a:latin typeface="Arial"/>
            </a:endParaRPr>
          </a:p>
          <a:p>
            <a:pPr marL="12600">
              <a:lnSpc>
                <a:spcPct val="100000"/>
              </a:lnSpc>
              <a:tabLst>
                <a:tab algn="l" pos="452160"/>
                <a:tab algn="l" pos="1294200"/>
                <a:tab algn="l" pos="1360080"/>
                <a:tab algn="l" pos="1687320"/>
                <a:tab algn="l" pos="1790640"/>
                <a:tab algn="l" pos="1969200"/>
                <a:tab algn="l" pos="2395800"/>
                <a:tab algn="l" pos="2551320"/>
                <a:tab algn="l" pos="2977560"/>
                <a:tab algn="l" pos="3349800"/>
                <a:tab algn="l" pos="3593520"/>
                <a:tab algn="l" pos="3836160"/>
                <a:tab algn="l" pos="4241880"/>
                <a:tab algn="l" pos="4748400"/>
                <a:tab algn="l" pos="4874760"/>
                <a:tab algn="l" pos="5055840"/>
                <a:tab algn="l" pos="5290920"/>
                <a:tab algn="l" pos="5821560"/>
              </a:tabLst>
            </a:pPr>
            <a:r>
              <a:rPr b="0" lang="en-GB" sz="1800" spc="55" strike="noStrike">
                <a:solidFill>
                  <a:srgbClr val="000000"/>
                </a:solidFill>
                <a:latin typeface="Tahoma"/>
              </a:rPr>
              <a:t>Regression is a process used to identify the relationship between dependent and independent variables. It helps in predicting continuous values, such as house prices, salaries, and other numerical outcomes. The main task of a regression algorithm is to learn a mapping function that connects the input variable(s) (x) to a continuous output variable (y).</a:t>
            </a:r>
            <a:endParaRPr b="0" lang="en-GB" sz="1800" spc="-1" strike="noStrike">
              <a:solidFill>
                <a:srgbClr val="000000"/>
              </a:solidFill>
              <a:latin typeface="Arial"/>
            </a:endParaRPr>
          </a:p>
          <a:p>
            <a:pPr marL="12600">
              <a:lnSpc>
                <a:spcPct val="100000"/>
              </a:lnSpc>
              <a:tabLst>
                <a:tab algn="l" pos="452160"/>
                <a:tab algn="l" pos="1294200"/>
                <a:tab algn="l" pos="1360080"/>
                <a:tab algn="l" pos="1687320"/>
                <a:tab algn="l" pos="1790640"/>
                <a:tab algn="l" pos="1969200"/>
                <a:tab algn="l" pos="2395800"/>
                <a:tab algn="l" pos="2551320"/>
                <a:tab algn="l" pos="2977560"/>
                <a:tab algn="l" pos="3349800"/>
                <a:tab algn="l" pos="3593520"/>
                <a:tab algn="l" pos="3836160"/>
                <a:tab algn="l" pos="4241880"/>
                <a:tab algn="l" pos="4748400"/>
                <a:tab algn="l" pos="4874760"/>
                <a:tab algn="l" pos="5055840"/>
                <a:tab algn="l" pos="5290920"/>
                <a:tab algn="l" pos="5821560"/>
              </a:tabLst>
            </a:pPr>
            <a:endParaRPr b="0" lang="en-GB" sz="1800" spc="-1" strike="noStrike">
              <a:solidFill>
                <a:srgbClr val="000000"/>
              </a:solidFill>
              <a:latin typeface="Arial"/>
            </a:endParaRPr>
          </a:p>
          <a:p>
            <a:pPr marL="12600">
              <a:lnSpc>
                <a:spcPct val="100000"/>
              </a:lnSpc>
              <a:tabLst>
                <a:tab algn="l" pos="452160"/>
                <a:tab algn="l" pos="1294200"/>
                <a:tab algn="l" pos="1360080"/>
                <a:tab algn="l" pos="1687320"/>
                <a:tab algn="l" pos="1790640"/>
                <a:tab algn="l" pos="1969200"/>
                <a:tab algn="l" pos="2395800"/>
                <a:tab algn="l" pos="2551320"/>
                <a:tab algn="l" pos="2977560"/>
                <a:tab algn="l" pos="3349800"/>
                <a:tab algn="l" pos="3593520"/>
                <a:tab algn="l" pos="3836160"/>
                <a:tab algn="l" pos="4241880"/>
                <a:tab algn="l" pos="4748400"/>
                <a:tab algn="l" pos="4874760"/>
                <a:tab algn="l" pos="5055840"/>
                <a:tab algn="l" pos="5290920"/>
                <a:tab algn="l" pos="5821560"/>
              </a:tabLst>
            </a:pPr>
            <a:r>
              <a:rPr b="1" lang="en-GB" sz="1800" spc="-12" strike="noStrike">
                <a:solidFill>
                  <a:srgbClr val="333333"/>
                </a:solidFill>
                <a:latin typeface="Tahoma"/>
              </a:rPr>
              <a:t>Examplє:</a:t>
            </a:r>
            <a:endParaRPr b="0" lang="en-GB" sz="1800" spc="-1" strike="noStrike">
              <a:solidFill>
                <a:srgbClr val="000000"/>
              </a:solidFill>
              <a:latin typeface="Arial"/>
            </a:endParaRPr>
          </a:p>
          <a:p>
            <a:pPr marL="297360" indent="-250920" algn="just">
              <a:lnSpc>
                <a:spcPct val="100000"/>
              </a:lnSpc>
              <a:buClr>
                <a:srgbClr val="333333"/>
              </a:buClr>
              <a:buFont typeface="Arial MT"/>
              <a:buChar char="•"/>
              <a:tabLst>
                <a:tab algn="l" pos="298440"/>
              </a:tabLst>
            </a:pPr>
            <a:r>
              <a:rPr b="0" lang="en-GB" sz="1800" spc="86" strike="noStrike">
                <a:solidFill>
                  <a:srgbClr val="333333"/>
                </a:solidFill>
                <a:latin typeface="Tahoma"/>
              </a:rPr>
              <a:t>Suppose</a:t>
            </a:r>
            <a:r>
              <a:rPr b="0" lang="en-GB" sz="1800" spc="185" strike="noStrike">
                <a:solidFill>
                  <a:srgbClr val="333333"/>
                </a:solidFill>
                <a:latin typeface="Tahoma"/>
              </a:rPr>
              <a:t> </a:t>
            </a:r>
            <a:r>
              <a:rPr b="0" lang="en-GB" sz="1800" spc="86" strike="noStrike">
                <a:solidFill>
                  <a:srgbClr val="333333"/>
                </a:solidFill>
                <a:latin typeface="Tahoma"/>
              </a:rPr>
              <a:t>we</a:t>
            </a:r>
            <a:r>
              <a:rPr b="0" lang="en-GB" sz="1800" spc="185" strike="noStrike">
                <a:solidFill>
                  <a:srgbClr val="333333"/>
                </a:solidFill>
                <a:latin typeface="Tahoma"/>
              </a:rPr>
              <a:t> </a:t>
            </a:r>
            <a:r>
              <a:rPr b="0" lang="en-GB" sz="1800" spc="55" strike="noStrike">
                <a:solidFill>
                  <a:srgbClr val="333333"/>
                </a:solidFill>
                <a:latin typeface="Tahoma"/>
              </a:rPr>
              <a:t>want</a:t>
            </a:r>
            <a:r>
              <a:rPr b="0" lang="en-GB" sz="1800" spc="185" strike="noStrike">
                <a:solidFill>
                  <a:srgbClr val="333333"/>
                </a:solidFill>
                <a:latin typeface="Tahoma"/>
              </a:rPr>
              <a:t> </a:t>
            </a:r>
            <a:r>
              <a:rPr b="0" lang="en-GB" sz="1800" spc="60" strike="noStrike">
                <a:solidFill>
                  <a:srgbClr val="333333"/>
                </a:solidFill>
                <a:latin typeface="Tahoma"/>
              </a:rPr>
              <a:t>to</a:t>
            </a:r>
            <a:r>
              <a:rPr b="0" lang="en-GB" sz="1800" spc="180" strike="noStrike">
                <a:solidFill>
                  <a:srgbClr val="333333"/>
                </a:solidFill>
                <a:latin typeface="Tahoma"/>
              </a:rPr>
              <a:t> </a:t>
            </a:r>
            <a:r>
              <a:rPr b="0" lang="en-GB" sz="1800" spc="92" strike="noStrike">
                <a:solidFill>
                  <a:srgbClr val="333333"/>
                </a:solidFill>
                <a:latin typeface="Tahoma"/>
              </a:rPr>
              <a:t>do</a:t>
            </a:r>
            <a:r>
              <a:rPr b="0" lang="en-GB" sz="1800" spc="185" strike="noStrike">
                <a:solidFill>
                  <a:srgbClr val="333333"/>
                </a:solidFill>
                <a:latin typeface="Tahoma"/>
              </a:rPr>
              <a:t> </a:t>
            </a:r>
            <a:r>
              <a:rPr b="0" lang="en-GB" sz="1800" spc="55" strike="noStrike">
                <a:solidFill>
                  <a:srgbClr val="333333"/>
                </a:solidFill>
                <a:latin typeface="Tahoma"/>
              </a:rPr>
              <a:t>weather</a:t>
            </a:r>
            <a:r>
              <a:rPr b="0" lang="en-GB" sz="1800" spc="185" strike="noStrike">
                <a:solidFill>
                  <a:srgbClr val="333333"/>
                </a:solidFill>
                <a:latin typeface="Tahoma"/>
              </a:rPr>
              <a:t> </a:t>
            </a:r>
            <a:r>
              <a:rPr b="0" lang="en-GB" sz="1800" spc="49" strike="noStrike">
                <a:solidFill>
                  <a:srgbClr val="333333"/>
                </a:solidFill>
                <a:latin typeface="Tahoma"/>
              </a:rPr>
              <a:t>forecasting,</a:t>
            </a:r>
            <a:r>
              <a:rPr b="0" lang="en-GB" sz="1800" spc="180" strike="noStrike">
                <a:solidFill>
                  <a:srgbClr val="333333"/>
                </a:solidFill>
                <a:latin typeface="Tahoma"/>
              </a:rPr>
              <a:t> </a:t>
            </a:r>
            <a:r>
              <a:rPr b="0" lang="en-GB" sz="1800" spc="106" strike="noStrike">
                <a:solidFill>
                  <a:srgbClr val="333333"/>
                </a:solidFill>
                <a:latin typeface="Tahoma"/>
              </a:rPr>
              <a:t>so</a:t>
            </a:r>
            <a:r>
              <a:rPr b="0" lang="en-GB" sz="1800" spc="185" strike="noStrike">
                <a:solidFill>
                  <a:srgbClr val="333333"/>
                </a:solidFill>
                <a:latin typeface="Tahoma"/>
              </a:rPr>
              <a:t> </a:t>
            </a:r>
            <a:r>
              <a:rPr b="0" lang="en-GB" sz="1800" spc="-26" strike="noStrike">
                <a:solidFill>
                  <a:srgbClr val="333333"/>
                </a:solidFill>
                <a:latin typeface="Tahoma"/>
              </a:rPr>
              <a:t>for </a:t>
            </a:r>
            <a:r>
              <a:rPr b="0" lang="en-GB" sz="1800" spc="-26" strike="noStrike">
                <a:solidFill>
                  <a:srgbClr val="333333"/>
                </a:solidFill>
                <a:latin typeface="Tahoma"/>
              </a:rPr>
              <a:t>	</a:t>
            </a:r>
            <a:r>
              <a:rPr b="0" lang="en-GB" sz="1800" spc="-1" strike="noStrike">
                <a:solidFill>
                  <a:srgbClr val="333333"/>
                </a:solidFill>
                <a:latin typeface="Tahoma"/>
              </a:rPr>
              <a:t>this,</a:t>
            </a:r>
            <a:r>
              <a:rPr b="0" lang="en-GB" sz="1800" spc="66" strike="noStrike">
                <a:solidFill>
                  <a:srgbClr val="333333"/>
                </a:solidFill>
                <a:latin typeface="Tahoma"/>
              </a:rPr>
              <a:t> </a:t>
            </a:r>
            <a:r>
              <a:rPr b="0" lang="en-GB" sz="1800" spc="86" strike="noStrike">
                <a:solidFill>
                  <a:srgbClr val="333333"/>
                </a:solidFill>
                <a:latin typeface="Tahoma"/>
              </a:rPr>
              <a:t>we</a:t>
            </a:r>
            <a:r>
              <a:rPr b="0" lang="en-GB" sz="1800" spc="69" strike="noStrike">
                <a:solidFill>
                  <a:srgbClr val="333333"/>
                </a:solidFill>
                <a:latin typeface="Tahoma"/>
              </a:rPr>
              <a:t> </a:t>
            </a:r>
            <a:r>
              <a:rPr b="0" lang="en-GB" sz="1800" spc="-1" strike="noStrike">
                <a:solidFill>
                  <a:srgbClr val="333333"/>
                </a:solidFill>
                <a:latin typeface="Tahoma"/>
              </a:rPr>
              <a:t>will</a:t>
            </a:r>
            <a:r>
              <a:rPr b="0" lang="en-GB" sz="1800" spc="69" strike="noStrike">
                <a:solidFill>
                  <a:srgbClr val="333333"/>
                </a:solidFill>
                <a:latin typeface="Tahoma"/>
              </a:rPr>
              <a:t> </a:t>
            </a:r>
            <a:r>
              <a:rPr b="0" lang="en-GB" sz="1800" spc="80" strike="noStrike">
                <a:solidFill>
                  <a:srgbClr val="333333"/>
                </a:solidFill>
                <a:latin typeface="Tahoma"/>
              </a:rPr>
              <a:t>use</a:t>
            </a:r>
            <a:r>
              <a:rPr b="0" lang="en-GB" sz="1800" spc="69" strike="noStrike">
                <a:solidFill>
                  <a:srgbClr val="333333"/>
                </a:solidFill>
                <a:latin typeface="Tahoma"/>
              </a:rPr>
              <a:t> </a:t>
            </a:r>
            <a:r>
              <a:rPr b="0" lang="en-GB" sz="1800" spc="66" strike="noStrike">
                <a:solidFill>
                  <a:srgbClr val="333333"/>
                </a:solidFill>
                <a:latin typeface="Tahoma"/>
              </a:rPr>
              <a:t>the</a:t>
            </a:r>
            <a:r>
              <a:rPr b="0" lang="en-GB" sz="1800" spc="69" strike="noStrike">
                <a:solidFill>
                  <a:srgbClr val="333333"/>
                </a:solidFill>
                <a:latin typeface="Tahoma"/>
              </a:rPr>
              <a:t> </a:t>
            </a:r>
            <a:r>
              <a:rPr b="0" lang="en-GB" sz="1800" spc="66" strike="noStrike">
                <a:solidFill>
                  <a:srgbClr val="333333"/>
                </a:solidFill>
                <a:latin typeface="Tahoma"/>
              </a:rPr>
              <a:t>Regression</a:t>
            </a:r>
            <a:r>
              <a:rPr b="0" lang="en-GB" sz="1800" spc="69" strike="noStrike">
                <a:solidFill>
                  <a:srgbClr val="333333"/>
                </a:solidFill>
                <a:latin typeface="Tahoma"/>
              </a:rPr>
              <a:t> </a:t>
            </a:r>
            <a:r>
              <a:rPr b="0" lang="en-GB" sz="1800" spc="-1" strike="noStrike">
                <a:solidFill>
                  <a:srgbClr val="333333"/>
                </a:solidFill>
                <a:latin typeface="Tahoma"/>
              </a:rPr>
              <a:t>algorithm.</a:t>
            </a:r>
            <a:r>
              <a:rPr b="0" lang="en-GB" sz="1800" spc="69" strike="noStrike">
                <a:solidFill>
                  <a:srgbClr val="333333"/>
                </a:solidFill>
                <a:latin typeface="Tahoma"/>
              </a:rPr>
              <a:t> </a:t>
            </a:r>
            <a:r>
              <a:rPr b="0" lang="en-GB" sz="1800" spc="-32" strike="noStrike">
                <a:solidFill>
                  <a:srgbClr val="333333"/>
                </a:solidFill>
                <a:latin typeface="Tahoma"/>
              </a:rPr>
              <a:t>In</a:t>
            </a:r>
            <a:r>
              <a:rPr b="0" lang="en-GB" sz="1800" spc="66" strike="noStrike">
                <a:solidFill>
                  <a:srgbClr val="333333"/>
                </a:solidFill>
                <a:latin typeface="Tahoma"/>
              </a:rPr>
              <a:t> </a:t>
            </a:r>
            <a:r>
              <a:rPr b="0" lang="en-GB" sz="1800" spc="46" strike="noStrike">
                <a:solidFill>
                  <a:srgbClr val="333333"/>
                </a:solidFill>
                <a:latin typeface="Tahoma"/>
              </a:rPr>
              <a:t>weather </a:t>
            </a:r>
            <a:r>
              <a:rPr b="0" lang="en-GB" sz="1800" spc="46" strike="noStrike">
                <a:solidFill>
                  <a:srgbClr val="333333"/>
                </a:solidFill>
                <a:latin typeface="Tahoma"/>
              </a:rPr>
              <a:t>	</a:t>
            </a:r>
            <a:r>
              <a:rPr b="0" lang="en-GB" sz="1800" spc="46" strike="noStrike">
                <a:solidFill>
                  <a:srgbClr val="333333"/>
                </a:solidFill>
                <a:latin typeface="Tahoma"/>
              </a:rPr>
              <a:t>prediction,</a:t>
            </a:r>
            <a:r>
              <a:rPr b="0" lang="en-GB" sz="1800" spc="15" strike="noStrike">
                <a:solidFill>
                  <a:srgbClr val="333333"/>
                </a:solidFill>
                <a:latin typeface="Tahoma"/>
              </a:rPr>
              <a:t> </a:t>
            </a:r>
            <a:r>
              <a:rPr b="0" lang="en-GB" sz="1800" spc="66" strike="noStrike">
                <a:solidFill>
                  <a:srgbClr val="333333"/>
                </a:solidFill>
                <a:latin typeface="Tahoma"/>
              </a:rPr>
              <a:t>the</a:t>
            </a:r>
            <a:r>
              <a:rPr b="0" lang="en-GB" sz="1800" spc="21" strike="noStrike">
                <a:solidFill>
                  <a:srgbClr val="333333"/>
                </a:solidFill>
                <a:latin typeface="Tahoma"/>
              </a:rPr>
              <a:t> </a:t>
            </a:r>
            <a:r>
              <a:rPr b="0" lang="en-GB" sz="1800" spc="55" strike="noStrike">
                <a:solidFill>
                  <a:srgbClr val="333333"/>
                </a:solidFill>
                <a:latin typeface="Tahoma"/>
              </a:rPr>
              <a:t>model</a:t>
            </a:r>
            <a:r>
              <a:rPr b="0" lang="en-GB" sz="1800" spc="15" strike="noStrike">
                <a:solidFill>
                  <a:srgbClr val="333333"/>
                </a:solidFill>
                <a:latin typeface="Tahoma"/>
              </a:rPr>
              <a:t> </a:t>
            </a:r>
            <a:r>
              <a:rPr b="0" lang="en-GB" sz="1800" spc="66" strike="noStrike">
                <a:solidFill>
                  <a:srgbClr val="333333"/>
                </a:solidFill>
                <a:latin typeface="Tahoma"/>
              </a:rPr>
              <a:t>is</a:t>
            </a:r>
            <a:r>
              <a:rPr b="0" lang="en-GB" sz="1800" spc="21" strike="noStrike">
                <a:solidFill>
                  <a:srgbClr val="333333"/>
                </a:solidFill>
                <a:latin typeface="Tahoma"/>
              </a:rPr>
              <a:t> </a:t>
            </a:r>
            <a:r>
              <a:rPr b="0" lang="en-GB" sz="1800" spc="46" strike="noStrike">
                <a:solidFill>
                  <a:srgbClr val="333333"/>
                </a:solidFill>
                <a:latin typeface="Tahoma"/>
              </a:rPr>
              <a:t>trained</a:t>
            </a:r>
            <a:r>
              <a:rPr b="0" lang="en-GB" sz="1800" spc="21" strike="noStrike">
                <a:solidFill>
                  <a:srgbClr val="333333"/>
                </a:solidFill>
                <a:latin typeface="Tahoma"/>
              </a:rPr>
              <a:t> </a:t>
            </a:r>
            <a:r>
              <a:rPr b="0" lang="en-GB" sz="1800" spc="60" strike="noStrike">
                <a:solidFill>
                  <a:srgbClr val="333333"/>
                </a:solidFill>
                <a:latin typeface="Tahoma"/>
              </a:rPr>
              <a:t>on</a:t>
            </a:r>
            <a:r>
              <a:rPr b="0" lang="en-GB" sz="1800" spc="15" strike="noStrike">
                <a:solidFill>
                  <a:srgbClr val="333333"/>
                </a:solidFill>
                <a:latin typeface="Tahoma"/>
              </a:rPr>
              <a:t> </a:t>
            </a:r>
            <a:r>
              <a:rPr b="0" lang="en-GB" sz="1800" spc="66" strike="noStrike">
                <a:solidFill>
                  <a:srgbClr val="333333"/>
                </a:solidFill>
                <a:latin typeface="Tahoma"/>
              </a:rPr>
              <a:t>the</a:t>
            </a:r>
            <a:r>
              <a:rPr b="0" lang="en-GB" sz="1800" spc="21" strike="noStrike">
                <a:solidFill>
                  <a:srgbClr val="333333"/>
                </a:solidFill>
                <a:latin typeface="Tahoma"/>
              </a:rPr>
              <a:t> </a:t>
            </a:r>
            <a:r>
              <a:rPr b="0" lang="en-GB" sz="1800" spc="75" strike="noStrike">
                <a:solidFill>
                  <a:srgbClr val="333333"/>
                </a:solidFill>
                <a:latin typeface="Tahoma"/>
              </a:rPr>
              <a:t>past</a:t>
            </a:r>
            <a:r>
              <a:rPr b="0" lang="en-GB" sz="1800" spc="21" strike="noStrike">
                <a:solidFill>
                  <a:srgbClr val="333333"/>
                </a:solidFill>
                <a:latin typeface="Tahoma"/>
              </a:rPr>
              <a:t> </a:t>
            </a:r>
            <a:r>
              <a:rPr b="0" lang="en-GB" sz="1800" spc="-1" strike="noStrike">
                <a:solidFill>
                  <a:srgbClr val="333333"/>
                </a:solidFill>
                <a:latin typeface="Tahoma"/>
              </a:rPr>
              <a:t>data,</a:t>
            </a:r>
            <a:r>
              <a:rPr b="0" lang="en-GB" sz="1800" spc="15" strike="noStrike">
                <a:solidFill>
                  <a:srgbClr val="333333"/>
                </a:solidFill>
                <a:latin typeface="Tahoma"/>
              </a:rPr>
              <a:t> </a:t>
            </a:r>
            <a:r>
              <a:rPr b="0" lang="en-GB" sz="1800" spc="29" strike="noStrike">
                <a:solidFill>
                  <a:srgbClr val="333333"/>
                </a:solidFill>
                <a:latin typeface="Tahoma"/>
              </a:rPr>
              <a:t>and </a:t>
            </a:r>
            <a:r>
              <a:rPr b="0" lang="en-GB" sz="1800" spc="29" strike="noStrike">
                <a:solidFill>
                  <a:srgbClr val="333333"/>
                </a:solidFill>
                <a:latin typeface="Tahoma"/>
              </a:rPr>
              <a:t>	</a:t>
            </a:r>
            <a:r>
              <a:rPr b="0" lang="en-GB" sz="1800" spc="92" strike="noStrike">
                <a:solidFill>
                  <a:srgbClr val="333333"/>
                </a:solidFill>
                <a:latin typeface="Tahoma"/>
              </a:rPr>
              <a:t>once</a:t>
            </a:r>
            <a:r>
              <a:rPr b="0" lang="en-GB" sz="1800" spc="265" strike="noStrike">
                <a:solidFill>
                  <a:srgbClr val="333333"/>
                </a:solidFill>
                <a:latin typeface="Tahoma"/>
              </a:rPr>
              <a:t> </a:t>
            </a:r>
            <a:r>
              <a:rPr b="0" lang="en-GB" sz="1800" spc="66" strike="noStrike">
                <a:solidFill>
                  <a:srgbClr val="333333"/>
                </a:solidFill>
                <a:latin typeface="Tahoma"/>
              </a:rPr>
              <a:t>the</a:t>
            </a:r>
            <a:r>
              <a:rPr b="0" lang="en-GB" sz="1800" spc="265" strike="noStrike">
                <a:solidFill>
                  <a:srgbClr val="333333"/>
                </a:solidFill>
                <a:latin typeface="Tahoma"/>
              </a:rPr>
              <a:t> </a:t>
            </a:r>
            <a:r>
              <a:rPr b="0" lang="en-GB" sz="1800" spc="-1" strike="noStrike">
                <a:solidFill>
                  <a:srgbClr val="333333"/>
                </a:solidFill>
                <a:latin typeface="Tahoma"/>
              </a:rPr>
              <a:t>training</a:t>
            </a:r>
            <a:r>
              <a:rPr b="0" lang="en-GB" sz="1800" spc="265" strike="noStrike">
                <a:solidFill>
                  <a:srgbClr val="333333"/>
                </a:solidFill>
                <a:latin typeface="Tahoma"/>
              </a:rPr>
              <a:t> </a:t>
            </a:r>
            <a:r>
              <a:rPr b="0" lang="en-GB" sz="1800" spc="66" strike="noStrike">
                <a:solidFill>
                  <a:srgbClr val="333333"/>
                </a:solidFill>
                <a:latin typeface="Tahoma"/>
              </a:rPr>
              <a:t>is</a:t>
            </a:r>
            <a:r>
              <a:rPr b="0" lang="en-GB" sz="1800" spc="265" strike="noStrike">
                <a:solidFill>
                  <a:srgbClr val="333333"/>
                </a:solidFill>
                <a:latin typeface="Tahoma"/>
              </a:rPr>
              <a:t> </a:t>
            </a:r>
            <a:r>
              <a:rPr b="0" lang="en-GB" sz="1800" spc="60" strike="noStrike">
                <a:solidFill>
                  <a:srgbClr val="333333"/>
                </a:solidFill>
                <a:latin typeface="Tahoma"/>
              </a:rPr>
              <a:t>completed,</a:t>
            </a:r>
            <a:r>
              <a:rPr b="0" lang="en-GB" sz="1800" spc="265" strike="noStrike">
                <a:solidFill>
                  <a:srgbClr val="333333"/>
                </a:solidFill>
                <a:latin typeface="Tahoma"/>
              </a:rPr>
              <a:t> </a:t>
            </a:r>
            <a:r>
              <a:rPr b="0" lang="en-GB" sz="1800" spc="-1" strike="noStrike">
                <a:solidFill>
                  <a:srgbClr val="333333"/>
                </a:solidFill>
                <a:latin typeface="Tahoma"/>
              </a:rPr>
              <a:t>it</a:t>
            </a:r>
            <a:r>
              <a:rPr b="0" lang="en-GB" sz="1800" spc="265" strike="noStrike">
                <a:solidFill>
                  <a:srgbClr val="333333"/>
                </a:solidFill>
                <a:latin typeface="Tahoma"/>
              </a:rPr>
              <a:t> </a:t>
            </a:r>
            <a:r>
              <a:rPr b="0" lang="en-GB" sz="1800" spc="80" strike="noStrike">
                <a:solidFill>
                  <a:srgbClr val="333333"/>
                </a:solidFill>
                <a:latin typeface="Tahoma"/>
              </a:rPr>
              <a:t>can</a:t>
            </a:r>
            <a:r>
              <a:rPr b="0" lang="en-GB" sz="1800" spc="270" strike="noStrike">
                <a:solidFill>
                  <a:srgbClr val="333333"/>
                </a:solidFill>
                <a:latin typeface="Tahoma"/>
              </a:rPr>
              <a:t> </a:t>
            </a:r>
            <a:r>
              <a:rPr b="0" lang="en-GB" sz="1800" spc="55" strike="noStrike">
                <a:solidFill>
                  <a:srgbClr val="333333"/>
                </a:solidFill>
                <a:latin typeface="Tahoma"/>
              </a:rPr>
              <a:t>easily</a:t>
            </a:r>
            <a:r>
              <a:rPr b="0" lang="en-GB" sz="1800" spc="265" strike="noStrike">
                <a:solidFill>
                  <a:srgbClr val="333333"/>
                </a:solidFill>
                <a:latin typeface="Tahoma"/>
              </a:rPr>
              <a:t> </a:t>
            </a:r>
            <a:r>
              <a:rPr b="0" lang="en-GB" sz="1800" spc="55" strike="noStrike">
                <a:solidFill>
                  <a:srgbClr val="333333"/>
                </a:solidFill>
                <a:latin typeface="Tahoma"/>
              </a:rPr>
              <a:t>predict </a:t>
            </a:r>
            <a:r>
              <a:rPr b="0" lang="en-GB" sz="1800" spc="55" strike="noStrike">
                <a:solidFill>
                  <a:srgbClr val="333333"/>
                </a:solidFill>
                <a:latin typeface="Tahoma"/>
              </a:rPr>
              <a:t>	</a:t>
            </a:r>
            <a:r>
              <a:rPr b="0" lang="en-GB" sz="1800" spc="66" strike="noStrike">
                <a:solidFill>
                  <a:srgbClr val="333333"/>
                </a:solidFill>
                <a:latin typeface="Tahoma"/>
              </a:rPr>
              <a:t>the</a:t>
            </a:r>
            <a:r>
              <a:rPr b="0" lang="en-GB" sz="1800" spc="41" strike="noStrike">
                <a:solidFill>
                  <a:srgbClr val="333333"/>
                </a:solidFill>
                <a:latin typeface="Tahoma"/>
              </a:rPr>
              <a:t> </a:t>
            </a:r>
            <a:r>
              <a:rPr b="0" lang="en-GB" sz="1800" spc="55" strike="noStrike">
                <a:solidFill>
                  <a:srgbClr val="333333"/>
                </a:solidFill>
                <a:latin typeface="Tahoma"/>
              </a:rPr>
              <a:t>weather</a:t>
            </a:r>
            <a:r>
              <a:rPr b="0" lang="en-GB" sz="1800" spc="41" strike="noStrike">
                <a:solidFill>
                  <a:srgbClr val="333333"/>
                </a:solidFill>
                <a:latin typeface="Tahoma"/>
              </a:rPr>
              <a:t> </a:t>
            </a:r>
            <a:r>
              <a:rPr b="0" lang="en-GB" sz="1800" spc="-1" strike="noStrike">
                <a:solidFill>
                  <a:srgbClr val="333333"/>
                </a:solidFill>
                <a:latin typeface="Tahoma"/>
              </a:rPr>
              <a:t>for</a:t>
            </a:r>
            <a:r>
              <a:rPr b="0" lang="en-GB" sz="1800" spc="46" strike="noStrike">
                <a:solidFill>
                  <a:srgbClr val="333333"/>
                </a:solidFill>
                <a:latin typeface="Tahoma"/>
              </a:rPr>
              <a:t> </a:t>
            </a:r>
            <a:r>
              <a:rPr b="0" lang="en-GB" sz="1800" spc="-1" strike="noStrike">
                <a:solidFill>
                  <a:srgbClr val="333333"/>
                </a:solidFill>
                <a:latin typeface="Tahoma"/>
              </a:rPr>
              <a:t>future</a:t>
            </a:r>
            <a:r>
              <a:rPr b="0" lang="en-GB" sz="1800" spc="41" strike="noStrike">
                <a:solidFill>
                  <a:srgbClr val="333333"/>
                </a:solidFill>
                <a:latin typeface="Tahoma"/>
              </a:rPr>
              <a:t> days.</a:t>
            </a:r>
            <a:endParaRPr b="0" lang="en-GB" sz="1800" spc="-1" strike="noStrike">
              <a:solidFill>
                <a:srgbClr val="000000"/>
              </a:solidFill>
              <a:latin typeface="Arial"/>
            </a:endParaRPr>
          </a:p>
          <a:p>
            <a:pPr marL="297360" indent="-250920" algn="just">
              <a:lnSpc>
                <a:spcPct val="100000"/>
              </a:lnSpc>
              <a:buClr>
                <a:srgbClr val="333333"/>
              </a:buClr>
              <a:buFont typeface="Arial MT"/>
              <a:buChar char="•"/>
              <a:tabLst>
                <a:tab algn="l" pos="298440"/>
              </a:tabLst>
            </a:pPr>
            <a:r>
              <a:rPr b="0" lang="en-GB" sz="1800" spc="86" strike="noStrike">
                <a:solidFill>
                  <a:srgbClr val="333333"/>
                </a:solidFill>
                <a:latin typeface="Tahoma"/>
              </a:rPr>
              <a:t>Suppose</a:t>
            </a:r>
            <a:r>
              <a:rPr b="0" lang="en-GB" sz="1800" spc="460" strike="noStrike">
                <a:solidFill>
                  <a:srgbClr val="333333"/>
                </a:solidFill>
                <a:latin typeface="Tahoma"/>
              </a:rPr>
              <a:t> </a:t>
            </a:r>
            <a:r>
              <a:rPr b="0" lang="en-GB" sz="1800" spc="55" strike="noStrike">
                <a:solidFill>
                  <a:srgbClr val="333333"/>
                </a:solidFill>
                <a:latin typeface="Tahoma"/>
              </a:rPr>
              <a:t>you</a:t>
            </a:r>
            <a:r>
              <a:rPr b="0" lang="en-GB" sz="1800" spc="460" strike="noStrike">
                <a:solidFill>
                  <a:srgbClr val="333333"/>
                </a:solidFill>
                <a:latin typeface="Tahoma"/>
              </a:rPr>
              <a:t> </a:t>
            </a:r>
            <a:r>
              <a:rPr b="0" lang="en-GB" sz="1800" spc="55" strike="noStrike">
                <a:solidFill>
                  <a:srgbClr val="333333"/>
                </a:solidFill>
                <a:latin typeface="Tahoma"/>
              </a:rPr>
              <a:t>want</a:t>
            </a:r>
            <a:r>
              <a:rPr b="0" lang="en-GB" sz="1800" spc="466" strike="noStrike">
                <a:solidFill>
                  <a:srgbClr val="333333"/>
                </a:solidFill>
                <a:latin typeface="Tahoma"/>
              </a:rPr>
              <a:t> </a:t>
            </a:r>
            <a:r>
              <a:rPr b="0" lang="en-GB" sz="1800" spc="60" strike="noStrike">
                <a:solidFill>
                  <a:srgbClr val="333333"/>
                </a:solidFill>
                <a:latin typeface="Tahoma"/>
              </a:rPr>
              <a:t>to</a:t>
            </a:r>
            <a:r>
              <a:rPr b="0" lang="en-GB" sz="1800" spc="460" strike="noStrike">
                <a:solidFill>
                  <a:srgbClr val="333333"/>
                </a:solidFill>
                <a:latin typeface="Tahoma"/>
              </a:rPr>
              <a:t> </a:t>
            </a:r>
            <a:r>
              <a:rPr b="0" lang="en-GB" sz="1800" spc="66" strike="noStrike">
                <a:solidFill>
                  <a:srgbClr val="333333"/>
                </a:solidFill>
                <a:latin typeface="Tahoma"/>
              </a:rPr>
              <a:t>predict</a:t>
            </a:r>
            <a:r>
              <a:rPr b="0" lang="en-GB" sz="1800" spc="466" strike="noStrike">
                <a:solidFill>
                  <a:srgbClr val="333333"/>
                </a:solidFill>
                <a:latin typeface="Tahoma"/>
              </a:rPr>
              <a:t> </a:t>
            </a:r>
            <a:r>
              <a:rPr b="0" lang="en-GB" sz="1800" spc="66" strike="noStrike">
                <a:solidFill>
                  <a:srgbClr val="333333"/>
                </a:solidFill>
                <a:latin typeface="Tahoma"/>
              </a:rPr>
              <a:t>the</a:t>
            </a:r>
            <a:r>
              <a:rPr b="0" lang="en-GB" sz="1800" spc="460" strike="noStrike">
                <a:solidFill>
                  <a:srgbClr val="333333"/>
                </a:solidFill>
                <a:latin typeface="Tahoma"/>
              </a:rPr>
              <a:t> </a:t>
            </a:r>
            <a:r>
              <a:rPr b="0" lang="en-GB" sz="1800" spc="66" strike="noStrike">
                <a:solidFill>
                  <a:srgbClr val="333333"/>
                </a:solidFill>
                <a:latin typeface="Tahoma"/>
              </a:rPr>
              <a:t>price</a:t>
            </a:r>
            <a:r>
              <a:rPr b="0" lang="en-GB" sz="1800" spc="466" strike="noStrike">
                <a:solidFill>
                  <a:srgbClr val="333333"/>
                </a:solidFill>
                <a:latin typeface="Tahoma"/>
              </a:rPr>
              <a:t> </a:t>
            </a:r>
            <a:r>
              <a:rPr b="0" lang="en-GB" sz="1800" spc="75" strike="noStrike">
                <a:solidFill>
                  <a:srgbClr val="333333"/>
                </a:solidFill>
                <a:latin typeface="Tahoma"/>
              </a:rPr>
              <a:t>of</a:t>
            </a:r>
            <a:r>
              <a:rPr b="0" lang="en-GB" sz="1800" spc="460" strike="noStrike">
                <a:solidFill>
                  <a:srgbClr val="333333"/>
                </a:solidFill>
                <a:latin typeface="Tahoma"/>
              </a:rPr>
              <a:t> </a:t>
            </a:r>
            <a:r>
              <a:rPr b="0" lang="en-GB" sz="1800" spc="69" strike="noStrike">
                <a:solidFill>
                  <a:srgbClr val="333333"/>
                </a:solidFill>
                <a:latin typeface="Tahoma"/>
              </a:rPr>
              <a:t>houses </a:t>
            </a:r>
            <a:r>
              <a:rPr b="0" lang="en-GB" sz="1800" spc="69" strike="noStrike">
                <a:solidFill>
                  <a:srgbClr val="333333"/>
                </a:solidFill>
                <a:latin typeface="Tahoma"/>
              </a:rPr>
              <a:t>	</a:t>
            </a:r>
            <a:r>
              <a:rPr b="0" lang="en-GB" sz="1800" spc="92" strike="noStrike">
                <a:solidFill>
                  <a:srgbClr val="333333"/>
                </a:solidFill>
                <a:latin typeface="Tahoma"/>
              </a:rPr>
              <a:t>based</a:t>
            </a:r>
            <a:r>
              <a:rPr b="0" lang="en-GB" sz="1800" spc="420" strike="noStrike">
                <a:solidFill>
                  <a:srgbClr val="333333"/>
                </a:solidFill>
                <a:latin typeface="Tahoma"/>
              </a:rPr>
              <a:t> </a:t>
            </a:r>
            <a:r>
              <a:rPr b="0" lang="en-GB" sz="1800" spc="60" strike="noStrike">
                <a:solidFill>
                  <a:srgbClr val="333333"/>
                </a:solidFill>
                <a:latin typeface="Tahoma"/>
              </a:rPr>
              <a:t>on</a:t>
            </a:r>
            <a:r>
              <a:rPr b="0" lang="en-GB" sz="1800" spc="426" strike="noStrike">
                <a:solidFill>
                  <a:srgbClr val="333333"/>
                </a:solidFill>
                <a:latin typeface="Tahoma"/>
              </a:rPr>
              <a:t> </a:t>
            </a:r>
            <a:r>
              <a:rPr b="0" lang="en-GB" sz="1800" spc="-1" strike="noStrike">
                <a:solidFill>
                  <a:srgbClr val="333333"/>
                </a:solidFill>
                <a:latin typeface="Tahoma"/>
              </a:rPr>
              <a:t>their</a:t>
            </a:r>
            <a:r>
              <a:rPr b="0" lang="en-GB" sz="1800" spc="426" strike="noStrike">
                <a:solidFill>
                  <a:srgbClr val="333333"/>
                </a:solidFill>
                <a:latin typeface="Tahoma"/>
              </a:rPr>
              <a:t> </a:t>
            </a:r>
            <a:r>
              <a:rPr b="0" lang="en-GB" sz="1800" spc="60" strike="noStrike">
                <a:solidFill>
                  <a:srgbClr val="333333"/>
                </a:solidFill>
                <a:latin typeface="Tahoma"/>
              </a:rPr>
              <a:t>square</a:t>
            </a:r>
            <a:r>
              <a:rPr b="0" lang="en-GB" sz="1800" spc="426" strike="noStrike">
                <a:solidFill>
                  <a:srgbClr val="333333"/>
                </a:solidFill>
                <a:latin typeface="Tahoma"/>
              </a:rPr>
              <a:t> </a:t>
            </a:r>
            <a:r>
              <a:rPr b="0" lang="en-GB" sz="1800" spc="46" strike="noStrike">
                <a:solidFill>
                  <a:srgbClr val="333333"/>
                </a:solidFill>
                <a:latin typeface="Tahoma"/>
              </a:rPr>
              <a:t>footage.</a:t>
            </a:r>
            <a:r>
              <a:rPr b="0" lang="en-GB" sz="1800" spc="426" strike="noStrike">
                <a:solidFill>
                  <a:srgbClr val="333333"/>
                </a:solidFill>
                <a:latin typeface="Tahoma"/>
              </a:rPr>
              <a:t> </a:t>
            </a:r>
            <a:r>
              <a:rPr b="0" lang="en-GB" sz="1800" spc="-1" strike="noStrike">
                <a:solidFill>
                  <a:srgbClr val="333333"/>
                </a:solidFill>
                <a:latin typeface="Tahoma"/>
              </a:rPr>
              <a:t>You</a:t>
            </a:r>
            <a:r>
              <a:rPr b="0" lang="en-GB" sz="1800" spc="420" strike="noStrike">
                <a:solidFill>
                  <a:srgbClr val="333333"/>
                </a:solidFill>
                <a:latin typeface="Tahoma"/>
              </a:rPr>
              <a:t> </a:t>
            </a:r>
            <a:r>
              <a:rPr b="0" lang="en-GB" sz="1800" spc="80" strike="noStrike">
                <a:solidFill>
                  <a:srgbClr val="333333"/>
                </a:solidFill>
                <a:latin typeface="Tahoma"/>
              </a:rPr>
              <a:t>can</a:t>
            </a:r>
            <a:r>
              <a:rPr b="0" lang="en-GB" sz="1800" spc="426" strike="noStrike">
                <a:solidFill>
                  <a:srgbClr val="333333"/>
                </a:solidFill>
                <a:latin typeface="Tahoma"/>
              </a:rPr>
              <a:t> </a:t>
            </a:r>
            <a:r>
              <a:rPr b="0" lang="en-GB" sz="1800" spc="-1" strike="noStrike">
                <a:solidFill>
                  <a:srgbClr val="333333"/>
                </a:solidFill>
                <a:latin typeface="Tahoma"/>
              </a:rPr>
              <a:t>train</a:t>
            </a:r>
            <a:r>
              <a:rPr b="0" lang="en-GB" sz="1800" spc="426" strike="noStrike">
                <a:solidFill>
                  <a:srgbClr val="333333"/>
                </a:solidFill>
                <a:latin typeface="Tahoma"/>
              </a:rPr>
              <a:t> </a:t>
            </a:r>
            <a:r>
              <a:rPr b="0" lang="en-GB" sz="1800" spc="26" strike="noStrike">
                <a:solidFill>
                  <a:srgbClr val="333333"/>
                </a:solidFill>
                <a:latin typeface="Tahoma"/>
              </a:rPr>
              <a:t>your </a:t>
            </a:r>
            <a:r>
              <a:rPr b="0" lang="en-GB" sz="1800" spc="26" strike="noStrike">
                <a:solidFill>
                  <a:srgbClr val="333333"/>
                </a:solidFill>
                <a:latin typeface="Tahoma"/>
              </a:rPr>
              <a:t>	</a:t>
            </a:r>
            <a:r>
              <a:rPr b="0" lang="en-GB" sz="1800" spc="55" strike="noStrike">
                <a:solidFill>
                  <a:srgbClr val="333333"/>
                </a:solidFill>
                <a:latin typeface="Tahoma"/>
              </a:rPr>
              <a:t>model</a:t>
            </a:r>
            <a:r>
              <a:rPr b="0" lang="en-GB" sz="1800" spc="256" strike="noStrike">
                <a:solidFill>
                  <a:srgbClr val="333333"/>
                </a:solidFill>
                <a:latin typeface="Tahoma"/>
              </a:rPr>
              <a:t> </a:t>
            </a:r>
            <a:r>
              <a:rPr b="0" lang="en-GB" sz="1800" spc="92" strike="noStrike">
                <a:solidFill>
                  <a:srgbClr val="333333"/>
                </a:solidFill>
                <a:latin typeface="Tahoma"/>
              </a:rPr>
              <a:t>based</a:t>
            </a:r>
            <a:r>
              <a:rPr b="0" lang="en-GB" sz="1800" spc="259" strike="noStrike">
                <a:solidFill>
                  <a:srgbClr val="333333"/>
                </a:solidFill>
                <a:latin typeface="Tahoma"/>
              </a:rPr>
              <a:t> </a:t>
            </a:r>
            <a:r>
              <a:rPr b="0" lang="en-GB" sz="1800" spc="60" strike="noStrike">
                <a:solidFill>
                  <a:srgbClr val="333333"/>
                </a:solidFill>
                <a:latin typeface="Tahoma"/>
              </a:rPr>
              <a:t>on</a:t>
            </a:r>
            <a:r>
              <a:rPr b="0" lang="en-GB" sz="1800" spc="259" strike="noStrike">
                <a:solidFill>
                  <a:srgbClr val="333333"/>
                </a:solidFill>
                <a:latin typeface="Tahoma"/>
              </a:rPr>
              <a:t> </a:t>
            </a:r>
            <a:r>
              <a:rPr b="0" lang="en-GB" sz="1800" spc="66" strike="noStrike">
                <a:solidFill>
                  <a:srgbClr val="333333"/>
                </a:solidFill>
                <a:latin typeface="Tahoma"/>
              </a:rPr>
              <a:t>the</a:t>
            </a:r>
            <a:r>
              <a:rPr b="0" lang="en-GB" sz="1800" spc="259" strike="noStrike">
                <a:solidFill>
                  <a:srgbClr val="333333"/>
                </a:solidFill>
                <a:latin typeface="Tahoma"/>
              </a:rPr>
              <a:t> </a:t>
            </a:r>
            <a:r>
              <a:rPr b="0" lang="en-GB" sz="1800" spc="94" strike="noStrike">
                <a:solidFill>
                  <a:srgbClr val="333333"/>
                </a:solidFill>
                <a:latin typeface="Tahoma"/>
              </a:rPr>
              <a:t>sizes</a:t>
            </a:r>
            <a:r>
              <a:rPr b="0" lang="en-GB" sz="1800" spc="259" strike="noStrike">
                <a:solidFill>
                  <a:srgbClr val="333333"/>
                </a:solidFill>
                <a:latin typeface="Tahoma"/>
              </a:rPr>
              <a:t> </a:t>
            </a:r>
            <a:r>
              <a:rPr b="0" lang="en-GB" sz="1800" spc="75" strike="noStrike">
                <a:solidFill>
                  <a:srgbClr val="333333"/>
                </a:solidFill>
                <a:latin typeface="Tahoma"/>
              </a:rPr>
              <a:t>of</a:t>
            </a:r>
            <a:r>
              <a:rPr b="0" lang="en-GB" sz="1800" spc="259" strike="noStrike">
                <a:solidFill>
                  <a:srgbClr val="333333"/>
                </a:solidFill>
                <a:latin typeface="Tahoma"/>
              </a:rPr>
              <a:t> </a:t>
            </a:r>
            <a:r>
              <a:rPr b="0" lang="en-GB" sz="1800" spc="46" strike="noStrike">
                <a:solidFill>
                  <a:srgbClr val="333333"/>
                </a:solidFill>
                <a:latin typeface="Tahoma"/>
              </a:rPr>
              <a:t>different</a:t>
            </a:r>
            <a:r>
              <a:rPr b="0" lang="en-GB" sz="1800" spc="259" strike="noStrike">
                <a:solidFill>
                  <a:srgbClr val="333333"/>
                </a:solidFill>
                <a:latin typeface="Tahoma"/>
              </a:rPr>
              <a:t> </a:t>
            </a:r>
            <a:r>
              <a:rPr b="0" lang="en-GB" sz="1800" spc="60" strike="noStrike">
                <a:solidFill>
                  <a:srgbClr val="333333"/>
                </a:solidFill>
                <a:latin typeface="Tahoma"/>
              </a:rPr>
              <a:t>houses,</a:t>
            </a:r>
            <a:r>
              <a:rPr b="0" lang="en-GB" sz="1800" spc="259" strike="noStrike">
                <a:solidFill>
                  <a:srgbClr val="333333"/>
                </a:solidFill>
                <a:latin typeface="Tahoma"/>
              </a:rPr>
              <a:t> </a:t>
            </a:r>
            <a:r>
              <a:rPr b="0" lang="en-GB" sz="1800" spc="35" strike="noStrike">
                <a:solidFill>
                  <a:srgbClr val="333333"/>
                </a:solidFill>
                <a:latin typeface="Tahoma"/>
              </a:rPr>
              <a:t>with </a:t>
            </a:r>
            <a:r>
              <a:rPr b="0" lang="en-GB" sz="1800" spc="35" strike="noStrike">
                <a:solidFill>
                  <a:srgbClr val="333333"/>
                </a:solidFill>
                <a:latin typeface="Tahoma"/>
              </a:rPr>
              <a:t>	</a:t>
            </a:r>
            <a:r>
              <a:rPr b="0" lang="en-GB" sz="1800" spc="69" strike="noStrike">
                <a:solidFill>
                  <a:srgbClr val="333333"/>
                </a:solidFill>
                <a:latin typeface="Tahoma"/>
              </a:rPr>
              <a:t>which</a:t>
            </a:r>
            <a:r>
              <a:rPr b="0" lang="en-GB" sz="1800" spc="-26" strike="noStrike">
                <a:solidFill>
                  <a:srgbClr val="333333"/>
                </a:solidFill>
                <a:latin typeface="Tahoma"/>
              </a:rPr>
              <a:t> </a:t>
            </a:r>
            <a:r>
              <a:rPr b="0" lang="en-GB" sz="1800" spc="-1" strike="noStrike">
                <a:solidFill>
                  <a:srgbClr val="333333"/>
                </a:solidFill>
                <a:latin typeface="Tahoma"/>
              </a:rPr>
              <a:t>it</a:t>
            </a:r>
            <a:r>
              <a:rPr b="0" lang="en-GB" sz="1800" spc="-26" strike="noStrike">
                <a:solidFill>
                  <a:srgbClr val="333333"/>
                </a:solidFill>
                <a:latin typeface="Tahoma"/>
              </a:rPr>
              <a:t> </a:t>
            </a:r>
            <a:r>
              <a:rPr b="0" lang="en-GB" sz="1800" spc="-1" strike="noStrike">
                <a:solidFill>
                  <a:srgbClr val="333333"/>
                </a:solidFill>
                <a:latin typeface="Tahoma"/>
              </a:rPr>
              <a:t>will</a:t>
            </a:r>
            <a:r>
              <a:rPr b="0" lang="en-GB" sz="1800" spc="-26" strike="noStrike">
                <a:solidFill>
                  <a:srgbClr val="333333"/>
                </a:solidFill>
                <a:latin typeface="Tahoma"/>
              </a:rPr>
              <a:t> </a:t>
            </a:r>
            <a:r>
              <a:rPr b="0" lang="en-GB" sz="1800" spc="94" strike="noStrike">
                <a:solidFill>
                  <a:srgbClr val="333333"/>
                </a:solidFill>
                <a:latin typeface="Tahoma"/>
              </a:rPr>
              <a:t>be</a:t>
            </a:r>
            <a:r>
              <a:rPr b="0" lang="en-GB" sz="1800" spc="-26" strike="noStrike">
                <a:solidFill>
                  <a:srgbClr val="333333"/>
                </a:solidFill>
                <a:latin typeface="Tahoma"/>
              </a:rPr>
              <a:t> </a:t>
            </a:r>
            <a:r>
              <a:rPr b="0" lang="en-GB" sz="1800" spc="55" strike="noStrike">
                <a:solidFill>
                  <a:srgbClr val="333333"/>
                </a:solidFill>
                <a:latin typeface="Tahoma"/>
              </a:rPr>
              <a:t>able</a:t>
            </a:r>
            <a:r>
              <a:rPr b="0" lang="en-GB" sz="1800" spc="-26" strike="noStrike">
                <a:solidFill>
                  <a:srgbClr val="333333"/>
                </a:solidFill>
                <a:latin typeface="Tahoma"/>
              </a:rPr>
              <a:t> </a:t>
            </a:r>
            <a:r>
              <a:rPr b="0" lang="en-GB" sz="1800" spc="60" strike="noStrike">
                <a:solidFill>
                  <a:srgbClr val="333333"/>
                </a:solidFill>
                <a:latin typeface="Tahoma"/>
              </a:rPr>
              <a:t>to</a:t>
            </a:r>
            <a:r>
              <a:rPr b="0" lang="en-GB" sz="1800" spc="-26" strike="noStrike">
                <a:solidFill>
                  <a:srgbClr val="333333"/>
                </a:solidFill>
                <a:latin typeface="Tahoma"/>
              </a:rPr>
              <a:t> </a:t>
            </a:r>
            <a:r>
              <a:rPr b="0" lang="en-GB" sz="1800" spc="66" strike="noStrike">
                <a:solidFill>
                  <a:srgbClr val="333333"/>
                </a:solidFill>
                <a:latin typeface="Tahoma"/>
              </a:rPr>
              <a:t>predict</a:t>
            </a:r>
            <a:r>
              <a:rPr b="0" lang="en-GB" sz="1800" spc="-26" strike="noStrike">
                <a:solidFill>
                  <a:srgbClr val="333333"/>
                </a:solidFill>
                <a:latin typeface="Tahoma"/>
              </a:rPr>
              <a:t> </a:t>
            </a:r>
            <a:r>
              <a:rPr b="0" lang="en-GB" sz="1800" spc="49" strike="noStrike">
                <a:solidFill>
                  <a:srgbClr val="333333"/>
                </a:solidFill>
                <a:latin typeface="Tahoma"/>
              </a:rPr>
              <a:t>other</a:t>
            </a:r>
            <a:r>
              <a:rPr b="0" lang="en-GB" sz="1800" spc="-26" strike="noStrike">
                <a:solidFill>
                  <a:srgbClr val="333333"/>
                </a:solidFill>
                <a:latin typeface="Tahoma"/>
              </a:rPr>
              <a:t> </a:t>
            </a:r>
            <a:r>
              <a:rPr b="0" lang="en-GB" sz="1800" spc="41" strike="noStrike">
                <a:solidFill>
                  <a:srgbClr val="333333"/>
                </a:solidFill>
                <a:latin typeface="Tahoma"/>
              </a:rPr>
              <a:t>properties.</a:t>
            </a:r>
            <a:endParaRPr b="0" lang="en-GB" sz="1800" spc="-1" strike="noStrike">
              <a:solidFill>
                <a:srgbClr val="000000"/>
              </a:solidFill>
              <a:latin typeface="Arial"/>
            </a:endParaRPr>
          </a:p>
        </p:txBody>
      </p:sp>
      <p:pic>
        <p:nvPicPr>
          <p:cNvPr id="74" name="object 3" descr=""/>
          <p:cNvPicPr/>
          <p:nvPr/>
        </p:nvPicPr>
        <p:blipFill>
          <a:blip r:embed="rId1"/>
          <a:stretch/>
        </p:blipFill>
        <p:spPr>
          <a:xfrm>
            <a:off x="6655320" y="852120"/>
            <a:ext cx="5225040" cy="515340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609480" y="1066680"/>
            <a:ext cx="3428280" cy="1157400"/>
          </a:xfrm>
          <a:prstGeom prst="rect">
            <a:avLst/>
          </a:prstGeom>
          <a:noFill/>
          <a:ln w="0">
            <a:noFill/>
          </a:ln>
        </p:spPr>
        <p:txBody>
          <a:bodyPr lIns="0" rIns="0" tIns="12600" bIns="0" anchor="t">
            <a:noAutofit/>
          </a:bodyPr>
          <a:p>
            <a:pPr marL="266760" indent="0">
              <a:lnSpc>
                <a:spcPct val="100000"/>
              </a:lnSpc>
              <a:spcBef>
                <a:spcPts val="99"/>
              </a:spcBef>
              <a:buNone/>
              <a:tabLst>
                <a:tab algn="l" pos="0"/>
              </a:tabLst>
            </a:pPr>
            <a:r>
              <a:rPr b="1" lang="en-GB" sz="2000" spc="-12" strike="noStrike">
                <a:solidFill>
                  <a:schemeClr val="dk1"/>
                </a:solidFill>
                <a:latin typeface="Calibri"/>
              </a:rPr>
              <a:t>Regression</a:t>
            </a:r>
            <a:r>
              <a:rPr b="1" lang="en-GB" sz="2000" spc="-72" strike="noStrike">
                <a:solidFill>
                  <a:schemeClr val="dk1"/>
                </a:solidFill>
                <a:latin typeface="Calibri"/>
              </a:rPr>
              <a:t> </a:t>
            </a:r>
            <a:r>
              <a:rPr b="1" lang="en-GB" sz="2000" spc="-12" strike="noStrike">
                <a:solidFill>
                  <a:schemeClr val="dk1"/>
                </a:solidFill>
                <a:latin typeface="Calibri"/>
              </a:rPr>
              <a:t>Algorithms</a:t>
            </a:r>
            <a:endParaRPr b="0" lang="en-GB" sz="2000" spc="-1" strike="noStrike">
              <a:solidFill>
                <a:srgbClr val="000000"/>
              </a:solidFill>
              <a:latin typeface="Arial"/>
            </a:endParaRPr>
          </a:p>
        </p:txBody>
      </p:sp>
      <p:sp>
        <p:nvSpPr>
          <p:cNvPr id="76" name="object 3"/>
          <p:cNvSpPr/>
          <p:nvPr/>
        </p:nvSpPr>
        <p:spPr>
          <a:xfrm>
            <a:off x="762120" y="1618560"/>
            <a:ext cx="3428280" cy="2481120"/>
          </a:xfrm>
          <a:prstGeom prst="rect">
            <a:avLst/>
          </a:prstGeom>
          <a:noFill/>
          <a:ln w="0">
            <a:noFill/>
          </a:ln>
        </p:spPr>
        <p:style>
          <a:lnRef idx="0"/>
          <a:fillRef idx="0"/>
          <a:effectRef idx="0"/>
          <a:fontRef idx="minor"/>
        </p:style>
        <p:txBody>
          <a:bodyPr lIns="0" rIns="0" tIns="149760" bIns="0" anchor="t">
            <a:spAutoFit/>
          </a:bodyPr>
          <a:p>
            <a:pPr marL="92880" indent="-88920">
              <a:lnSpc>
                <a:spcPct val="100000"/>
              </a:lnSpc>
              <a:spcBef>
                <a:spcPts val="1179"/>
              </a:spcBef>
              <a:buClr>
                <a:srgbClr val="000000"/>
              </a:buClr>
              <a:buSzPct val="94000"/>
              <a:buFont typeface="Arial MT"/>
              <a:buChar char="•"/>
              <a:tabLst>
                <a:tab algn="l" pos="92880"/>
              </a:tabLst>
            </a:pPr>
            <a:r>
              <a:rPr b="0" lang="en-GB" sz="1800" spc="60" strike="noStrike">
                <a:solidFill>
                  <a:srgbClr val="000000"/>
                </a:solidFill>
                <a:latin typeface="Tahoma"/>
              </a:rPr>
              <a:t>Simple</a:t>
            </a:r>
            <a:r>
              <a:rPr b="0" lang="en-GB" sz="1800" spc="-52" strike="noStrike">
                <a:solidFill>
                  <a:srgbClr val="000000"/>
                </a:solidFill>
                <a:latin typeface="Tahoma"/>
              </a:rPr>
              <a:t> </a:t>
            </a:r>
            <a:r>
              <a:rPr b="0" lang="en-GB" sz="1800" spc="46" strike="noStrike">
                <a:solidFill>
                  <a:srgbClr val="000000"/>
                </a:solidFill>
                <a:latin typeface="Tahoma"/>
              </a:rPr>
              <a:t>Linear</a:t>
            </a:r>
            <a:r>
              <a:rPr b="0" lang="en-GB" sz="1800" spc="-52" strike="noStrike">
                <a:solidFill>
                  <a:srgbClr val="000000"/>
                </a:solidFill>
                <a:latin typeface="Tahoma"/>
              </a:rPr>
              <a:t> </a:t>
            </a:r>
            <a:r>
              <a:rPr b="0" lang="en-GB" sz="1800" spc="55" strike="noStrike">
                <a:solidFill>
                  <a:srgbClr val="000000"/>
                </a:solidFill>
                <a:latin typeface="Tahoma"/>
              </a:rPr>
              <a:t>Regression</a:t>
            </a:r>
            <a:endParaRPr b="0" lang="en-GB" sz="1800" spc="-1" strike="noStrike">
              <a:solidFill>
                <a:srgbClr val="000000"/>
              </a:solidFill>
              <a:latin typeface="Arial"/>
            </a:endParaRPr>
          </a:p>
          <a:p>
            <a:pPr marL="92880" indent="-88920">
              <a:lnSpc>
                <a:spcPct val="100000"/>
              </a:lnSpc>
              <a:spcBef>
                <a:spcPts val="1080"/>
              </a:spcBef>
              <a:buClr>
                <a:srgbClr val="000000"/>
              </a:buClr>
              <a:buSzPct val="94000"/>
              <a:buFont typeface="Arial MT"/>
              <a:buChar char="•"/>
              <a:tabLst>
                <a:tab algn="l" pos="92880"/>
              </a:tabLst>
            </a:pPr>
            <a:r>
              <a:rPr b="0" lang="en-GB" sz="1800" spc="49" strike="noStrike">
                <a:solidFill>
                  <a:srgbClr val="000000"/>
                </a:solidFill>
                <a:latin typeface="Tahoma"/>
              </a:rPr>
              <a:t>Multiple</a:t>
            </a:r>
            <a:r>
              <a:rPr b="0" lang="en-GB" sz="1800" spc="-46" strike="noStrike">
                <a:solidFill>
                  <a:srgbClr val="000000"/>
                </a:solidFill>
                <a:latin typeface="Tahoma"/>
              </a:rPr>
              <a:t> </a:t>
            </a:r>
            <a:r>
              <a:rPr b="0" lang="en-GB" sz="1800" spc="46" strike="noStrike">
                <a:solidFill>
                  <a:srgbClr val="000000"/>
                </a:solidFill>
                <a:latin typeface="Tahoma"/>
              </a:rPr>
              <a:t>Linear</a:t>
            </a:r>
            <a:r>
              <a:rPr b="0" lang="en-GB" sz="1800" spc="-46" strike="noStrike">
                <a:solidFill>
                  <a:srgbClr val="000000"/>
                </a:solidFill>
                <a:latin typeface="Tahoma"/>
              </a:rPr>
              <a:t> </a:t>
            </a:r>
            <a:r>
              <a:rPr b="0" lang="en-GB" sz="1800" spc="55" strike="noStrike">
                <a:solidFill>
                  <a:srgbClr val="000000"/>
                </a:solidFill>
                <a:latin typeface="Tahoma"/>
              </a:rPr>
              <a:t>Regression</a:t>
            </a:r>
            <a:endParaRPr b="0" lang="en-GB" sz="1800" spc="-1" strike="noStrike">
              <a:solidFill>
                <a:srgbClr val="000000"/>
              </a:solidFill>
              <a:latin typeface="Arial"/>
            </a:endParaRPr>
          </a:p>
          <a:p>
            <a:pPr marL="92880" indent="-88920">
              <a:lnSpc>
                <a:spcPct val="100000"/>
              </a:lnSpc>
              <a:spcBef>
                <a:spcPts val="1080"/>
              </a:spcBef>
              <a:buClr>
                <a:srgbClr val="000000"/>
              </a:buClr>
              <a:buSzPct val="94000"/>
              <a:buFont typeface="Arial MT"/>
              <a:buChar char="•"/>
              <a:tabLst>
                <a:tab algn="l" pos="92880"/>
              </a:tabLst>
            </a:pPr>
            <a:r>
              <a:rPr b="0" lang="en-GB" sz="1800" spc="46" strike="noStrike">
                <a:solidFill>
                  <a:srgbClr val="000000"/>
                </a:solidFill>
                <a:latin typeface="Tahoma"/>
              </a:rPr>
              <a:t>Polynomial</a:t>
            </a:r>
            <a:r>
              <a:rPr b="0" lang="en-GB" sz="1800" spc="-15" strike="noStrike">
                <a:solidFill>
                  <a:srgbClr val="000000"/>
                </a:solidFill>
                <a:latin typeface="Tahoma"/>
              </a:rPr>
              <a:t> </a:t>
            </a:r>
            <a:r>
              <a:rPr b="0" lang="en-GB" sz="1800" spc="55" strike="noStrike">
                <a:solidFill>
                  <a:srgbClr val="000000"/>
                </a:solidFill>
                <a:latin typeface="Tahoma"/>
              </a:rPr>
              <a:t>Regression</a:t>
            </a:r>
            <a:endParaRPr b="0" lang="en-GB" sz="1800" spc="-1" strike="noStrike">
              <a:solidFill>
                <a:srgbClr val="000000"/>
              </a:solidFill>
              <a:latin typeface="Arial"/>
            </a:endParaRPr>
          </a:p>
          <a:p>
            <a:pPr marL="92880" indent="-88920">
              <a:lnSpc>
                <a:spcPct val="100000"/>
              </a:lnSpc>
              <a:spcBef>
                <a:spcPts val="1080"/>
              </a:spcBef>
              <a:buClr>
                <a:srgbClr val="000000"/>
              </a:buClr>
              <a:buSzPct val="94000"/>
              <a:buFont typeface="Arial MT"/>
              <a:buChar char="•"/>
              <a:tabLst>
                <a:tab algn="l" pos="92880"/>
              </a:tabLst>
            </a:pPr>
            <a:r>
              <a:rPr b="0" lang="en-GB" sz="1800" spc="80" strike="noStrike">
                <a:solidFill>
                  <a:srgbClr val="000000"/>
                </a:solidFill>
                <a:latin typeface="Tahoma"/>
              </a:rPr>
              <a:t>Support</a:t>
            </a:r>
            <a:r>
              <a:rPr b="0" lang="en-GB" sz="1800" spc="-55" strike="noStrike">
                <a:solidFill>
                  <a:srgbClr val="000000"/>
                </a:solidFill>
                <a:latin typeface="Tahoma"/>
              </a:rPr>
              <a:t> </a:t>
            </a:r>
            <a:r>
              <a:rPr b="0" lang="en-GB" sz="1800" spc="69" strike="noStrike">
                <a:solidFill>
                  <a:srgbClr val="000000"/>
                </a:solidFill>
                <a:latin typeface="Tahoma"/>
              </a:rPr>
              <a:t>Vector</a:t>
            </a:r>
            <a:r>
              <a:rPr b="0" lang="en-GB" sz="1800" spc="-55" strike="noStrike">
                <a:solidFill>
                  <a:srgbClr val="000000"/>
                </a:solidFill>
                <a:latin typeface="Tahoma"/>
              </a:rPr>
              <a:t> </a:t>
            </a:r>
            <a:r>
              <a:rPr b="0" lang="en-GB" sz="1800" spc="55" strike="noStrike">
                <a:solidFill>
                  <a:srgbClr val="000000"/>
                </a:solidFill>
                <a:latin typeface="Tahoma"/>
              </a:rPr>
              <a:t>Regression</a:t>
            </a:r>
            <a:endParaRPr b="0" lang="en-GB" sz="1800" spc="-1" strike="noStrike">
              <a:solidFill>
                <a:srgbClr val="000000"/>
              </a:solidFill>
              <a:latin typeface="Arial"/>
            </a:endParaRPr>
          </a:p>
          <a:p>
            <a:pPr marL="92880" indent="-88920">
              <a:lnSpc>
                <a:spcPct val="100000"/>
              </a:lnSpc>
              <a:spcBef>
                <a:spcPts val="1080"/>
              </a:spcBef>
              <a:buClr>
                <a:srgbClr val="000000"/>
              </a:buClr>
              <a:buSzPct val="94000"/>
              <a:buFont typeface="Arial MT"/>
              <a:buChar char="•"/>
              <a:tabLst>
                <a:tab algn="l" pos="92880"/>
              </a:tabLst>
            </a:pPr>
            <a:r>
              <a:rPr b="0" lang="en-GB" sz="1800" spc="69" strike="noStrike">
                <a:solidFill>
                  <a:srgbClr val="000000"/>
                </a:solidFill>
                <a:latin typeface="Tahoma"/>
              </a:rPr>
              <a:t>Decision</a:t>
            </a:r>
            <a:r>
              <a:rPr b="0" lang="en-GB" sz="1800" spc="29" strike="noStrike">
                <a:solidFill>
                  <a:srgbClr val="000000"/>
                </a:solidFill>
                <a:latin typeface="Tahoma"/>
              </a:rPr>
              <a:t> </a:t>
            </a:r>
            <a:r>
              <a:rPr b="0" lang="en-GB" sz="1800" spc="-1" strike="noStrike">
                <a:solidFill>
                  <a:srgbClr val="000000"/>
                </a:solidFill>
                <a:latin typeface="Tahoma"/>
              </a:rPr>
              <a:t>Tree</a:t>
            </a:r>
            <a:r>
              <a:rPr b="0" lang="en-GB" sz="1800" spc="29" strike="noStrike">
                <a:solidFill>
                  <a:srgbClr val="000000"/>
                </a:solidFill>
                <a:latin typeface="Tahoma"/>
              </a:rPr>
              <a:t> </a:t>
            </a:r>
            <a:r>
              <a:rPr b="0" lang="en-GB" sz="1800" spc="55" strike="noStrike">
                <a:solidFill>
                  <a:srgbClr val="000000"/>
                </a:solidFill>
                <a:latin typeface="Tahoma"/>
              </a:rPr>
              <a:t>Regression</a:t>
            </a:r>
            <a:endParaRPr b="0" lang="en-GB" sz="1800" spc="-1" strike="noStrike">
              <a:solidFill>
                <a:srgbClr val="000000"/>
              </a:solidFill>
              <a:latin typeface="Arial"/>
            </a:endParaRPr>
          </a:p>
          <a:p>
            <a:pPr marL="92880" indent="-88920">
              <a:lnSpc>
                <a:spcPct val="100000"/>
              </a:lnSpc>
              <a:spcBef>
                <a:spcPts val="1080"/>
              </a:spcBef>
              <a:buClr>
                <a:srgbClr val="000000"/>
              </a:buClr>
              <a:buSzPct val="94000"/>
              <a:buFont typeface="Arial MT"/>
              <a:buChar char="•"/>
              <a:tabLst>
                <a:tab algn="l" pos="92880"/>
              </a:tabLst>
            </a:pPr>
            <a:r>
              <a:rPr b="0" lang="en-GB" sz="1800" spc="55" strike="noStrike">
                <a:solidFill>
                  <a:srgbClr val="000000"/>
                </a:solidFill>
                <a:latin typeface="Tahoma"/>
              </a:rPr>
              <a:t>Random</a:t>
            </a:r>
            <a:r>
              <a:rPr b="0" lang="en-GB" sz="1800" spc="-46" strike="noStrike">
                <a:solidFill>
                  <a:srgbClr val="000000"/>
                </a:solidFill>
                <a:latin typeface="Tahoma"/>
              </a:rPr>
              <a:t> </a:t>
            </a:r>
            <a:r>
              <a:rPr b="0" lang="en-GB" sz="1800" spc="55" strike="noStrike">
                <a:solidFill>
                  <a:srgbClr val="000000"/>
                </a:solidFill>
                <a:latin typeface="Tahoma"/>
              </a:rPr>
              <a:t>Forest</a:t>
            </a:r>
            <a:r>
              <a:rPr b="0" lang="en-GB" sz="1800" spc="-46" strike="noStrike">
                <a:solidFill>
                  <a:srgbClr val="000000"/>
                </a:solidFill>
                <a:latin typeface="Tahoma"/>
              </a:rPr>
              <a:t> </a:t>
            </a:r>
            <a:r>
              <a:rPr b="0" lang="en-GB" sz="1800" spc="55" strike="noStrike">
                <a:solidFill>
                  <a:srgbClr val="000000"/>
                </a:solidFill>
                <a:latin typeface="Tahoma"/>
              </a:rPr>
              <a:t>Regression</a:t>
            </a:r>
            <a:endParaRPr b="0" lang="en-GB" sz="1800" spc="-1" strike="noStrike">
              <a:solidFill>
                <a:srgbClr val="000000"/>
              </a:solidFill>
              <a:latin typeface="Arial"/>
            </a:endParaRPr>
          </a:p>
        </p:txBody>
      </p:sp>
      <p:pic>
        <p:nvPicPr>
          <p:cNvPr id="77" name="object 4" descr=""/>
          <p:cNvPicPr/>
          <p:nvPr/>
        </p:nvPicPr>
        <p:blipFill>
          <a:blip r:embed="rId1"/>
          <a:stretch/>
        </p:blipFill>
        <p:spPr>
          <a:xfrm>
            <a:off x="5099760" y="376920"/>
            <a:ext cx="6199200" cy="497628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pic>
        <p:nvPicPr>
          <p:cNvPr id="78" name="object 2" descr=""/>
          <p:cNvPicPr/>
          <p:nvPr/>
        </p:nvPicPr>
        <p:blipFill>
          <a:blip r:embed="rId1"/>
          <a:stretch/>
        </p:blipFill>
        <p:spPr>
          <a:xfrm>
            <a:off x="360000" y="94680"/>
            <a:ext cx="10132920" cy="676296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79" name="object 2"/>
          <p:cNvSpPr/>
          <p:nvPr/>
        </p:nvSpPr>
        <p:spPr>
          <a:xfrm>
            <a:off x="356040" y="0"/>
            <a:ext cx="5943600" cy="6824520"/>
          </a:xfrm>
          <a:prstGeom prst="rect">
            <a:avLst/>
          </a:prstGeom>
          <a:noFill/>
          <a:ln w="0">
            <a:noFill/>
          </a:ln>
        </p:spPr>
        <p:style>
          <a:lnRef idx="0"/>
          <a:fillRef idx="0"/>
          <a:effectRef idx="0"/>
          <a:fontRef idx="minor"/>
        </p:style>
        <p:txBody>
          <a:bodyPr lIns="0" rIns="0" tIns="12600" bIns="0" anchor="t">
            <a:spAutoFit/>
          </a:bodyPr>
          <a:p>
            <a:pPr marL="73800" algn="ctr">
              <a:lnSpc>
                <a:spcPct val="100000"/>
              </a:lnSpc>
              <a:spcBef>
                <a:spcPts val="99"/>
              </a:spcBef>
            </a:pPr>
            <a:r>
              <a:rPr b="0" lang="en-GB" sz="1800" spc="-1" strike="noStrike">
                <a:solidFill>
                  <a:srgbClr val="000000"/>
                </a:solidFill>
                <a:latin typeface="Calibri"/>
              </a:rPr>
              <a:t>LOGISTIC</a:t>
            </a:r>
            <a:r>
              <a:rPr b="0" lang="en-GB" sz="1800" spc="-97" strike="noStrike">
                <a:solidFill>
                  <a:srgbClr val="000000"/>
                </a:solidFill>
                <a:latin typeface="Calibri"/>
              </a:rPr>
              <a:t> </a:t>
            </a:r>
            <a:r>
              <a:rPr b="0" lang="en-GB" sz="1800" spc="-12" strike="noStrike">
                <a:solidFill>
                  <a:srgbClr val="000000"/>
                </a:solidFill>
                <a:latin typeface="Calibri"/>
              </a:rPr>
              <a:t>REGRESSION</a:t>
            </a:r>
            <a:endParaRPr b="0" lang="en-GB" sz="1800" spc="-1" strike="noStrike">
              <a:solidFill>
                <a:srgbClr val="000000"/>
              </a:solidFill>
              <a:latin typeface="Arial"/>
            </a:endParaRPr>
          </a:p>
          <a:p>
            <a:pPr marL="12600">
              <a:lnSpc>
                <a:spcPct val="150000"/>
              </a:lnSpc>
              <a:spcBef>
                <a:spcPts val="1080"/>
              </a:spcBef>
            </a:pPr>
            <a:r>
              <a:rPr b="0" lang="en-GB" sz="2000" spc="-1" strike="noStrike">
                <a:solidFill>
                  <a:srgbClr val="000000"/>
                </a:solidFill>
                <a:latin typeface="Arial MT"/>
              </a:rPr>
              <a:t>Logistic</a:t>
            </a:r>
            <a:r>
              <a:rPr b="0" lang="en-GB" sz="2000" spc="-32" strike="noStrike">
                <a:solidFill>
                  <a:srgbClr val="000000"/>
                </a:solidFill>
                <a:latin typeface="Arial MT"/>
              </a:rPr>
              <a:t> </a:t>
            </a:r>
            <a:r>
              <a:rPr b="0" lang="en-GB" sz="2000" spc="-1" strike="noStrike">
                <a:solidFill>
                  <a:srgbClr val="000000"/>
                </a:solidFill>
                <a:latin typeface="Arial MT"/>
              </a:rPr>
              <a:t>regression</a:t>
            </a:r>
            <a:r>
              <a:rPr b="0" lang="en-GB" sz="2000" spc="-15" strike="noStrike">
                <a:solidFill>
                  <a:srgbClr val="000000"/>
                </a:solidFill>
                <a:latin typeface="Arial MT"/>
              </a:rPr>
              <a:t> </a:t>
            </a:r>
            <a:r>
              <a:rPr b="0" lang="en-GB" sz="2000" spc="-1" strike="noStrike">
                <a:solidFill>
                  <a:srgbClr val="000000"/>
                </a:solidFill>
                <a:latin typeface="Arial MT"/>
              </a:rPr>
              <a:t>is</a:t>
            </a:r>
            <a:r>
              <a:rPr b="0" lang="en-GB" sz="2000" spc="-21" strike="noStrike">
                <a:solidFill>
                  <a:srgbClr val="000000"/>
                </a:solidFill>
                <a:latin typeface="Arial MT"/>
              </a:rPr>
              <a:t> </a:t>
            </a:r>
            <a:r>
              <a:rPr b="0" lang="en-GB" sz="2000" spc="-1" strike="noStrike">
                <a:solidFill>
                  <a:srgbClr val="000000"/>
                </a:solidFill>
                <a:latin typeface="Arial MT"/>
              </a:rPr>
              <a:t>a</a:t>
            </a:r>
            <a:r>
              <a:rPr b="0" lang="en-GB" sz="2000" spc="-15" strike="noStrike">
                <a:solidFill>
                  <a:srgbClr val="000000"/>
                </a:solidFill>
                <a:latin typeface="Arial MT"/>
              </a:rPr>
              <a:t> </a:t>
            </a:r>
            <a:r>
              <a:rPr b="0" lang="en-GB" sz="2000" spc="-1" strike="noStrike">
                <a:solidFill>
                  <a:srgbClr val="000000"/>
                </a:solidFill>
                <a:latin typeface="Arial MT"/>
              </a:rPr>
              <a:t>process</a:t>
            </a:r>
            <a:r>
              <a:rPr b="0" lang="en-GB" sz="2000" spc="-15" strike="noStrike">
                <a:solidFill>
                  <a:srgbClr val="000000"/>
                </a:solidFill>
                <a:latin typeface="Arial MT"/>
              </a:rPr>
              <a:t> </a:t>
            </a:r>
            <a:r>
              <a:rPr b="0" lang="en-GB" sz="2000" spc="-1" strike="noStrike">
                <a:solidFill>
                  <a:srgbClr val="000000"/>
                </a:solidFill>
                <a:latin typeface="Arial MT"/>
              </a:rPr>
              <a:t>of</a:t>
            </a:r>
            <a:r>
              <a:rPr b="0" lang="en-GB" sz="2000" spc="-21" strike="noStrike">
                <a:solidFill>
                  <a:srgbClr val="000000"/>
                </a:solidFill>
                <a:latin typeface="Arial MT"/>
              </a:rPr>
              <a:t> </a:t>
            </a:r>
            <a:r>
              <a:rPr b="0" lang="en-GB" sz="2000" spc="-1" strike="noStrike">
                <a:solidFill>
                  <a:srgbClr val="000000"/>
                </a:solidFill>
                <a:latin typeface="Arial MT"/>
              </a:rPr>
              <a:t>modeling</a:t>
            </a:r>
            <a:r>
              <a:rPr b="0" lang="en-GB" sz="2000" spc="-15" strike="noStrike">
                <a:solidFill>
                  <a:srgbClr val="000000"/>
                </a:solidFill>
                <a:latin typeface="Arial MT"/>
              </a:rPr>
              <a:t> </a:t>
            </a:r>
            <a:r>
              <a:rPr b="0" lang="en-GB" sz="2000" spc="-1" strike="noStrike">
                <a:solidFill>
                  <a:srgbClr val="000000"/>
                </a:solidFill>
                <a:latin typeface="Arial MT"/>
              </a:rPr>
              <a:t>the</a:t>
            </a:r>
            <a:r>
              <a:rPr b="0" lang="en-GB" sz="2000" spc="-15" strike="noStrike">
                <a:solidFill>
                  <a:srgbClr val="000000"/>
                </a:solidFill>
                <a:latin typeface="Arial MT"/>
              </a:rPr>
              <a:t> </a:t>
            </a:r>
            <a:r>
              <a:rPr b="0" lang="en-GB" sz="2000" spc="-12" strike="noStrike">
                <a:solidFill>
                  <a:srgbClr val="000000"/>
                </a:solidFill>
                <a:latin typeface="Arial MT"/>
              </a:rPr>
              <a:t>probability </a:t>
            </a:r>
            <a:r>
              <a:rPr b="0" lang="en-GB" sz="2000" spc="-1" strike="noStrike">
                <a:solidFill>
                  <a:srgbClr val="000000"/>
                </a:solidFill>
                <a:latin typeface="Arial MT"/>
              </a:rPr>
              <a:t>of</a:t>
            </a:r>
            <a:r>
              <a:rPr b="0" lang="en-GB" sz="2000" spc="-35" strike="noStrike">
                <a:solidFill>
                  <a:srgbClr val="000000"/>
                </a:solidFill>
                <a:latin typeface="Arial MT"/>
              </a:rPr>
              <a:t> </a:t>
            </a:r>
            <a:r>
              <a:rPr b="0" lang="en-GB" sz="2000" spc="-1" strike="noStrike">
                <a:solidFill>
                  <a:srgbClr val="000000"/>
                </a:solidFill>
                <a:latin typeface="Arial MT"/>
              </a:rPr>
              <a:t>a</a:t>
            </a:r>
            <a:r>
              <a:rPr b="0" lang="en-GB" sz="2000" spc="-26" strike="noStrike">
                <a:solidFill>
                  <a:srgbClr val="000000"/>
                </a:solidFill>
                <a:latin typeface="Arial MT"/>
              </a:rPr>
              <a:t> </a:t>
            </a:r>
            <a:r>
              <a:rPr b="0" lang="en-GB" sz="2000" spc="-1" strike="noStrike">
                <a:solidFill>
                  <a:srgbClr val="000000"/>
                </a:solidFill>
                <a:latin typeface="Arial MT"/>
              </a:rPr>
              <a:t>discrete</a:t>
            </a:r>
            <a:r>
              <a:rPr b="0" lang="en-GB" sz="2000" spc="-26" strike="noStrike">
                <a:solidFill>
                  <a:srgbClr val="000000"/>
                </a:solidFill>
                <a:latin typeface="Arial MT"/>
              </a:rPr>
              <a:t> </a:t>
            </a:r>
            <a:r>
              <a:rPr b="0" lang="en-GB" sz="2000" spc="-1" strike="noStrike">
                <a:solidFill>
                  <a:srgbClr val="000000"/>
                </a:solidFill>
                <a:latin typeface="Arial MT"/>
              </a:rPr>
              <a:t>outcome</a:t>
            </a:r>
            <a:r>
              <a:rPr b="0" lang="en-GB" sz="2000" spc="-21" strike="noStrike">
                <a:solidFill>
                  <a:srgbClr val="000000"/>
                </a:solidFill>
                <a:latin typeface="Arial MT"/>
              </a:rPr>
              <a:t> </a:t>
            </a:r>
            <a:r>
              <a:rPr b="0" lang="en-GB" sz="2000" spc="-1" strike="noStrike">
                <a:solidFill>
                  <a:srgbClr val="000000"/>
                </a:solidFill>
                <a:latin typeface="Arial MT"/>
              </a:rPr>
              <a:t>given</a:t>
            </a:r>
            <a:r>
              <a:rPr b="0" lang="en-GB" sz="2000" spc="-26" strike="noStrike">
                <a:solidFill>
                  <a:srgbClr val="000000"/>
                </a:solidFill>
                <a:latin typeface="Arial MT"/>
              </a:rPr>
              <a:t> </a:t>
            </a:r>
            <a:r>
              <a:rPr b="0" lang="en-GB" sz="2000" spc="-1" strike="noStrike">
                <a:solidFill>
                  <a:srgbClr val="000000"/>
                </a:solidFill>
                <a:latin typeface="Arial MT"/>
              </a:rPr>
              <a:t>an</a:t>
            </a:r>
            <a:r>
              <a:rPr b="0" lang="en-GB" sz="2000" spc="-26" strike="noStrike">
                <a:solidFill>
                  <a:srgbClr val="000000"/>
                </a:solidFill>
                <a:latin typeface="Arial MT"/>
              </a:rPr>
              <a:t> </a:t>
            </a:r>
            <a:r>
              <a:rPr b="0" lang="en-GB" sz="2000" spc="-1" strike="noStrike">
                <a:solidFill>
                  <a:srgbClr val="000000"/>
                </a:solidFill>
                <a:latin typeface="Arial MT"/>
              </a:rPr>
              <a:t>input</a:t>
            </a:r>
            <a:r>
              <a:rPr b="0" lang="en-GB" sz="2000" spc="-21" strike="noStrike">
                <a:solidFill>
                  <a:srgbClr val="000000"/>
                </a:solidFill>
                <a:latin typeface="Arial MT"/>
              </a:rPr>
              <a:t> </a:t>
            </a:r>
            <a:r>
              <a:rPr b="0" lang="en-GB" sz="2000" spc="-1" strike="noStrike">
                <a:solidFill>
                  <a:srgbClr val="000000"/>
                </a:solidFill>
                <a:latin typeface="Arial MT"/>
              </a:rPr>
              <a:t>variable.</a:t>
            </a:r>
            <a:r>
              <a:rPr b="0" lang="en-GB" sz="2000" spc="-60" strike="noStrike">
                <a:solidFill>
                  <a:srgbClr val="000000"/>
                </a:solidFill>
                <a:latin typeface="Arial MT"/>
              </a:rPr>
              <a:t> </a:t>
            </a:r>
            <a:r>
              <a:rPr b="0" lang="en-GB" sz="2000" spc="-1" strike="noStrike">
                <a:solidFill>
                  <a:srgbClr val="000000"/>
                </a:solidFill>
                <a:latin typeface="Arial MT"/>
              </a:rPr>
              <a:t>The</a:t>
            </a:r>
            <a:r>
              <a:rPr b="0" lang="en-GB" sz="2000" spc="-21" strike="noStrike">
                <a:solidFill>
                  <a:srgbClr val="000000"/>
                </a:solidFill>
                <a:latin typeface="Arial MT"/>
              </a:rPr>
              <a:t> most </a:t>
            </a:r>
            <a:r>
              <a:rPr b="0" lang="en-GB" sz="2000" spc="-1" strike="noStrike">
                <a:solidFill>
                  <a:srgbClr val="000000"/>
                </a:solidFill>
                <a:latin typeface="Arial MT"/>
              </a:rPr>
              <a:t>common</a:t>
            </a:r>
            <a:r>
              <a:rPr b="0" lang="en-GB" sz="2000" spc="-32" strike="noStrike">
                <a:solidFill>
                  <a:srgbClr val="000000"/>
                </a:solidFill>
                <a:latin typeface="Arial MT"/>
              </a:rPr>
              <a:t> </a:t>
            </a:r>
            <a:r>
              <a:rPr b="0" lang="en-GB" sz="2000" spc="-1" strike="noStrike">
                <a:solidFill>
                  <a:srgbClr val="000000"/>
                </a:solidFill>
                <a:latin typeface="Arial MT"/>
              </a:rPr>
              <a:t>logistic</a:t>
            </a:r>
            <a:r>
              <a:rPr b="0" lang="en-GB" sz="2000" spc="-15" strike="noStrike">
                <a:solidFill>
                  <a:srgbClr val="000000"/>
                </a:solidFill>
                <a:latin typeface="Arial MT"/>
              </a:rPr>
              <a:t> </a:t>
            </a:r>
            <a:r>
              <a:rPr b="0" lang="en-GB" sz="2000" spc="-1" strike="noStrike">
                <a:solidFill>
                  <a:srgbClr val="000000"/>
                </a:solidFill>
                <a:latin typeface="Arial MT"/>
              </a:rPr>
              <a:t>regression</a:t>
            </a:r>
            <a:r>
              <a:rPr b="0" lang="en-GB" sz="2000" spc="-15" strike="noStrike">
                <a:solidFill>
                  <a:srgbClr val="000000"/>
                </a:solidFill>
                <a:latin typeface="Arial MT"/>
              </a:rPr>
              <a:t> </a:t>
            </a:r>
            <a:r>
              <a:rPr b="0" lang="en-GB" sz="2000" spc="-1" strike="noStrike">
                <a:solidFill>
                  <a:srgbClr val="000000"/>
                </a:solidFill>
                <a:latin typeface="Arial MT"/>
              </a:rPr>
              <a:t>models</a:t>
            </a:r>
            <a:r>
              <a:rPr b="0" lang="en-GB" sz="2000" spc="-21" strike="noStrike">
                <a:solidFill>
                  <a:srgbClr val="000000"/>
                </a:solidFill>
                <a:latin typeface="Arial MT"/>
              </a:rPr>
              <a:t> </a:t>
            </a:r>
            <a:r>
              <a:rPr b="0" lang="en-GB" sz="2000" spc="-1" strike="noStrike">
                <a:solidFill>
                  <a:srgbClr val="000000"/>
                </a:solidFill>
                <a:latin typeface="Arial MT"/>
              </a:rPr>
              <a:t>a</a:t>
            </a:r>
            <a:r>
              <a:rPr b="0" lang="en-GB" sz="2000" spc="-15" strike="noStrike">
                <a:solidFill>
                  <a:srgbClr val="000000"/>
                </a:solidFill>
                <a:latin typeface="Arial MT"/>
              </a:rPr>
              <a:t> </a:t>
            </a:r>
            <a:r>
              <a:rPr b="0" lang="en-GB" sz="2000" spc="-1" strike="noStrike">
                <a:solidFill>
                  <a:srgbClr val="000000"/>
                </a:solidFill>
                <a:latin typeface="Arial MT"/>
              </a:rPr>
              <a:t>binary</a:t>
            </a:r>
            <a:r>
              <a:rPr b="0" lang="en-GB" sz="2000" spc="-15" strike="noStrike">
                <a:solidFill>
                  <a:srgbClr val="000000"/>
                </a:solidFill>
                <a:latin typeface="Arial MT"/>
              </a:rPr>
              <a:t> </a:t>
            </a:r>
            <a:r>
              <a:rPr b="0" lang="en-GB" sz="2000" spc="-12" strike="noStrike">
                <a:solidFill>
                  <a:srgbClr val="000000"/>
                </a:solidFill>
                <a:latin typeface="Arial MT"/>
              </a:rPr>
              <a:t>outcome; </a:t>
            </a:r>
            <a:r>
              <a:rPr b="0" lang="en-GB" sz="2000" spc="-1" strike="noStrike">
                <a:solidFill>
                  <a:srgbClr val="000000"/>
                </a:solidFill>
                <a:latin typeface="Arial MT"/>
              </a:rPr>
              <a:t>something</a:t>
            </a:r>
            <a:r>
              <a:rPr b="0" lang="en-GB" sz="2000" spc="-32" strike="noStrike">
                <a:solidFill>
                  <a:srgbClr val="000000"/>
                </a:solidFill>
                <a:latin typeface="Arial MT"/>
              </a:rPr>
              <a:t> </a:t>
            </a:r>
            <a:r>
              <a:rPr b="0" lang="en-GB" sz="2000" spc="-1" strike="noStrike">
                <a:solidFill>
                  <a:srgbClr val="000000"/>
                </a:solidFill>
                <a:latin typeface="Arial MT"/>
              </a:rPr>
              <a:t>that</a:t>
            </a:r>
            <a:r>
              <a:rPr b="0" lang="en-GB" sz="2000" spc="-21" strike="noStrike">
                <a:solidFill>
                  <a:srgbClr val="000000"/>
                </a:solidFill>
                <a:latin typeface="Arial MT"/>
              </a:rPr>
              <a:t> </a:t>
            </a:r>
            <a:r>
              <a:rPr b="0" lang="en-GB" sz="2000" spc="-1" strike="noStrike">
                <a:solidFill>
                  <a:srgbClr val="000000"/>
                </a:solidFill>
                <a:latin typeface="Arial MT"/>
              </a:rPr>
              <a:t>can</a:t>
            </a:r>
            <a:r>
              <a:rPr b="0" lang="en-GB" sz="2000" spc="-15" strike="noStrike">
                <a:solidFill>
                  <a:srgbClr val="000000"/>
                </a:solidFill>
                <a:latin typeface="Arial MT"/>
              </a:rPr>
              <a:t> </a:t>
            </a:r>
            <a:r>
              <a:rPr b="0" lang="en-GB" sz="2000" spc="-1" strike="noStrike">
                <a:solidFill>
                  <a:srgbClr val="000000"/>
                </a:solidFill>
                <a:latin typeface="Arial MT"/>
              </a:rPr>
              <a:t>take</a:t>
            </a:r>
            <a:r>
              <a:rPr b="0" lang="en-GB" sz="2000" spc="-21" strike="noStrike">
                <a:solidFill>
                  <a:srgbClr val="000000"/>
                </a:solidFill>
                <a:latin typeface="Arial MT"/>
              </a:rPr>
              <a:t> </a:t>
            </a:r>
            <a:r>
              <a:rPr b="0" lang="en-GB" sz="2000" spc="-1" strike="noStrike">
                <a:solidFill>
                  <a:srgbClr val="000000"/>
                </a:solidFill>
                <a:latin typeface="Arial MT"/>
              </a:rPr>
              <a:t>two</a:t>
            </a:r>
            <a:r>
              <a:rPr b="0" lang="en-GB" sz="2000" spc="-21" strike="noStrike">
                <a:solidFill>
                  <a:srgbClr val="000000"/>
                </a:solidFill>
                <a:latin typeface="Arial MT"/>
              </a:rPr>
              <a:t> </a:t>
            </a:r>
            <a:r>
              <a:rPr b="0" lang="en-GB" sz="2000" spc="-1" strike="noStrike">
                <a:solidFill>
                  <a:srgbClr val="000000"/>
                </a:solidFill>
                <a:latin typeface="Arial MT"/>
              </a:rPr>
              <a:t>values</a:t>
            </a:r>
            <a:r>
              <a:rPr b="0" lang="en-GB" sz="2000" spc="-15" strike="noStrike">
                <a:solidFill>
                  <a:srgbClr val="000000"/>
                </a:solidFill>
                <a:latin typeface="Arial MT"/>
              </a:rPr>
              <a:t> </a:t>
            </a:r>
            <a:r>
              <a:rPr b="0" lang="en-GB" sz="2000" spc="-1" strike="noStrike">
                <a:solidFill>
                  <a:srgbClr val="000000"/>
                </a:solidFill>
                <a:latin typeface="Arial MT"/>
              </a:rPr>
              <a:t>such</a:t>
            </a:r>
            <a:r>
              <a:rPr b="0" lang="en-GB" sz="2000" spc="-21" strike="noStrike">
                <a:solidFill>
                  <a:srgbClr val="000000"/>
                </a:solidFill>
                <a:latin typeface="Arial MT"/>
              </a:rPr>
              <a:t> </a:t>
            </a:r>
            <a:r>
              <a:rPr b="0" lang="en-GB" sz="2000" spc="-1" strike="noStrike">
                <a:solidFill>
                  <a:srgbClr val="000000"/>
                </a:solidFill>
                <a:latin typeface="Arial MT"/>
              </a:rPr>
              <a:t>as</a:t>
            </a:r>
            <a:r>
              <a:rPr b="0" lang="en-GB" sz="2000" spc="-15" strike="noStrike">
                <a:solidFill>
                  <a:srgbClr val="000000"/>
                </a:solidFill>
                <a:latin typeface="Arial MT"/>
              </a:rPr>
              <a:t> </a:t>
            </a:r>
            <a:r>
              <a:rPr b="0" lang="en-GB" sz="2000" spc="-12" strike="noStrike">
                <a:solidFill>
                  <a:srgbClr val="000000"/>
                </a:solidFill>
                <a:latin typeface="Arial MT"/>
              </a:rPr>
              <a:t>true/false, </a:t>
            </a:r>
            <a:r>
              <a:rPr b="0" lang="en-GB" sz="2000" spc="-1" strike="noStrike">
                <a:solidFill>
                  <a:srgbClr val="000000"/>
                </a:solidFill>
                <a:latin typeface="Arial MT"/>
              </a:rPr>
              <a:t>yes/no,</a:t>
            </a:r>
            <a:r>
              <a:rPr b="0" lang="en-GB" sz="2000" spc="-35" strike="noStrike">
                <a:solidFill>
                  <a:srgbClr val="000000"/>
                </a:solidFill>
                <a:latin typeface="Arial MT"/>
              </a:rPr>
              <a:t> </a:t>
            </a:r>
            <a:r>
              <a:rPr b="0" lang="en-GB" sz="2000" spc="-1" strike="noStrike">
                <a:solidFill>
                  <a:srgbClr val="000000"/>
                </a:solidFill>
                <a:latin typeface="Arial MT"/>
              </a:rPr>
              <a:t>and</a:t>
            </a:r>
            <a:r>
              <a:rPr b="0" lang="en-GB" sz="2000" spc="-21" strike="noStrike">
                <a:solidFill>
                  <a:srgbClr val="000000"/>
                </a:solidFill>
                <a:latin typeface="Arial MT"/>
              </a:rPr>
              <a:t> </a:t>
            </a:r>
            <a:r>
              <a:rPr b="0" lang="en-GB" sz="2000" spc="-1" strike="noStrike">
                <a:solidFill>
                  <a:srgbClr val="000000"/>
                </a:solidFill>
                <a:latin typeface="Arial MT"/>
              </a:rPr>
              <a:t>so</a:t>
            </a:r>
            <a:r>
              <a:rPr b="0" lang="en-GB" sz="2000" spc="-26" strike="noStrike">
                <a:solidFill>
                  <a:srgbClr val="000000"/>
                </a:solidFill>
                <a:latin typeface="Arial MT"/>
              </a:rPr>
              <a:t> </a:t>
            </a:r>
            <a:r>
              <a:rPr b="0" lang="en-GB" sz="2000" spc="-1" strike="noStrike">
                <a:solidFill>
                  <a:srgbClr val="000000"/>
                </a:solidFill>
                <a:latin typeface="Arial MT"/>
              </a:rPr>
              <a:t>on.</a:t>
            </a:r>
            <a:r>
              <a:rPr b="0" lang="en-GB" sz="2000" spc="-21" strike="noStrike">
                <a:solidFill>
                  <a:srgbClr val="000000"/>
                </a:solidFill>
                <a:latin typeface="Arial MT"/>
              </a:rPr>
              <a:t> </a:t>
            </a:r>
            <a:r>
              <a:rPr b="0" lang="en-GB" sz="2000" spc="-1" strike="noStrike">
                <a:solidFill>
                  <a:srgbClr val="000000"/>
                </a:solidFill>
                <a:latin typeface="Arial MT"/>
              </a:rPr>
              <a:t>Logistic</a:t>
            </a:r>
            <a:r>
              <a:rPr b="0" lang="en-GB" sz="2000" spc="-26" strike="noStrike">
                <a:solidFill>
                  <a:srgbClr val="000000"/>
                </a:solidFill>
                <a:latin typeface="Arial MT"/>
              </a:rPr>
              <a:t> </a:t>
            </a:r>
            <a:r>
              <a:rPr b="0" lang="en-GB" sz="2000" spc="-1" strike="noStrike">
                <a:solidFill>
                  <a:srgbClr val="000000"/>
                </a:solidFill>
                <a:latin typeface="Arial MT"/>
              </a:rPr>
              <a:t>regression,</a:t>
            </a:r>
            <a:r>
              <a:rPr b="0" lang="en-GB" sz="2000" spc="-21" strike="noStrike">
                <a:solidFill>
                  <a:srgbClr val="000000"/>
                </a:solidFill>
                <a:latin typeface="Arial MT"/>
              </a:rPr>
              <a:t> </a:t>
            </a:r>
            <a:r>
              <a:rPr b="0" lang="en-GB" sz="2000" spc="-1" strike="noStrike">
                <a:solidFill>
                  <a:srgbClr val="000000"/>
                </a:solidFill>
                <a:latin typeface="Arial MT"/>
              </a:rPr>
              <a:t>despite</a:t>
            </a:r>
            <a:r>
              <a:rPr b="0" lang="en-GB" sz="2000" spc="-26" strike="noStrike">
                <a:solidFill>
                  <a:srgbClr val="000000"/>
                </a:solidFill>
                <a:latin typeface="Arial MT"/>
              </a:rPr>
              <a:t> </a:t>
            </a:r>
            <a:r>
              <a:rPr b="0" lang="en-GB" sz="2000" spc="-1" strike="noStrike">
                <a:solidFill>
                  <a:srgbClr val="000000"/>
                </a:solidFill>
                <a:latin typeface="Arial MT"/>
              </a:rPr>
              <a:t>its</a:t>
            </a:r>
            <a:r>
              <a:rPr b="0" lang="en-GB" sz="2000" spc="-21" strike="noStrike">
                <a:solidFill>
                  <a:srgbClr val="000000"/>
                </a:solidFill>
                <a:latin typeface="Arial MT"/>
              </a:rPr>
              <a:t> </a:t>
            </a:r>
            <a:r>
              <a:rPr b="0" lang="en-GB" sz="2000" spc="-1" strike="noStrike">
                <a:solidFill>
                  <a:srgbClr val="000000"/>
                </a:solidFill>
                <a:latin typeface="Arial MT"/>
              </a:rPr>
              <a:t>name,</a:t>
            </a:r>
            <a:r>
              <a:rPr b="0" lang="en-GB" sz="2000" spc="-21" strike="noStrike">
                <a:solidFill>
                  <a:srgbClr val="000000"/>
                </a:solidFill>
                <a:latin typeface="Arial MT"/>
              </a:rPr>
              <a:t> </a:t>
            </a:r>
            <a:r>
              <a:rPr b="0" lang="en-GB" sz="2000" spc="-26" strike="noStrike">
                <a:solidFill>
                  <a:srgbClr val="000000"/>
                </a:solidFill>
                <a:latin typeface="Arial MT"/>
              </a:rPr>
              <a:t>is </a:t>
            </a:r>
            <a:r>
              <a:rPr b="0" lang="en-GB" sz="2000" spc="-1" strike="noStrike">
                <a:solidFill>
                  <a:srgbClr val="000000"/>
                </a:solidFill>
                <a:latin typeface="Arial MT"/>
              </a:rPr>
              <a:t>a</a:t>
            </a:r>
            <a:r>
              <a:rPr b="0" lang="en-GB" sz="2000" spc="-32" strike="noStrike">
                <a:solidFill>
                  <a:srgbClr val="000000"/>
                </a:solidFill>
                <a:latin typeface="Arial MT"/>
              </a:rPr>
              <a:t> </a:t>
            </a:r>
            <a:r>
              <a:rPr b="0" lang="en-GB" sz="2000" spc="-1" strike="noStrike">
                <a:solidFill>
                  <a:srgbClr val="000000"/>
                </a:solidFill>
                <a:latin typeface="Arial MT"/>
              </a:rPr>
              <a:t>classification</a:t>
            </a:r>
            <a:r>
              <a:rPr b="0" lang="en-GB" sz="2000" spc="-32" strike="noStrike">
                <a:solidFill>
                  <a:srgbClr val="000000"/>
                </a:solidFill>
                <a:latin typeface="Arial MT"/>
              </a:rPr>
              <a:t> </a:t>
            </a:r>
            <a:r>
              <a:rPr b="0" lang="en-GB" sz="2000" spc="-1" strike="noStrike">
                <a:solidFill>
                  <a:srgbClr val="000000"/>
                </a:solidFill>
                <a:latin typeface="Arial MT"/>
              </a:rPr>
              <a:t>model</a:t>
            </a:r>
            <a:r>
              <a:rPr b="0" lang="en-GB" sz="2000" spc="-32" strike="noStrike">
                <a:solidFill>
                  <a:srgbClr val="000000"/>
                </a:solidFill>
                <a:latin typeface="Arial MT"/>
              </a:rPr>
              <a:t> </a:t>
            </a:r>
            <a:r>
              <a:rPr b="0" lang="en-GB" sz="2000" spc="-1" strike="noStrike">
                <a:solidFill>
                  <a:srgbClr val="000000"/>
                </a:solidFill>
                <a:latin typeface="Arial MT"/>
              </a:rPr>
              <a:t>rather</a:t>
            </a:r>
            <a:r>
              <a:rPr b="0" lang="en-GB" sz="2000" spc="-32" strike="noStrike">
                <a:solidFill>
                  <a:srgbClr val="000000"/>
                </a:solidFill>
                <a:latin typeface="Arial MT"/>
              </a:rPr>
              <a:t> </a:t>
            </a:r>
            <a:r>
              <a:rPr b="0" lang="en-GB" sz="2000" spc="-1" strike="noStrike">
                <a:solidFill>
                  <a:srgbClr val="000000"/>
                </a:solidFill>
                <a:latin typeface="Arial MT"/>
              </a:rPr>
              <a:t>than</a:t>
            </a:r>
            <a:r>
              <a:rPr b="0" lang="en-GB" sz="2000" spc="-32" strike="noStrike">
                <a:solidFill>
                  <a:srgbClr val="000000"/>
                </a:solidFill>
                <a:latin typeface="Arial MT"/>
              </a:rPr>
              <a:t> </a:t>
            </a:r>
            <a:r>
              <a:rPr b="0" lang="en-GB" sz="2000" spc="-1" strike="noStrike">
                <a:solidFill>
                  <a:srgbClr val="000000"/>
                </a:solidFill>
                <a:latin typeface="Arial MT"/>
              </a:rPr>
              <a:t>regression</a:t>
            </a:r>
            <a:r>
              <a:rPr b="0" lang="en-GB" sz="2000" spc="-26" strike="noStrike">
                <a:solidFill>
                  <a:srgbClr val="000000"/>
                </a:solidFill>
                <a:latin typeface="Arial MT"/>
              </a:rPr>
              <a:t> </a:t>
            </a:r>
            <a:r>
              <a:rPr b="0" lang="en-GB" sz="2000" spc="-12" strike="noStrike">
                <a:solidFill>
                  <a:srgbClr val="000000"/>
                </a:solidFill>
                <a:latin typeface="Arial MT"/>
              </a:rPr>
              <a:t>model.</a:t>
            </a:r>
            <a:endParaRPr b="0" lang="en-GB" sz="2000" spc="-1" strike="noStrike">
              <a:solidFill>
                <a:srgbClr val="000000"/>
              </a:solidFill>
              <a:latin typeface="Arial"/>
            </a:endParaRPr>
          </a:p>
          <a:p>
            <a:pPr marL="12600">
              <a:lnSpc>
                <a:spcPct val="150000"/>
              </a:lnSpc>
            </a:pPr>
            <a:r>
              <a:rPr b="0" lang="en-GB" sz="2000" spc="-1" strike="noStrike">
                <a:solidFill>
                  <a:srgbClr val="000000"/>
                </a:solidFill>
                <a:latin typeface="Arial MT"/>
              </a:rPr>
              <a:t>Logistic</a:t>
            </a:r>
            <a:r>
              <a:rPr b="0" lang="en-GB" sz="2000" spc="-41" strike="noStrike">
                <a:solidFill>
                  <a:srgbClr val="000000"/>
                </a:solidFill>
                <a:latin typeface="Arial MT"/>
              </a:rPr>
              <a:t> </a:t>
            </a:r>
            <a:r>
              <a:rPr b="0" lang="en-GB" sz="2000" spc="-1" strike="noStrike">
                <a:solidFill>
                  <a:srgbClr val="000000"/>
                </a:solidFill>
                <a:latin typeface="Arial MT"/>
              </a:rPr>
              <a:t>regression</a:t>
            </a:r>
            <a:r>
              <a:rPr b="0" lang="en-GB" sz="2000" spc="-26" strike="noStrike">
                <a:solidFill>
                  <a:srgbClr val="000000"/>
                </a:solidFill>
                <a:latin typeface="Arial MT"/>
              </a:rPr>
              <a:t> </a:t>
            </a:r>
            <a:r>
              <a:rPr b="0" lang="en-GB" sz="2000" spc="-1" strike="noStrike">
                <a:solidFill>
                  <a:srgbClr val="000000"/>
                </a:solidFill>
                <a:latin typeface="Arial MT"/>
              </a:rPr>
              <a:t>is</a:t>
            </a:r>
            <a:r>
              <a:rPr b="0" lang="en-GB" sz="2000" spc="-26" strike="noStrike">
                <a:solidFill>
                  <a:srgbClr val="000000"/>
                </a:solidFill>
                <a:latin typeface="Arial MT"/>
              </a:rPr>
              <a:t> </a:t>
            </a:r>
            <a:r>
              <a:rPr b="0" lang="en-GB" sz="2000" spc="-1" strike="noStrike">
                <a:solidFill>
                  <a:srgbClr val="000000"/>
                </a:solidFill>
                <a:latin typeface="Arial MT"/>
              </a:rPr>
              <a:t>a</a:t>
            </a:r>
            <a:r>
              <a:rPr b="0" lang="en-GB" sz="2000" spc="-26" strike="noStrike">
                <a:solidFill>
                  <a:srgbClr val="000000"/>
                </a:solidFill>
                <a:latin typeface="Arial MT"/>
              </a:rPr>
              <a:t> </a:t>
            </a:r>
            <a:r>
              <a:rPr b="0" lang="en-GB" sz="2000" spc="-1" strike="noStrike">
                <a:solidFill>
                  <a:srgbClr val="000000"/>
                </a:solidFill>
                <a:latin typeface="Arial MT"/>
              </a:rPr>
              <a:t>simple</a:t>
            </a:r>
            <a:r>
              <a:rPr b="0" lang="en-GB" sz="2000" spc="-26" strike="noStrike">
                <a:solidFill>
                  <a:srgbClr val="000000"/>
                </a:solidFill>
                <a:latin typeface="Arial MT"/>
              </a:rPr>
              <a:t> </a:t>
            </a:r>
            <a:r>
              <a:rPr b="0" lang="en-GB" sz="2000" spc="-1" strike="noStrike">
                <a:solidFill>
                  <a:srgbClr val="000000"/>
                </a:solidFill>
                <a:latin typeface="Arial MT"/>
              </a:rPr>
              <a:t>and</a:t>
            </a:r>
            <a:r>
              <a:rPr b="0" lang="en-GB" sz="2000" spc="-26" strike="noStrike">
                <a:solidFill>
                  <a:srgbClr val="000000"/>
                </a:solidFill>
                <a:latin typeface="Arial MT"/>
              </a:rPr>
              <a:t> </a:t>
            </a:r>
            <a:r>
              <a:rPr b="0" lang="en-GB" sz="2000" spc="-1" strike="noStrike">
                <a:solidFill>
                  <a:srgbClr val="000000"/>
                </a:solidFill>
                <a:latin typeface="Arial MT"/>
              </a:rPr>
              <a:t>more</a:t>
            </a:r>
            <a:r>
              <a:rPr b="0" lang="en-GB" sz="2000" spc="-26" strike="noStrike">
                <a:solidFill>
                  <a:srgbClr val="000000"/>
                </a:solidFill>
                <a:latin typeface="Arial MT"/>
              </a:rPr>
              <a:t> </a:t>
            </a:r>
            <a:r>
              <a:rPr b="0" lang="en-GB" sz="2000" spc="-1" strike="noStrike">
                <a:solidFill>
                  <a:srgbClr val="000000"/>
                </a:solidFill>
                <a:latin typeface="Arial MT"/>
              </a:rPr>
              <a:t>efficient</a:t>
            </a:r>
            <a:r>
              <a:rPr b="0" lang="en-GB" sz="2000" spc="-26" strike="noStrike">
                <a:solidFill>
                  <a:srgbClr val="000000"/>
                </a:solidFill>
                <a:latin typeface="Arial MT"/>
              </a:rPr>
              <a:t> </a:t>
            </a:r>
            <a:r>
              <a:rPr b="0" lang="en-GB" sz="2000" spc="-12" strike="noStrike">
                <a:solidFill>
                  <a:srgbClr val="000000"/>
                </a:solidFill>
                <a:latin typeface="Arial MT"/>
              </a:rPr>
              <a:t>method </a:t>
            </a:r>
            <a:r>
              <a:rPr b="0" lang="en-GB" sz="2000" spc="-1" strike="noStrike">
                <a:solidFill>
                  <a:srgbClr val="000000"/>
                </a:solidFill>
                <a:latin typeface="Arial MT"/>
              </a:rPr>
              <a:t>for</a:t>
            </a:r>
            <a:r>
              <a:rPr b="0" lang="en-GB" sz="2000" spc="-32" strike="noStrike">
                <a:solidFill>
                  <a:srgbClr val="000000"/>
                </a:solidFill>
                <a:latin typeface="Arial MT"/>
              </a:rPr>
              <a:t> </a:t>
            </a:r>
            <a:r>
              <a:rPr b="0" lang="en-GB" sz="2000" spc="-1" strike="noStrike">
                <a:solidFill>
                  <a:srgbClr val="000000"/>
                </a:solidFill>
                <a:latin typeface="Arial MT"/>
              </a:rPr>
              <a:t>binary</a:t>
            </a:r>
            <a:r>
              <a:rPr b="0" lang="en-GB" sz="2000" spc="-21" strike="noStrike">
                <a:solidFill>
                  <a:srgbClr val="000000"/>
                </a:solidFill>
                <a:latin typeface="Arial MT"/>
              </a:rPr>
              <a:t> </a:t>
            </a:r>
            <a:r>
              <a:rPr b="0" lang="en-GB" sz="2000" spc="-1" strike="noStrike">
                <a:solidFill>
                  <a:srgbClr val="000000"/>
                </a:solidFill>
                <a:latin typeface="Arial MT"/>
              </a:rPr>
              <a:t>and</a:t>
            </a:r>
            <a:r>
              <a:rPr b="0" lang="en-GB" sz="2000" spc="-21" strike="noStrike">
                <a:solidFill>
                  <a:srgbClr val="000000"/>
                </a:solidFill>
                <a:latin typeface="Arial MT"/>
              </a:rPr>
              <a:t> </a:t>
            </a:r>
            <a:r>
              <a:rPr b="0" lang="en-GB" sz="2000" spc="-1" strike="noStrike">
                <a:solidFill>
                  <a:srgbClr val="000000"/>
                </a:solidFill>
                <a:latin typeface="Arial MT"/>
              </a:rPr>
              <a:t>linear</a:t>
            </a:r>
            <a:r>
              <a:rPr b="0" lang="en-GB" sz="2000" spc="-21" strike="noStrike">
                <a:solidFill>
                  <a:srgbClr val="000000"/>
                </a:solidFill>
                <a:latin typeface="Arial MT"/>
              </a:rPr>
              <a:t> </a:t>
            </a:r>
            <a:r>
              <a:rPr b="0" lang="en-GB" sz="2000" spc="-1" strike="noStrike">
                <a:solidFill>
                  <a:srgbClr val="000000"/>
                </a:solidFill>
                <a:latin typeface="Arial MT"/>
              </a:rPr>
              <a:t>classification</a:t>
            </a:r>
            <a:r>
              <a:rPr b="0" lang="en-GB" sz="2000" spc="-21" strike="noStrike">
                <a:solidFill>
                  <a:srgbClr val="000000"/>
                </a:solidFill>
                <a:latin typeface="Arial MT"/>
              </a:rPr>
              <a:t> </a:t>
            </a:r>
            <a:r>
              <a:rPr b="0" lang="en-GB" sz="2000" spc="-1" strike="noStrike">
                <a:solidFill>
                  <a:srgbClr val="000000"/>
                </a:solidFill>
                <a:latin typeface="Arial MT"/>
              </a:rPr>
              <a:t>problems.</a:t>
            </a:r>
            <a:r>
              <a:rPr b="0" lang="en-GB" sz="2000" spc="-21" strike="noStrike">
                <a:solidFill>
                  <a:srgbClr val="000000"/>
                </a:solidFill>
                <a:latin typeface="Arial MT"/>
              </a:rPr>
              <a:t> Real-World Examples </a:t>
            </a:r>
            <a:r>
              <a:rPr b="0" lang="en-US" sz="2000" spc="-21" strike="noStrike">
                <a:solidFill>
                  <a:srgbClr val="000000"/>
                </a:solidFill>
                <a:latin typeface="Arial MT"/>
              </a:rPr>
              <a:t>where logistic regression is used are </a:t>
            </a:r>
            <a:r>
              <a:rPr b="0" lang="en-US" sz="2000" spc="-1" strike="noStrike">
                <a:solidFill>
                  <a:srgbClr val="000000"/>
                </a:solidFill>
                <a:latin typeface="Arial MT"/>
              </a:rPr>
              <a:t>Disease prediction (e.g., diabetes),Credit risk assessment, Purchase prediction and so on.</a:t>
            </a:r>
            <a:endParaRPr b="0" lang="en-GB" sz="2000" spc="-1" strike="noStrike">
              <a:solidFill>
                <a:srgbClr val="000000"/>
              </a:solidFill>
              <a:latin typeface="Arial"/>
            </a:endParaRPr>
          </a:p>
        </p:txBody>
      </p:sp>
      <p:pic>
        <p:nvPicPr>
          <p:cNvPr id="80" name="object 3" descr=""/>
          <p:cNvPicPr/>
          <p:nvPr/>
        </p:nvPicPr>
        <p:blipFill>
          <a:blip r:embed="rId1"/>
          <a:stretch/>
        </p:blipFill>
        <p:spPr>
          <a:xfrm>
            <a:off x="6740280" y="122760"/>
            <a:ext cx="5226840" cy="2666880"/>
          </a:xfrm>
          <a:prstGeom prst="rect">
            <a:avLst/>
          </a:prstGeom>
          <a:ln w="0">
            <a:noFill/>
          </a:ln>
        </p:spPr>
      </p:pic>
      <p:pic>
        <p:nvPicPr>
          <p:cNvPr id="81" name="object 5" descr=""/>
          <p:cNvPicPr/>
          <p:nvPr/>
        </p:nvPicPr>
        <p:blipFill>
          <a:blip r:embed="rId2"/>
          <a:stretch/>
        </p:blipFill>
        <p:spPr>
          <a:xfrm>
            <a:off x="6692040" y="2997360"/>
            <a:ext cx="5499000" cy="384840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788040" y="153720"/>
            <a:ext cx="10362600" cy="276120"/>
          </a:xfrm>
          <a:prstGeom prst="rect">
            <a:avLst/>
          </a:prstGeom>
          <a:noFill/>
          <a:ln w="0">
            <a:noFill/>
          </a:ln>
        </p:spPr>
        <p:txBody>
          <a:bodyPr lIns="0" rIns="0" tIns="0" bIns="0" anchor="t">
            <a:noAutofit/>
          </a:bodyPr>
          <a:p>
            <a:pPr indent="0">
              <a:lnSpc>
                <a:spcPct val="100000"/>
              </a:lnSpc>
              <a:buNone/>
              <a:tabLst>
                <a:tab algn="l" pos="0"/>
              </a:tabLst>
            </a:pPr>
            <a:r>
              <a:rPr b="1" lang="en-US" sz="1800" spc="-1" strike="noStrike">
                <a:solidFill>
                  <a:schemeClr val="dk1"/>
                </a:solidFill>
                <a:latin typeface="Arial"/>
              </a:rPr>
              <a:t>                       </a:t>
            </a:r>
            <a:r>
              <a:rPr b="1" lang="en-US" sz="1800" spc="-1" strike="noStrike">
                <a:solidFill>
                  <a:schemeClr val="dk1"/>
                </a:solidFill>
                <a:latin typeface="Arial"/>
              </a:rPr>
              <a:t>STRENGTH, WEAKNESS  AND ASSUMPTION OF LOGISTICS REGRESSION</a:t>
            </a:r>
            <a:endParaRPr b="0" lang="en-GB" sz="1800" spc="-1" strike="noStrike">
              <a:solidFill>
                <a:srgbClr val="000000"/>
              </a:solidFill>
              <a:latin typeface="Arial"/>
            </a:endParaRPr>
          </a:p>
        </p:txBody>
      </p:sp>
      <p:graphicFrame>
        <p:nvGraphicFramePr>
          <p:cNvPr id="83" name="Table 3"/>
          <p:cNvGraphicFramePr/>
          <p:nvPr/>
        </p:nvGraphicFramePr>
        <p:xfrm>
          <a:off x="1332720" y="831960"/>
          <a:ext cx="9587160" cy="4374000"/>
        </p:xfrm>
        <a:graphic>
          <a:graphicData uri="http://schemas.openxmlformats.org/drawingml/2006/table">
            <a:tbl>
              <a:tblPr/>
              <a:tblGrid>
                <a:gridCol w="4706280"/>
                <a:gridCol w="4881240"/>
              </a:tblGrid>
              <a:tr h="640080">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STRENGTH</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WEAKNESS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r>
              <a:tr h="640080">
                <a:tc>
                  <a:txBody>
                    <a:bodyPr anchor="t">
                      <a:noAutofit/>
                    </a:bodyPr>
                    <a:p>
                      <a:pPr>
                        <a:lnSpc>
                          <a:spcPct val="100000"/>
                        </a:lnSpc>
                      </a:pPr>
                      <a:r>
                        <a:rPr b="0" lang="en-US" sz="1800" spc="-1" strike="noStrike">
                          <a:solidFill>
                            <a:schemeClr val="dk1"/>
                          </a:solidFill>
                          <a:latin typeface="Calibri"/>
                        </a:rPr>
                        <a:t>Easy to interpret.</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Assumes a linear relationship.</a:t>
                      </a:r>
                      <a:endParaRPr b="0" lang="en-GB" sz="1800" spc="-1" strike="noStrike">
                        <a:solidFill>
                          <a:srgbClr val="000000"/>
                        </a:solidFill>
                        <a:latin typeface="Arial"/>
                      </a:endParaRPr>
                    </a:p>
                    <a:p>
                      <a:pPr>
                        <a:lnSpc>
                          <a:spcPct val="100000"/>
                        </a:lnSpc>
                      </a:pP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675360">
                <a:tc>
                  <a:txBody>
                    <a:bodyPr anchor="t">
                      <a:noAutofit/>
                    </a:bodyPr>
                    <a:p>
                      <a:pPr>
                        <a:lnSpc>
                          <a:spcPct val="100000"/>
                        </a:lnSpc>
                      </a:pPr>
                      <a:r>
                        <a:rPr b="0" lang="en-US" sz="1800" spc="-1" strike="noStrike">
                          <a:solidFill>
                            <a:schemeClr val="dk1"/>
                          </a:solidFill>
                          <a:latin typeface="Calibri"/>
                        </a:rPr>
                        <a:t>Efficient for small datasets.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Not ideal for complex or non-linear problems.</a:t>
                      </a:r>
                      <a:endParaRPr b="0" lang="en-GB" sz="1800" spc="-1" strike="noStrike">
                        <a:solidFill>
                          <a:srgbClr val="000000"/>
                        </a:solidFill>
                        <a:latin typeface="Arial"/>
                      </a:endParaRPr>
                    </a:p>
                    <a:p>
                      <a:pPr>
                        <a:lnSpc>
                          <a:spcPct val="100000"/>
                        </a:lnSpc>
                      </a:pP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640080">
                <a:tc>
                  <a:txBody>
                    <a:bodyPr anchor="t">
                      <a:noAutofit/>
                    </a:bodyPr>
                    <a:p>
                      <a:pPr>
                        <a:lnSpc>
                          <a:spcPct val="100000"/>
                        </a:lnSpc>
                      </a:pPr>
                      <a:r>
                        <a:rPr b="0" lang="en-US" sz="1800" spc="-1" strike="noStrike">
                          <a:solidFill>
                            <a:schemeClr val="dk1"/>
                          </a:solidFill>
                          <a:latin typeface="Calibri"/>
                        </a:rPr>
                        <a:t>Probability-based predictions.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Requires independent features.</a:t>
                      </a:r>
                      <a:endParaRPr b="0" lang="en-GB" sz="1800" spc="-1" strike="noStrike">
                        <a:solidFill>
                          <a:srgbClr val="000000"/>
                        </a:solidFill>
                        <a:latin typeface="Arial"/>
                      </a:endParaRPr>
                    </a:p>
                    <a:p>
                      <a:pPr>
                        <a:lnSpc>
                          <a:spcPct val="100000"/>
                        </a:lnSpc>
                      </a:pP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640080">
                <a:tc>
                  <a:txBody>
                    <a:bodyPr anchor="t">
                      <a:noAutofit/>
                    </a:bodyPr>
                    <a:p>
                      <a:pPr>
                        <a:lnSpc>
                          <a:spcPct val="100000"/>
                        </a:lnSpc>
                      </a:pPr>
                      <a:r>
                        <a:rPr b="0" lang="en-US" sz="1800" spc="-1" strike="noStrike">
                          <a:solidFill>
                            <a:schemeClr val="dk1"/>
                          </a:solidFill>
                          <a:latin typeface="Calibri"/>
                        </a:rPr>
                        <a:t>Handles binary outcomes well.</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Struggles with imbalanced data.</a:t>
                      </a:r>
                      <a:endParaRPr b="0" lang="en-GB" sz="1800" spc="-1" strike="noStrike">
                        <a:solidFill>
                          <a:srgbClr val="000000"/>
                        </a:solidFill>
                        <a:latin typeface="Arial"/>
                      </a:endParaRPr>
                    </a:p>
                    <a:p>
                      <a:pPr>
                        <a:lnSpc>
                          <a:spcPct val="100000"/>
                        </a:lnSpc>
                      </a:pP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678600">
                <a:tc>
                  <a:txBody>
                    <a:bodyPr anchor="t">
                      <a:noAutofit/>
                    </a:bodyPr>
                    <a:p>
                      <a:pPr>
                        <a:lnSpc>
                          <a:spcPct val="100000"/>
                        </a:lnSpc>
                      </a:pPr>
                      <a:r>
                        <a:rPr b="0" lang="en-US" sz="1800" spc="-1" strike="noStrike">
                          <a:solidFill>
                            <a:schemeClr val="dk1"/>
                          </a:solidFill>
                          <a:latin typeface="Calibri"/>
                        </a:rPr>
                        <a:t>Less prone to overfitting with regularization.</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Sensitive to feature scaling.</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bl>
          </a:graphicData>
        </a:graphic>
      </p:graphicFrame>
      <p:sp>
        <p:nvSpPr>
          <p:cNvPr id="84" name="Title 1"/>
          <p:cNvSpPr/>
          <p:nvPr/>
        </p:nvSpPr>
        <p:spPr>
          <a:xfrm>
            <a:off x="577800" y="4960800"/>
            <a:ext cx="11182320" cy="210276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800" spc="-1" strike="noStrike">
                <a:solidFill>
                  <a:schemeClr val="dk1"/>
                </a:solidFill>
                <a:latin typeface="Arial"/>
              </a:rPr>
              <a:t>                     </a:t>
            </a:r>
            <a:r>
              <a:rPr b="1" lang="en-US" sz="1800" spc="-1" strike="noStrike">
                <a:solidFill>
                  <a:schemeClr val="dk1"/>
                </a:solidFill>
                <a:latin typeface="Arial"/>
              </a:rPr>
              <a:t>ASSUMPTION OF LOGISTICS REGRESSION</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2400" spc="-1" strike="noStrike">
                <a:solidFill>
                  <a:schemeClr val="dk1"/>
                </a:solidFill>
                <a:latin typeface="Arial"/>
              </a:rPr>
              <a:t>Linearity: </a:t>
            </a:r>
            <a:r>
              <a:rPr b="0" lang="en-US" sz="2400" spc="-1" strike="noStrike">
                <a:solidFill>
                  <a:schemeClr val="dk1"/>
                </a:solidFill>
                <a:latin typeface="Arial"/>
              </a:rPr>
              <a:t>The relationship between input features and log-odds must be linear.</a:t>
            </a:r>
            <a:endParaRPr b="0" lang="en-GB" sz="2400" spc="-1" strike="noStrike">
              <a:solidFill>
                <a:srgbClr val="000000"/>
              </a:solidFill>
              <a:latin typeface="Arial"/>
            </a:endParaRPr>
          </a:p>
          <a:p>
            <a:pPr marL="285840" indent="-285840">
              <a:lnSpc>
                <a:spcPct val="100000"/>
              </a:lnSpc>
              <a:buClr>
                <a:srgbClr val="000000"/>
              </a:buClr>
              <a:buFont typeface="Wingdings" charset="2"/>
              <a:buChar char=""/>
            </a:pPr>
            <a:r>
              <a:rPr b="1" lang="en-US" sz="2400" spc="-1" strike="noStrike">
                <a:solidFill>
                  <a:schemeClr val="dk1"/>
                </a:solidFill>
                <a:latin typeface="Arial"/>
              </a:rPr>
              <a:t>No Multicollinearity: </a:t>
            </a:r>
            <a:r>
              <a:rPr b="0" lang="en-US" sz="2400" spc="-1" strike="noStrike">
                <a:solidFill>
                  <a:schemeClr val="dk1"/>
                </a:solidFill>
                <a:latin typeface="Arial"/>
              </a:rPr>
              <a:t>Features should be independent of each other.</a:t>
            </a:r>
            <a:endParaRPr b="0" lang="en-GB" sz="2400" spc="-1" strike="noStrike">
              <a:solidFill>
                <a:srgbClr val="000000"/>
              </a:solidFill>
              <a:latin typeface="Arial"/>
            </a:endParaRPr>
          </a:p>
          <a:p>
            <a:pPr marL="285840" indent="-285840">
              <a:lnSpc>
                <a:spcPct val="100000"/>
              </a:lnSpc>
              <a:buClr>
                <a:srgbClr val="000000"/>
              </a:buClr>
              <a:buFont typeface="Wingdings" charset="2"/>
              <a:buChar char=""/>
            </a:pPr>
            <a:r>
              <a:rPr b="1" lang="en-US" sz="2400" spc="-1" strike="noStrike">
                <a:solidFill>
                  <a:schemeClr val="dk1"/>
                </a:solidFill>
                <a:latin typeface="Arial Bold"/>
              </a:rPr>
              <a:t>Large Sample Size: </a:t>
            </a:r>
            <a:r>
              <a:rPr b="0" lang="en-US" sz="2400" spc="-1" strike="noStrike">
                <a:solidFill>
                  <a:schemeClr val="dk1"/>
                </a:solidFill>
                <a:latin typeface="Arial"/>
              </a:rPr>
              <a:t>Logistic regression performs best with a larger sample size.</a:t>
            </a:r>
            <a:endParaRPr b="0" lang="en-GB" sz="2400" spc="-1" strike="noStrike">
              <a:solidFill>
                <a:srgbClr val="000000"/>
              </a:solidFill>
              <a:latin typeface="Arial"/>
            </a:endParaRPr>
          </a:p>
          <a:p>
            <a:pPr marL="285840" indent="-285840">
              <a:lnSpc>
                <a:spcPct val="100000"/>
              </a:lnSpc>
              <a:buClr>
                <a:srgbClr val="000000"/>
              </a:buClr>
              <a:buFont typeface="Wingdings" charset="2"/>
              <a:buChar char=""/>
            </a:pPr>
            <a:r>
              <a:rPr b="1" lang="en-US" sz="2400" spc="-1" strike="noStrike">
                <a:solidFill>
                  <a:schemeClr val="dk1"/>
                </a:solidFill>
                <a:latin typeface="Arial Bold"/>
              </a:rPr>
              <a:t>Binary Output: </a:t>
            </a:r>
            <a:r>
              <a:rPr b="0" lang="en-US" sz="2400" spc="-1" strike="noStrike">
                <a:solidFill>
                  <a:schemeClr val="dk1"/>
                </a:solidFill>
                <a:latin typeface="Arial"/>
              </a:rPr>
              <a:t>Works best when the output is binary.</a:t>
            </a:r>
            <a:endParaRPr b="0" lang="en-GB"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264600" y="176400"/>
            <a:ext cx="2007720" cy="115740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n-GB" sz="1800" spc="-35" strike="noStrike">
                <a:solidFill>
                  <a:schemeClr val="dk1"/>
                </a:solidFill>
                <a:latin typeface="Calibri"/>
              </a:rPr>
              <a:t>K-</a:t>
            </a:r>
            <a:r>
              <a:rPr b="1" lang="en-GB" sz="1800" spc="-1" strike="noStrike">
                <a:solidFill>
                  <a:schemeClr val="dk1"/>
                </a:solidFill>
                <a:latin typeface="Calibri"/>
              </a:rPr>
              <a:t>Nearest</a:t>
            </a:r>
            <a:r>
              <a:rPr b="1" lang="en-GB" sz="1800" spc="-72" strike="noStrike">
                <a:solidFill>
                  <a:schemeClr val="dk1"/>
                </a:solidFill>
                <a:latin typeface="Calibri"/>
              </a:rPr>
              <a:t> </a:t>
            </a:r>
            <a:r>
              <a:rPr b="1" lang="en-GB" sz="1800" spc="-12" strike="noStrike">
                <a:solidFill>
                  <a:schemeClr val="dk1"/>
                </a:solidFill>
                <a:latin typeface="Calibri"/>
              </a:rPr>
              <a:t>Neighbour</a:t>
            </a:r>
            <a:endParaRPr b="0" lang="en-GB" sz="1800" spc="-1" strike="noStrike">
              <a:solidFill>
                <a:srgbClr val="000000"/>
              </a:solidFill>
              <a:latin typeface="Arial"/>
            </a:endParaRPr>
          </a:p>
        </p:txBody>
      </p:sp>
      <p:sp>
        <p:nvSpPr>
          <p:cNvPr id="86" name="object 4"/>
          <p:cNvSpPr/>
          <p:nvPr/>
        </p:nvSpPr>
        <p:spPr>
          <a:xfrm>
            <a:off x="264600" y="725040"/>
            <a:ext cx="5072400" cy="549864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2" strike="noStrike">
                <a:solidFill>
                  <a:srgbClr val="222222"/>
                </a:solidFill>
                <a:latin typeface="Calibri"/>
              </a:rPr>
              <a:t>Popularly</a:t>
            </a:r>
            <a:r>
              <a:rPr b="0" lang="en-GB" sz="1800" spc="-32" strike="noStrike">
                <a:solidFill>
                  <a:srgbClr val="222222"/>
                </a:solidFill>
                <a:latin typeface="Calibri"/>
              </a:rPr>
              <a:t> </a:t>
            </a:r>
            <a:r>
              <a:rPr b="0" lang="en-GB" sz="1800" spc="-1" strike="noStrike">
                <a:solidFill>
                  <a:srgbClr val="222222"/>
                </a:solidFill>
                <a:latin typeface="Calibri"/>
              </a:rPr>
              <a:t>also</a:t>
            </a:r>
            <a:r>
              <a:rPr b="0" lang="en-GB" sz="1800" spc="-26" strike="noStrike">
                <a:solidFill>
                  <a:srgbClr val="222222"/>
                </a:solidFill>
                <a:latin typeface="Calibri"/>
              </a:rPr>
              <a:t> </a:t>
            </a:r>
            <a:r>
              <a:rPr b="0" lang="en-GB" sz="1800" spc="-1" strike="noStrike">
                <a:solidFill>
                  <a:srgbClr val="222222"/>
                </a:solidFill>
                <a:latin typeface="Calibri"/>
              </a:rPr>
              <a:t>know</a:t>
            </a:r>
            <a:r>
              <a:rPr b="0" lang="en-GB" sz="1800" spc="-26" strike="noStrike">
                <a:solidFill>
                  <a:srgbClr val="222222"/>
                </a:solidFill>
                <a:latin typeface="Calibri"/>
              </a:rPr>
              <a:t> </a:t>
            </a:r>
            <a:r>
              <a:rPr b="0" lang="en-GB" sz="1800" spc="-1" strike="noStrike">
                <a:solidFill>
                  <a:srgbClr val="222222"/>
                </a:solidFill>
                <a:latin typeface="Calibri"/>
              </a:rPr>
              <a:t>as</a:t>
            </a:r>
            <a:r>
              <a:rPr b="0" lang="en-GB" sz="1800" spc="-26" strike="noStrike">
                <a:solidFill>
                  <a:srgbClr val="222222"/>
                </a:solidFill>
                <a:latin typeface="Calibri"/>
              </a:rPr>
              <a:t> </a:t>
            </a:r>
            <a:r>
              <a:rPr b="0" lang="en-GB" sz="1800" spc="-1" strike="noStrike">
                <a:solidFill>
                  <a:srgbClr val="222222"/>
                </a:solidFill>
                <a:latin typeface="Calibri"/>
              </a:rPr>
              <a:t>KNN,</a:t>
            </a:r>
            <a:r>
              <a:rPr b="0" lang="en-GB" sz="1800" spc="-26" strike="noStrike">
                <a:solidFill>
                  <a:srgbClr val="222222"/>
                </a:solidFill>
                <a:latin typeface="Calibri"/>
              </a:rPr>
              <a:t> </a:t>
            </a:r>
            <a:r>
              <a:rPr b="0" lang="en-GB" sz="1800" spc="-1" strike="noStrike">
                <a:solidFill>
                  <a:srgbClr val="222222"/>
                </a:solidFill>
                <a:latin typeface="Calibri"/>
              </a:rPr>
              <a:t>is</a:t>
            </a:r>
            <a:r>
              <a:rPr b="0" lang="en-GB" sz="1800" spc="-32" strike="noStrike">
                <a:solidFill>
                  <a:srgbClr val="222222"/>
                </a:solidFill>
                <a:latin typeface="Calibri"/>
              </a:rPr>
              <a:t> </a:t>
            </a:r>
            <a:r>
              <a:rPr b="0" lang="en-GB" sz="1800" spc="-1" strike="noStrike">
                <a:solidFill>
                  <a:srgbClr val="222222"/>
                </a:solidFill>
                <a:latin typeface="Calibri"/>
              </a:rPr>
              <a:t>a</a:t>
            </a:r>
            <a:r>
              <a:rPr b="0" lang="en-GB" sz="1800" spc="-26" strike="noStrike">
                <a:solidFill>
                  <a:srgbClr val="222222"/>
                </a:solidFill>
                <a:latin typeface="Calibri"/>
              </a:rPr>
              <a:t> </a:t>
            </a:r>
            <a:r>
              <a:rPr b="0" lang="en-GB" sz="1800" spc="-12" strike="noStrike">
                <a:solidFill>
                  <a:srgbClr val="222222"/>
                </a:solidFill>
                <a:latin typeface="Calibri"/>
              </a:rPr>
              <a:t>supervised</a:t>
            </a:r>
            <a:r>
              <a:rPr b="0" lang="en-GB" sz="1800" spc="-26" strike="noStrike">
                <a:solidFill>
                  <a:srgbClr val="222222"/>
                </a:solidFill>
                <a:latin typeface="Calibri"/>
              </a:rPr>
              <a:t> </a:t>
            </a:r>
            <a:r>
              <a:rPr b="0" lang="en-GB" sz="1800" spc="-12" strike="noStrike">
                <a:solidFill>
                  <a:srgbClr val="222222"/>
                </a:solidFill>
                <a:latin typeface="Calibri"/>
              </a:rPr>
              <a:t>machine </a:t>
            </a:r>
            <a:r>
              <a:rPr b="0" lang="en-GB" sz="1800" spc="-1" strike="noStrike">
                <a:solidFill>
                  <a:srgbClr val="222222"/>
                </a:solidFill>
                <a:latin typeface="Calibri"/>
              </a:rPr>
              <a:t>learning</a:t>
            </a:r>
            <a:r>
              <a:rPr b="0" lang="en-GB" sz="1800" spc="-60" strike="noStrike">
                <a:solidFill>
                  <a:srgbClr val="222222"/>
                </a:solidFill>
                <a:latin typeface="Calibri"/>
              </a:rPr>
              <a:t> </a:t>
            </a:r>
            <a:r>
              <a:rPr b="0" lang="en-GB" sz="1800" spc="-1" strike="noStrike">
                <a:solidFill>
                  <a:srgbClr val="222222"/>
                </a:solidFill>
                <a:latin typeface="Calibri"/>
              </a:rPr>
              <a:t>algorithm.</a:t>
            </a:r>
            <a:r>
              <a:rPr b="0" lang="en-GB" sz="1800" spc="-60" strike="noStrike">
                <a:solidFill>
                  <a:srgbClr val="222222"/>
                </a:solidFill>
                <a:latin typeface="Calibri"/>
              </a:rPr>
              <a:t> </a:t>
            </a:r>
            <a:r>
              <a:rPr b="0" lang="en-GB" sz="1800" spc="-1" strike="noStrike">
                <a:solidFill>
                  <a:srgbClr val="222222"/>
                </a:solidFill>
                <a:latin typeface="Calibri"/>
              </a:rPr>
              <a:t>The</a:t>
            </a:r>
            <a:r>
              <a:rPr b="0" lang="en-GB" sz="1800" spc="-60" strike="noStrike">
                <a:solidFill>
                  <a:srgbClr val="222222"/>
                </a:solidFill>
                <a:latin typeface="Calibri"/>
              </a:rPr>
              <a:t> </a:t>
            </a:r>
            <a:r>
              <a:rPr b="0" lang="en-GB" sz="1800" spc="-1" strike="noStrike">
                <a:solidFill>
                  <a:srgbClr val="222222"/>
                </a:solidFill>
                <a:latin typeface="Calibri"/>
              </a:rPr>
              <a:t>algorithm</a:t>
            </a:r>
            <a:r>
              <a:rPr b="0" lang="en-GB" sz="1800" spc="-60" strike="noStrike">
                <a:solidFill>
                  <a:srgbClr val="222222"/>
                </a:solidFill>
                <a:latin typeface="Calibri"/>
              </a:rPr>
              <a:t> </a:t>
            </a:r>
            <a:r>
              <a:rPr b="0" lang="en-GB" sz="1800" spc="-1" strike="noStrike">
                <a:solidFill>
                  <a:srgbClr val="222222"/>
                </a:solidFill>
                <a:latin typeface="Calibri"/>
              </a:rPr>
              <a:t>can</a:t>
            </a:r>
            <a:r>
              <a:rPr b="0" lang="en-GB" sz="1800" spc="-60" strike="noStrike">
                <a:solidFill>
                  <a:srgbClr val="222222"/>
                </a:solidFill>
                <a:latin typeface="Calibri"/>
              </a:rPr>
              <a:t> </a:t>
            </a:r>
            <a:r>
              <a:rPr b="0" lang="en-GB" sz="1800" spc="-1" strike="noStrike">
                <a:solidFill>
                  <a:srgbClr val="222222"/>
                </a:solidFill>
                <a:latin typeface="Calibri"/>
              </a:rPr>
              <a:t>be</a:t>
            </a:r>
            <a:r>
              <a:rPr b="0" lang="en-GB" sz="1800" spc="-55" strike="noStrike">
                <a:solidFill>
                  <a:srgbClr val="222222"/>
                </a:solidFill>
                <a:latin typeface="Calibri"/>
              </a:rPr>
              <a:t> </a:t>
            </a:r>
            <a:r>
              <a:rPr b="0" lang="en-GB" sz="1800" spc="-1" strike="noStrike">
                <a:solidFill>
                  <a:srgbClr val="222222"/>
                </a:solidFill>
                <a:latin typeface="Calibri"/>
              </a:rPr>
              <a:t>used</a:t>
            </a:r>
            <a:r>
              <a:rPr b="0" lang="en-GB" sz="1800" spc="-60" strike="noStrike">
                <a:solidFill>
                  <a:srgbClr val="222222"/>
                </a:solidFill>
                <a:latin typeface="Calibri"/>
              </a:rPr>
              <a:t> </a:t>
            </a:r>
            <a:r>
              <a:rPr b="0" lang="en-GB" sz="1800" spc="-1" strike="noStrike">
                <a:solidFill>
                  <a:srgbClr val="222222"/>
                </a:solidFill>
                <a:latin typeface="Calibri"/>
              </a:rPr>
              <a:t>to</a:t>
            </a:r>
            <a:r>
              <a:rPr b="0" lang="en-GB" sz="1800" spc="-60" strike="noStrike">
                <a:solidFill>
                  <a:srgbClr val="222222"/>
                </a:solidFill>
                <a:latin typeface="Calibri"/>
              </a:rPr>
              <a:t> </a:t>
            </a:r>
            <a:r>
              <a:rPr b="0" lang="en-GB" sz="1800" spc="-12" strike="noStrike">
                <a:solidFill>
                  <a:srgbClr val="222222"/>
                </a:solidFill>
                <a:latin typeface="Calibri"/>
              </a:rPr>
              <a:t>solve </a:t>
            </a:r>
            <a:r>
              <a:rPr b="0" lang="en-GB" sz="1800" spc="-1" strike="noStrike">
                <a:solidFill>
                  <a:srgbClr val="222222"/>
                </a:solidFill>
                <a:latin typeface="Calibri"/>
              </a:rPr>
              <a:t>both</a:t>
            </a:r>
            <a:r>
              <a:rPr b="0" lang="en-GB" sz="1800" spc="-41" strike="noStrike">
                <a:solidFill>
                  <a:srgbClr val="222222"/>
                </a:solidFill>
                <a:latin typeface="Calibri"/>
              </a:rPr>
              <a:t> </a:t>
            </a:r>
            <a:r>
              <a:rPr b="0" lang="en-GB" sz="1800" spc="-12" strike="noStrike">
                <a:solidFill>
                  <a:srgbClr val="222222"/>
                </a:solidFill>
                <a:latin typeface="Calibri"/>
              </a:rPr>
              <a:t>classification</a:t>
            </a:r>
            <a:r>
              <a:rPr b="0" lang="en-GB" sz="1800" spc="-41" strike="noStrike">
                <a:solidFill>
                  <a:srgbClr val="222222"/>
                </a:solidFill>
                <a:latin typeface="Calibri"/>
              </a:rPr>
              <a:t> </a:t>
            </a:r>
            <a:r>
              <a:rPr b="0" lang="en-GB" sz="1800" spc="-1" strike="noStrike">
                <a:solidFill>
                  <a:srgbClr val="222222"/>
                </a:solidFill>
                <a:latin typeface="Calibri"/>
              </a:rPr>
              <a:t>and</a:t>
            </a:r>
            <a:r>
              <a:rPr b="0" lang="en-GB" sz="1800" spc="-41" strike="noStrike">
                <a:solidFill>
                  <a:srgbClr val="222222"/>
                </a:solidFill>
                <a:latin typeface="Calibri"/>
              </a:rPr>
              <a:t> </a:t>
            </a:r>
            <a:r>
              <a:rPr b="0" lang="en-GB" sz="1800" spc="-12" strike="noStrike">
                <a:solidFill>
                  <a:srgbClr val="222222"/>
                </a:solidFill>
                <a:latin typeface="Calibri"/>
              </a:rPr>
              <a:t>regression</a:t>
            </a:r>
            <a:r>
              <a:rPr b="0" lang="en-GB" sz="1800" spc="-35" strike="noStrike">
                <a:solidFill>
                  <a:srgbClr val="222222"/>
                </a:solidFill>
                <a:latin typeface="Calibri"/>
              </a:rPr>
              <a:t> </a:t>
            </a:r>
            <a:r>
              <a:rPr b="0" lang="en-GB" sz="1800" spc="-12" strike="noStrike">
                <a:solidFill>
                  <a:srgbClr val="222222"/>
                </a:solidFill>
                <a:latin typeface="Calibri"/>
              </a:rPr>
              <a:t>problem</a:t>
            </a:r>
            <a:r>
              <a:rPr b="0" lang="en-GB" sz="1800" spc="494" strike="noStrike">
                <a:solidFill>
                  <a:srgbClr val="222222"/>
                </a:solidFill>
                <a:latin typeface="Calibri"/>
              </a:rPr>
              <a:t> </a:t>
            </a:r>
            <a:r>
              <a:rPr b="0" lang="en-GB" sz="1800" spc="-12" strike="noStrike">
                <a:solidFill>
                  <a:srgbClr val="222222"/>
                </a:solidFill>
                <a:latin typeface="Calibri"/>
              </a:rPr>
              <a:t>statements.</a:t>
            </a:r>
            <a:endParaRPr b="0" lang="en-GB" sz="1800" spc="-1" strike="noStrike">
              <a:solidFill>
                <a:srgbClr val="000000"/>
              </a:solidFill>
              <a:latin typeface="Arial"/>
            </a:endParaRPr>
          </a:p>
          <a:p>
            <a:pPr marL="12600">
              <a:lnSpc>
                <a:spcPct val="100000"/>
              </a:lnSpc>
            </a:pPr>
            <a:r>
              <a:rPr b="0" lang="en-GB" sz="1800" spc="-1" strike="noStrike">
                <a:solidFill>
                  <a:srgbClr val="222222"/>
                </a:solidFill>
                <a:latin typeface="Calibri"/>
              </a:rPr>
              <a:t>The</a:t>
            </a:r>
            <a:r>
              <a:rPr b="0" lang="en-GB" sz="1800" spc="-46" strike="noStrike">
                <a:solidFill>
                  <a:srgbClr val="222222"/>
                </a:solidFill>
                <a:latin typeface="Calibri"/>
              </a:rPr>
              <a:t> </a:t>
            </a:r>
            <a:r>
              <a:rPr b="0" lang="en-GB" sz="1800" spc="-1" strike="noStrike">
                <a:solidFill>
                  <a:srgbClr val="222222"/>
                </a:solidFill>
                <a:latin typeface="Calibri"/>
              </a:rPr>
              <a:t>number</a:t>
            </a:r>
            <a:r>
              <a:rPr b="0" lang="en-GB" sz="1800" spc="-46" strike="noStrike">
                <a:solidFill>
                  <a:srgbClr val="222222"/>
                </a:solidFill>
                <a:latin typeface="Calibri"/>
              </a:rPr>
              <a:t> </a:t>
            </a:r>
            <a:r>
              <a:rPr b="0" lang="en-GB" sz="1800" spc="-1" strike="noStrike">
                <a:solidFill>
                  <a:srgbClr val="222222"/>
                </a:solidFill>
                <a:latin typeface="Calibri"/>
              </a:rPr>
              <a:t>of</a:t>
            </a:r>
            <a:r>
              <a:rPr b="0" lang="en-GB" sz="1800" spc="-46" strike="noStrike">
                <a:solidFill>
                  <a:srgbClr val="222222"/>
                </a:solidFill>
                <a:latin typeface="Calibri"/>
              </a:rPr>
              <a:t> </a:t>
            </a:r>
            <a:r>
              <a:rPr b="0" lang="en-GB" sz="1800" spc="-12" strike="noStrike">
                <a:solidFill>
                  <a:srgbClr val="222222"/>
                </a:solidFill>
                <a:latin typeface="Calibri"/>
              </a:rPr>
              <a:t>nearest</a:t>
            </a:r>
            <a:r>
              <a:rPr b="0" lang="en-GB" sz="1800" spc="-46" strike="noStrike">
                <a:solidFill>
                  <a:srgbClr val="222222"/>
                </a:solidFill>
                <a:latin typeface="Calibri"/>
              </a:rPr>
              <a:t> </a:t>
            </a:r>
            <a:r>
              <a:rPr b="0" lang="en-GB" sz="1800" spc="-12" strike="noStrike">
                <a:solidFill>
                  <a:srgbClr val="222222"/>
                </a:solidFill>
                <a:latin typeface="Calibri"/>
              </a:rPr>
              <a:t>neighbours</a:t>
            </a:r>
            <a:r>
              <a:rPr b="0" lang="en-GB" sz="1800" spc="-46" strike="noStrike">
                <a:solidFill>
                  <a:srgbClr val="222222"/>
                </a:solidFill>
                <a:latin typeface="Calibri"/>
              </a:rPr>
              <a:t> </a:t>
            </a:r>
            <a:r>
              <a:rPr b="0" lang="en-GB" sz="1800" spc="-1" strike="noStrike">
                <a:solidFill>
                  <a:srgbClr val="222222"/>
                </a:solidFill>
                <a:latin typeface="Calibri"/>
              </a:rPr>
              <a:t>to</a:t>
            </a:r>
            <a:r>
              <a:rPr b="0" lang="en-GB" sz="1800" spc="-46" strike="noStrike">
                <a:solidFill>
                  <a:srgbClr val="222222"/>
                </a:solidFill>
                <a:latin typeface="Calibri"/>
              </a:rPr>
              <a:t> </a:t>
            </a:r>
            <a:r>
              <a:rPr b="0" lang="en-GB" sz="1800" spc="-1" strike="noStrike">
                <a:solidFill>
                  <a:srgbClr val="222222"/>
                </a:solidFill>
                <a:latin typeface="Calibri"/>
              </a:rPr>
              <a:t>a</a:t>
            </a:r>
            <a:r>
              <a:rPr b="0" lang="en-GB" sz="1800" spc="-46" strike="noStrike">
                <a:solidFill>
                  <a:srgbClr val="222222"/>
                </a:solidFill>
                <a:latin typeface="Calibri"/>
              </a:rPr>
              <a:t> </a:t>
            </a:r>
            <a:r>
              <a:rPr b="0" lang="en-GB" sz="1800" spc="-1" strike="noStrike">
                <a:solidFill>
                  <a:srgbClr val="222222"/>
                </a:solidFill>
                <a:latin typeface="Calibri"/>
              </a:rPr>
              <a:t>new</a:t>
            </a:r>
            <a:r>
              <a:rPr b="0" lang="en-GB" sz="1800" spc="-46" strike="noStrike">
                <a:solidFill>
                  <a:srgbClr val="222222"/>
                </a:solidFill>
                <a:latin typeface="Calibri"/>
              </a:rPr>
              <a:t> </a:t>
            </a:r>
            <a:r>
              <a:rPr b="0" lang="en-GB" sz="1800" spc="-12" strike="noStrike">
                <a:solidFill>
                  <a:srgbClr val="222222"/>
                </a:solidFill>
                <a:latin typeface="Calibri"/>
              </a:rPr>
              <a:t>unknown variable</a:t>
            </a:r>
            <a:r>
              <a:rPr b="0" lang="en-GB" sz="1800" spc="-35" strike="noStrike">
                <a:solidFill>
                  <a:srgbClr val="222222"/>
                </a:solidFill>
                <a:latin typeface="Calibri"/>
              </a:rPr>
              <a:t> </a:t>
            </a:r>
            <a:r>
              <a:rPr b="0" lang="en-GB" sz="1800" spc="-1" strike="noStrike">
                <a:solidFill>
                  <a:srgbClr val="222222"/>
                </a:solidFill>
                <a:latin typeface="Calibri"/>
              </a:rPr>
              <a:t>that</a:t>
            </a:r>
            <a:r>
              <a:rPr b="0" lang="en-GB" sz="1800" spc="-35" strike="noStrike">
                <a:solidFill>
                  <a:srgbClr val="222222"/>
                </a:solidFill>
                <a:latin typeface="Calibri"/>
              </a:rPr>
              <a:t> </a:t>
            </a:r>
            <a:r>
              <a:rPr b="0" lang="en-GB" sz="1800" spc="-1" strike="noStrike">
                <a:solidFill>
                  <a:srgbClr val="222222"/>
                </a:solidFill>
                <a:latin typeface="Calibri"/>
              </a:rPr>
              <a:t>has</a:t>
            </a:r>
            <a:r>
              <a:rPr b="0" lang="en-GB" sz="1800" spc="-35" strike="noStrike">
                <a:solidFill>
                  <a:srgbClr val="222222"/>
                </a:solidFill>
                <a:latin typeface="Calibri"/>
              </a:rPr>
              <a:t> </a:t>
            </a:r>
            <a:r>
              <a:rPr b="0" lang="en-GB" sz="1800" spc="-1" strike="noStrike">
                <a:solidFill>
                  <a:srgbClr val="222222"/>
                </a:solidFill>
                <a:latin typeface="Calibri"/>
              </a:rPr>
              <a:t>to</a:t>
            </a:r>
            <a:r>
              <a:rPr b="0" lang="en-GB" sz="1800" spc="-35" strike="noStrike">
                <a:solidFill>
                  <a:srgbClr val="222222"/>
                </a:solidFill>
                <a:latin typeface="Calibri"/>
              </a:rPr>
              <a:t> </a:t>
            </a:r>
            <a:r>
              <a:rPr b="0" lang="en-GB" sz="1800" spc="-1" strike="noStrike">
                <a:solidFill>
                  <a:srgbClr val="222222"/>
                </a:solidFill>
                <a:latin typeface="Calibri"/>
              </a:rPr>
              <a:t>be</a:t>
            </a:r>
            <a:r>
              <a:rPr b="0" lang="en-GB" sz="1800" spc="-35" strike="noStrike">
                <a:solidFill>
                  <a:srgbClr val="222222"/>
                </a:solidFill>
                <a:latin typeface="Calibri"/>
              </a:rPr>
              <a:t> </a:t>
            </a:r>
            <a:r>
              <a:rPr b="0" lang="en-GB" sz="1800" spc="-12" strike="noStrike">
                <a:solidFill>
                  <a:srgbClr val="222222"/>
                </a:solidFill>
                <a:latin typeface="Calibri"/>
              </a:rPr>
              <a:t>predicted</a:t>
            </a:r>
            <a:r>
              <a:rPr b="0" lang="en-GB" sz="1800" spc="-35" strike="noStrike">
                <a:solidFill>
                  <a:srgbClr val="222222"/>
                </a:solidFill>
                <a:latin typeface="Calibri"/>
              </a:rPr>
              <a:t> </a:t>
            </a:r>
            <a:r>
              <a:rPr b="0" lang="en-GB" sz="1800" spc="-1" strike="noStrike">
                <a:solidFill>
                  <a:srgbClr val="222222"/>
                </a:solidFill>
                <a:latin typeface="Calibri"/>
              </a:rPr>
              <a:t>or</a:t>
            </a:r>
            <a:r>
              <a:rPr b="0" lang="en-GB" sz="1800" spc="-35" strike="noStrike">
                <a:solidFill>
                  <a:srgbClr val="222222"/>
                </a:solidFill>
                <a:latin typeface="Calibri"/>
              </a:rPr>
              <a:t> </a:t>
            </a:r>
            <a:r>
              <a:rPr b="0" lang="en-GB" sz="1800" spc="-12" strike="noStrike">
                <a:solidFill>
                  <a:srgbClr val="222222"/>
                </a:solidFill>
                <a:latin typeface="Calibri"/>
              </a:rPr>
              <a:t>classified</a:t>
            </a:r>
            <a:r>
              <a:rPr b="0" lang="en-GB" sz="1800" spc="-32" strike="noStrike">
                <a:solidFill>
                  <a:srgbClr val="222222"/>
                </a:solidFill>
                <a:latin typeface="Calibri"/>
              </a:rPr>
              <a:t> </a:t>
            </a:r>
            <a:r>
              <a:rPr b="0" lang="en-GB" sz="1800" spc="-26" strike="noStrike">
                <a:solidFill>
                  <a:srgbClr val="222222"/>
                </a:solidFill>
                <a:latin typeface="Calibri"/>
              </a:rPr>
              <a:t>is </a:t>
            </a:r>
            <a:r>
              <a:rPr b="0" lang="en-GB" sz="1800" spc="-12" strike="noStrike">
                <a:solidFill>
                  <a:srgbClr val="222222"/>
                </a:solidFill>
                <a:latin typeface="Calibri"/>
              </a:rPr>
              <a:t>denoted</a:t>
            </a:r>
            <a:r>
              <a:rPr b="0" lang="en-GB" sz="1800" spc="-41" strike="noStrike">
                <a:solidFill>
                  <a:srgbClr val="222222"/>
                </a:solidFill>
                <a:latin typeface="Calibri"/>
              </a:rPr>
              <a:t> </a:t>
            </a:r>
            <a:r>
              <a:rPr b="0" lang="en-GB" sz="1800" spc="-1" strike="noStrike">
                <a:solidFill>
                  <a:srgbClr val="222222"/>
                </a:solidFill>
                <a:latin typeface="Calibri"/>
              </a:rPr>
              <a:t>by</a:t>
            </a:r>
            <a:r>
              <a:rPr b="0" lang="en-GB" sz="1800" spc="-41" strike="noStrike">
                <a:solidFill>
                  <a:srgbClr val="222222"/>
                </a:solidFill>
                <a:latin typeface="Calibri"/>
              </a:rPr>
              <a:t> </a:t>
            </a:r>
            <a:r>
              <a:rPr b="0" lang="en-GB" sz="1800" spc="-1" strike="noStrike">
                <a:solidFill>
                  <a:srgbClr val="222222"/>
                </a:solidFill>
                <a:latin typeface="Calibri"/>
              </a:rPr>
              <a:t>the</a:t>
            </a:r>
            <a:r>
              <a:rPr b="0" lang="en-GB" sz="1800" spc="-35" strike="noStrike">
                <a:solidFill>
                  <a:srgbClr val="222222"/>
                </a:solidFill>
                <a:latin typeface="Calibri"/>
              </a:rPr>
              <a:t> </a:t>
            </a:r>
            <a:r>
              <a:rPr b="0" lang="en-GB" sz="1800" spc="-12" strike="noStrike">
                <a:solidFill>
                  <a:srgbClr val="222222"/>
                </a:solidFill>
                <a:latin typeface="Calibri"/>
              </a:rPr>
              <a:t>symbol</a:t>
            </a:r>
            <a:r>
              <a:rPr b="0" lang="en-GB" sz="1800" spc="-41" strike="noStrike">
                <a:solidFill>
                  <a:srgbClr val="222222"/>
                </a:solidFill>
                <a:latin typeface="Calibri"/>
              </a:rPr>
              <a:t> </a:t>
            </a:r>
            <a:r>
              <a:rPr b="0" lang="en-GB" sz="1800" spc="-46" strike="noStrike">
                <a:solidFill>
                  <a:srgbClr val="222222"/>
                </a:solidFill>
                <a:latin typeface="Calibri"/>
              </a:rPr>
              <a:t>‘K’.</a:t>
            </a:r>
            <a:r>
              <a:rPr b="0" lang="en-GB" sz="1800" spc="-35" strike="noStrike">
                <a:solidFill>
                  <a:srgbClr val="222222"/>
                </a:solidFill>
                <a:latin typeface="Calibri"/>
              </a:rPr>
              <a:t> </a:t>
            </a:r>
            <a:r>
              <a:rPr b="0" lang="en-GB" sz="1800" spc="-1" strike="noStrike">
                <a:solidFill>
                  <a:srgbClr val="222222"/>
                </a:solidFill>
                <a:latin typeface="Calibri"/>
              </a:rPr>
              <a:t>The</a:t>
            </a:r>
            <a:r>
              <a:rPr b="0" lang="en-GB" sz="1800" spc="-41" strike="noStrike">
                <a:solidFill>
                  <a:srgbClr val="222222"/>
                </a:solidFill>
                <a:latin typeface="Calibri"/>
              </a:rPr>
              <a:t> </a:t>
            </a:r>
            <a:r>
              <a:rPr b="0" lang="en-GB" sz="1800" spc="-32" strike="noStrike">
                <a:solidFill>
                  <a:srgbClr val="222222"/>
                </a:solidFill>
                <a:latin typeface="Calibri"/>
              </a:rPr>
              <a:t>K-</a:t>
            </a:r>
            <a:r>
              <a:rPr b="0" lang="en-GB" sz="1800" spc="-12" strike="noStrike">
                <a:solidFill>
                  <a:srgbClr val="222222"/>
                </a:solidFill>
                <a:latin typeface="Calibri"/>
              </a:rPr>
              <a:t>Nearest</a:t>
            </a:r>
            <a:r>
              <a:rPr b="0" lang="en-GB" sz="1800" spc="-35" strike="noStrike">
                <a:solidFill>
                  <a:srgbClr val="222222"/>
                </a:solidFill>
                <a:latin typeface="Calibri"/>
              </a:rPr>
              <a:t> </a:t>
            </a:r>
            <a:r>
              <a:rPr b="0" lang="en-GB" sz="1800" spc="-12" strike="noStrike">
                <a:solidFill>
                  <a:srgbClr val="222222"/>
                </a:solidFill>
                <a:latin typeface="Calibri"/>
              </a:rPr>
              <a:t>Neighbour </a:t>
            </a:r>
            <a:r>
              <a:rPr b="0" lang="en-GB" sz="1800" spc="-12" strike="noStrike">
                <a:solidFill>
                  <a:srgbClr val="222222"/>
                </a:solidFill>
                <a:latin typeface="Tahoma"/>
              </a:rPr>
              <a:t>aim</a:t>
            </a:r>
            <a:r>
              <a:rPr b="0" lang="en-GB" sz="1800" spc="-171" strike="noStrike">
                <a:solidFill>
                  <a:srgbClr val="222222"/>
                </a:solidFill>
                <a:latin typeface="Tahoma"/>
              </a:rPr>
              <a:t> </a:t>
            </a:r>
            <a:r>
              <a:rPr b="0" lang="en-GB" sz="1800" spc="-1" strike="noStrike">
                <a:solidFill>
                  <a:srgbClr val="222222"/>
                </a:solidFill>
                <a:latin typeface="Tahoma"/>
              </a:rPr>
              <a:t>is</a:t>
            </a:r>
            <a:r>
              <a:rPr b="0" lang="en-GB" sz="1800" spc="-171" strike="noStrike">
                <a:solidFill>
                  <a:srgbClr val="222222"/>
                </a:solidFill>
                <a:latin typeface="Tahoma"/>
              </a:rPr>
              <a:t> </a:t>
            </a:r>
            <a:r>
              <a:rPr b="0" lang="en-GB" sz="1800" spc="-1" strike="noStrike">
                <a:solidFill>
                  <a:srgbClr val="222222"/>
                </a:solidFill>
                <a:latin typeface="Tahoma"/>
              </a:rPr>
              <a:t>to</a:t>
            </a:r>
            <a:r>
              <a:rPr b="0" lang="en-GB" sz="1800" spc="-165" strike="noStrike">
                <a:solidFill>
                  <a:srgbClr val="222222"/>
                </a:solidFill>
                <a:latin typeface="Tahoma"/>
              </a:rPr>
              <a:t> </a:t>
            </a:r>
            <a:r>
              <a:rPr b="0" lang="en-GB" sz="1800" spc="-1" strike="noStrike">
                <a:solidFill>
                  <a:srgbClr val="222222"/>
                </a:solidFill>
                <a:latin typeface="Tahoma"/>
              </a:rPr>
              <a:t>locate</a:t>
            </a:r>
            <a:r>
              <a:rPr b="0" lang="en-GB" sz="1800" spc="-171" strike="noStrike">
                <a:solidFill>
                  <a:srgbClr val="222222"/>
                </a:solidFill>
                <a:latin typeface="Tahoma"/>
              </a:rPr>
              <a:t> </a:t>
            </a:r>
            <a:r>
              <a:rPr b="0" lang="en-GB" sz="1800" spc="-1" strike="noStrike">
                <a:solidFill>
                  <a:srgbClr val="222222"/>
                </a:solidFill>
                <a:latin typeface="Tahoma"/>
              </a:rPr>
              <a:t>all</a:t>
            </a:r>
            <a:r>
              <a:rPr b="0" lang="en-GB" sz="1800" spc="-165" strike="noStrike">
                <a:solidFill>
                  <a:srgbClr val="222222"/>
                </a:solidFill>
                <a:latin typeface="Tahoma"/>
              </a:rPr>
              <a:t> </a:t>
            </a:r>
            <a:r>
              <a:rPr b="0" lang="en-GB" sz="1800" spc="-1" strike="noStrike">
                <a:solidFill>
                  <a:srgbClr val="222222"/>
                </a:solidFill>
                <a:latin typeface="Tahoma"/>
              </a:rPr>
              <a:t>of</a:t>
            </a:r>
            <a:r>
              <a:rPr b="0" lang="en-GB" sz="1800" spc="-171" strike="noStrike">
                <a:solidFill>
                  <a:srgbClr val="222222"/>
                </a:solidFill>
                <a:latin typeface="Tahoma"/>
              </a:rPr>
              <a:t> </a:t>
            </a:r>
            <a:r>
              <a:rPr b="0" lang="en-GB" sz="1800" spc="-1" strike="noStrike">
                <a:solidFill>
                  <a:srgbClr val="222222"/>
                </a:solidFill>
                <a:latin typeface="Tahoma"/>
              </a:rPr>
              <a:t>the</a:t>
            </a:r>
            <a:r>
              <a:rPr b="0" lang="en-GB" sz="1800" spc="-165" strike="noStrike">
                <a:solidFill>
                  <a:srgbClr val="222222"/>
                </a:solidFill>
                <a:latin typeface="Tahoma"/>
              </a:rPr>
              <a:t> </a:t>
            </a:r>
            <a:r>
              <a:rPr b="0" lang="en-GB" sz="1800" spc="-1" strike="noStrike">
                <a:solidFill>
                  <a:srgbClr val="222222"/>
                </a:solidFill>
                <a:latin typeface="Tahoma"/>
              </a:rPr>
              <a:t>closest</a:t>
            </a:r>
            <a:r>
              <a:rPr b="0" lang="en-GB" sz="1800" spc="-171" strike="noStrike">
                <a:solidFill>
                  <a:srgbClr val="222222"/>
                </a:solidFill>
                <a:latin typeface="Tahoma"/>
              </a:rPr>
              <a:t> </a:t>
            </a:r>
            <a:r>
              <a:rPr b="0" lang="en-GB" sz="1800" spc="-1" strike="noStrike">
                <a:solidFill>
                  <a:srgbClr val="222222"/>
                </a:solidFill>
                <a:latin typeface="Tahoma"/>
              </a:rPr>
              <a:t>neighbours</a:t>
            </a:r>
            <a:r>
              <a:rPr b="0" lang="en-GB" sz="1800" spc="-165" strike="noStrike">
                <a:solidFill>
                  <a:srgbClr val="222222"/>
                </a:solidFill>
                <a:latin typeface="Tahoma"/>
              </a:rPr>
              <a:t> </a:t>
            </a:r>
            <a:r>
              <a:rPr b="0" lang="en-GB" sz="1800" spc="-12" strike="noStrike">
                <a:solidFill>
                  <a:srgbClr val="222222"/>
                </a:solidFill>
                <a:latin typeface="Tahoma"/>
              </a:rPr>
              <a:t>around </a:t>
            </a:r>
            <a:r>
              <a:rPr b="0" lang="en-GB" sz="1800" spc="-46" strike="noStrike">
                <a:solidFill>
                  <a:srgbClr val="222222"/>
                </a:solidFill>
                <a:latin typeface="Tahoma"/>
              </a:rPr>
              <a:t>a</a:t>
            </a:r>
            <a:r>
              <a:rPr b="0" lang="en-GB" sz="1800" spc="-165" strike="noStrike">
                <a:solidFill>
                  <a:srgbClr val="222222"/>
                </a:solidFill>
                <a:latin typeface="Tahoma"/>
              </a:rPr>
              <a:t> </a:t>
            </a:r>
            <a:r>
              <a:rPr b="0" lang="en-GB" sz="1800" spc="-1" strike="noStrike">
                <a:solidFill>
                  <a:srgbClr val="222222"/>
                </a:solidFill>
                <a:latin typeface="Tahoma"/>
              </a:rPr>
              <a:t>new</a:t>
            </a:r>
            <a:r>
              <a:rPr b="0" lang="en-GB" sz="1800" spc="-160" strike="noStrike">
                <a:solidFill>
                  <a:srgbClr val="222222"/>
                </a:solidFill>
                <a:latin typeface="Tahoma"/>
              </a:rPr>
              <a:t> </a:t>
            </a:r>
            <a:r>
              <a:rPr b="0" lang="en-GB" sz="1800" spc="-1" strike="noStrike">
                <a:solidFill>
                  <a:srgbClr val="222222"/>
                </a:solidFill>
                <a:latin typeface="Tahoma"/>
              </a:rPr>
              <a:t>unknown</a:t>
            </a:r>
            <a:r>
              <a:rPr b="0" lang="en-GB" sz="1800" spc="-160" strike="noStrike">
                <a:solidFill>
                  <a:srgbClr val="222222"/>
                </a:solidFill>
                <a:latin typeface="Tahoma"/>
              </a:rPr>
              <a:t> </a:t>
            </a:r>
            <a:r>
              <a:rPr b="0" lang="en-GB" sz="1800" spc="-1" strike="noStrike">
                <a:solidFill>
                  <a:srgbClr val="222222"/>
                </a:solidFill>
                <a:latin typeface="Tahoma"/>
              </a:rPr>
              <a:t>data</a:t>
            </a:r>
            <a:r>
              <a:rPr b="0" lang="en-GB" sz="1800" spc="-160" strike="noStrike">
                <a:solidFill>
                  <a:srgbClr val="222222"/>
                </a:solidFill>
                <a:latin typeface="Tahoma"/>
              </a:rPr>
              <a:t> </a:t>
            </a:r>
            <a:r>
              <a:rPr b="0" lang="en-GB" sz="1800" spc="-1" strike="noStrike">
                <a:solidFill>
                  <a:srgbClr val="222222"/>
                </a:solidFill>
                <a:latin typeface="Tahoma"/>
              </a:rPr>
              <a:t>point</a:t>
            </a:r>
            <a:r>
              <a:rPr b="0" lang="en-GB" sz="1800" spc="-160" strike="noStrike">
                <a:solidFill>
                  <a:srgbClr val="222222"/>
                </a:solidFill>
                <a:latin typeface="Tahoma"/>
              </a:rPr>
              <a:t> </a:t>
            </a:r>
            <a:r>
              <a:rPr b="0" lang="en-GB" sz="1800" spc="-1" strike="noStrike">
                <a:solidFill>
                  <a:srgbClr val="222222"/>
                </a:solidFill>
                <a:latin typeface="Tahoma"/>
              </a:rPr>
              <a:t>in</a:t>
            </a:r>
            <a:r>
              <a:rPr b="0" lang="en-GB" sz="1800" spc="-160" strike="noStrike">
                <a:solidFill>
                  <a:srgbClr val="222222"/>
                </a:solidFill>
                <a:latin typeface="Tahoma"/>
              </a:rPr>
              <a:t> </a:t>
            </a:r>
            <a:r>
              <a:rPr b="0" lang="en-GB" sz="1800" spc="-1" strike="noStrike">
                <a:solidFill>
                  <a:srgbClr val="222222"/>
                </a:solidFill>
                <a:latin typeface="Tahoma"/>
              </a:rPr>
              <a:t>order</a:t>
            </a:r>
            <a:r>
              <a:rPr b="0" lang="en-GB" sz="1800" spc="-160" strike="noStrike">
                <a:solidFill>
                  <a:srgbClr val="222222"/>
                </a:solidFill>
                <a:latin typeface="Tahoma"/>
              </a:rPr>
              <a:t> </a:t>
            </a:r>
            <a:r>
              <a:rPr b="0" lang="en-GB" sz="1800" spc="-1" strike="noStrike">
                <a:solidFill>
                  <a:srgbClr val="222222"/>
                </a:solidFill>
                <a:latin typeface="Tahoma"/>
              </a:rPr>
              <a:t>to</a:t>
            </a:r>
            <a:r>
              <a:rPr b="0" lang="en-GB" sz="1800" spc="-160" strike="noStrike">
                <a:solidFill>
                  <a:srgbClr val="222222"/>
                </a:solidFill>
                <a:latin typeface="Tahoma"/>
              </a:rPr>
              <a:t> </a:t>
            </a:r>
            <a:r>
              <a:rPr b="0" lang="en-GB" sz="1800" spc="-1" strike="noStrike">
                <a:solidFill>
                  <a:srgbClr val="222222"/>
                </a:solidFill>
                <a:latin typeface="Tahoma"/>
              </a:rPr>
              <a:t>figure</a:t>
            </a:r>
            <a:r>
              <a:rPr b="0" lang="en-GB" sz="1800" spc="-160" strike="noStrike">
                <a:solidFill>
                  <a:srgbClr val="222222"/>
                </a:solidFill>
                <a:latin typeface="Tahoma"/>
              </a:rPr>
              <a:t> </a:t>
            </a:r>
            <a:r>
              <a:rPr b="0" lang="en-GB" sz="1800" spc="-26" strike="noStrike">
                <a:solidFill>
                  <a:srgbClr val="222222"/>
                </a:solidFill>
                <a:latin typeface="Tahoma"/>
              </a:rPr>
              <a:t>out </a:t>
            </a:r>
            <a:r>
              <a:rPr b="0" lang="en-GB" sz="1800" spc="-1" strike="noStrike">
                <a:solidFill>
                  <a:srgbClr val="222222"/>
                </a:solidFill>
                <a:latin typeface="Tahoma"/>
              </a:rPr>
              <a:t>what</a:t>
            </a:r>
            <a:r>
              <a:rPr b="0" lang="en-GB" sz="1800" spc="-205" strike="noStrike">
                <a:solidFill>
                  <a:srgbClr val="222222"/>
                </a:solidFill>
                <a:latin typeface="Tahoma"/>
              </a:rPr>
              <a:t> </a:t>
            </a:r>
            <a:r>
              <a:rPr b="0" lang="en-GB" sz="1800" spc="-12" strike="noStrike">
                <a:solidFill>
                  <a:srgbClr val="222222"/>
                </a:solidFill>
                <a:latin typeface="Tahoma"/>
              </a:rPr>
              <a:t>class</a:t>
            </a:r>
            <a:r>
              <a:rPr b="0" lang="en-GB" sz="1800" spc="-205" strike="noStrike">
                <a:solidFill>
                  <a:srgbClr val="222222"/>
                </a:solidFill>
                <a:latin typeface="Tahoma"/>
              </a:rPr>
              <a:t> </a:t>
            </a:r>
            <a:r>
              <a:rPr b="0" lang="en-GB" sz="1800" spc="49" strike="noStrike">
                <a:solidFill>
                  <a:srgbClr val="222222"/>
                </a:solidFill>
                <a:latin typeface="Tahoma"/>
              </a:rPr>
              <a:t>it</a:t>
            </a:r>
            <a:r>
              <a:rPr b="0" lang="en-GB" sz="1800" spc="-205" strike="noStrike">
                <a:solidFill>
                  <a:srgbClr val="222222"/>
                </a:solidFill>
                <a:latin typeface="Tahoma"/>
              </a:rPr>
              <a:t> </a:t>
            </a:r>
            <a:r>
              <a:rPr b="0" lang="en-GB" sz="1800" spc="-12" strike="noStrike">
                <a:solidFill>
                  <a:srgbClr val="222222"/>
                </a:solidFill>
                <a:latin typeface="Tahoma"/>
              </a:rPr>
              <a:t>belongs</a:t>
            </a:r>
            <a:r>
              <a:rPr b="0" lang="en-GB" sz="1800" spc="-202" strike="noStrike">
                <a:solidFill>
                  <a:srgbClr val="222222"/>
                </a:solidFill>
                <a:latin typeface="Tahoma"/>
              </a:rPr>
              <a:t> </a:t>
            </a:r>
            <a:r>
              <a:rPr b="0" lang="en-GB" sz="1800" spc="-35" strike="noStrike">
                <a:solidFill>
                  <a:srgbClr val="222222"/>
                </a:solidFill>
                <a:latin typeface="Tahoma"/>
              </a:rPr>
              <a:t>to.</a:t>
            </a:r>
            <a:r>
              <a:rPr b="0" lang="en-GB" sz="1800" spc="-205" strike="noStrike">
                <a:solidFill>
                  <a:srgbClr val="222222"/>
                </a:solidFill>
                <a:latin typeface="Tahoma"/>
              </a:rPr>
              <a:t> </a:t>
            </a:r>
            <a:r>
              <a:rPr b="0" lang="en-GB" sz="1800" spc="-26" strike="noStrike">
                <a:solidFill>
                  <a:srgbClr val="222222"/>
                </a:solidFill>
                <a:latin typeface="Tahoma"/>
              </a:rPr>
              <a:t>It’s</a:t>
            </a:r>
            <a:r>
              <a:rPr b="0" lang="en-GB" sz="1800" spc="-205" strike="noStrike">
                <a:solidFill>
                  <a:srgbClr val="222222"/>
                </a:solidFill>
                <a:latin typeface="Tahoma"/>
              </a:rPr>
              <a:t> </a:t>
            </a:r>
            <a:r>
              <a:rPr b="0" lang="en-GB" sz="1800" spc="-46" strike="noStrike">
                <a:solidFill>
                  <a:srgbClr val="222222"/>
                </a:solidFill>
                <a:latin typeface="Tahoma"/>
              </a:rPr>
              <a:t>a</a:t>
            </a:r>
            <a:r>
              <a:rPr b="0" lang="en-GB" sz="1800" spc="-205" strike="noStrike">
                <a:solidFill>
                  <a:srgbClr val="222222"/>
                </a:solidFill>
                <a:latin typeface="Tahoma"/>
              </a:rPr>
              <a:t> </a:t>
            </a:r>
            <a:r>
              <a:rPr b="0" lang="en-GB" sz="1800" spc="-1" strike="noStrike">
                <a:solidFill>
                  <a:srgbClr val="222222"/>
                </a:solidFill>
                <a:latin typeface="Tahoma"/>
              </a:rPr>
              <a:t>distance-</a:t>
            </a:r>
            <a:r>
              <a:rPr b="0" lang="en-GB" sz="1800" spc="-12" strike="noStrike">
                <a:solidFill>
                  <a:srgbClr val="222222"/>
                </a:solidFill>
                <a:latin typeface="Tahoma"/>
              </a:rPr>
              <a:t>based approach.</a:t>
            </a:r>
            <a:endParaRPr b="0" lang="en-GB" sz="1800" spc="-1" strike="noStrike">
              <a:solidFill>
                <a:srgbClr val="000000"/>
              </a:solidFill>
              <a:latin typeface="Arial"/>
            </a:endParaRPr>
          </a:p>
          <a:p>
            <a:pPr marL="12600">
              <a:lnSpc>
                <a:spcPct val="100000"/>
              </a:lnSpc>
            </a:pPr>
            <a:endParaRPr b="0" lang="en-GB" sz="1800" spc="-1" strike="noStrike">
              <a:solidFill>
                <a:srgbClr val="000000"/>
              </a:solidFill>
              <a:latin typeface="Arial"/>
            </a:endParaRPr>
          </a:p>
          <a:p>
            <a:pPr marL="12600">
              <a:lnSpc>
                <a:spcPct val="100000"/>
              </a:lnSpc>
            </a:pPr>
            <a:r>
              <a:rPr b="0" lang="en-GB" sz="1800" spc="-1" strike="noStrike">
                <a:solidFill>
                  <a:srgbClr val="000000"/>
                </a:solidFill>
                <a:latin typeface="Tahoma"/>
              </a:rPr>
              <a:t>Real-World Examples </a:t>
            </a:r>
            <a:r>
              <a:rPr b="0" lang="en-US" sz="1800" spc="-1" strike="noStrike">
                <a:solidFill>
                  <a:srgbClr val="000000"/>
                </a:solidFill>
                <a:latin typeface="Tahoma"/>
              </a:rPr>
              <a:t>where KNN is used are;</a:t>
            </a:r>
            <a:endParaRPr b="0" lang="en-GB" sz="1800" spc="-1" strike="noStrike">
              <a:solidFill>
                <a:srgbClr val="000000"/>
              </a:solidFill>
              <a:latin typeface="Arial"/>
            </a:endParaRPr>
          </a:p>
          <a:p>
            <a:pPr marL="298440" indent="-285840">
              <a:lnSpc>
                <a:spcPct val="100000"/>
              </a:lnSpc>
              <a:buClr>
                <a:srgbClr val="000000"/>
              </a:buClr>
              <a:buFont typeface="Wingdings" charset="2"/>
              <a:buChar char=""/>
            </a:pPr>
            <a:r>
              <a:rPr b="0" lang="en-US" sz="1800" spc="-1" strike="noStrike">
                <a:solidFill>
                  <a:srgbClr val="000000"/>
                </a:solidFill>
                <a:latin typeface="Tahoma"/>
              </a:rPr>
              <a:t>Recommendation Systems: Predicting user preferences based on similar users.</a:t>
            </a:r>
            <a:endParaRPr b="0" lang="en-GB" sz="1800" spc="-1" strike="noStrike">
              <a:solidFill>
                <a:srgbClr val="000000"/>
              </a:solidFill>
              <a:latin typeface="Arial"/>
            </a:endParaRPr>
          </a:p>
          <a:p>
            <a:pPr marL="298440" indent="-285840">
              <a:lnSpc>
                <a:spcPct val="100000"/>
              </a:lnSpc>
              <a:buClr>
                <a:srgbClr val="000000"/>
              </a:buClr>
              <a:buFont typeface="Wingdings" charset="2"/>
              <a:buChar char=""/>
            </a:pPr>
            <a:r>
              <a:rPr b="0" lang="en-US" sz="1800" spc="-1" strike="noStrike">
                <a:solidFill>
                  <a:srgbClr val="000000"/>
                </a:solidFill>
                <a:latin typeface="Tahoma"/>
              </a:rPr>
              <a:t>Image Recognition: Classifying images by comparing them with similar labeled images.</a:t>
            </a:r>
            <a:endParaRPr b="0" lang="en-GB" sz="1800" spc="-1" strike="noStrike">
              <a:solidFill>
                <a:srgbClr val="000000"/>
              </a:solidFill>
              <a:latin typeface="Arial"/>
            </a:endParaRPr>
          </a:p>
          <a:p>
            <a:pPr marL="298440" indent="-285840">
              <a:lnSpc>
                <a:spcPct val="100000"/>
              </a:lnSpc>
              <a:buClr>
                <a:srgbClr val="000000"/>
              </a:buClr>
              <a:buFont typeface="Wingdings" charset="2"/>
              <a:buChar char=""/>
            </a:pPr>
            <a:r>
              <a:rPr b="0" lang="en-US" sz="1800" spc="-1" strike="noStrike">
                <a:solidFill>
                  <a:srgbClr val="000000"/>
                </a:solidFill>
                <a:latin typeface="Tahoma"/>
              </a:rPr>
              <a:t>Customer Segmentation: Grouping customers based on purchasing behavior.</a:t>
            </a:r>
            <a:endParaRPr b="0" lang="en-GB" sz="1800" spc="-1" strike="noStrike">
              <a:solidFill>
                <a:srgbClr val="000000"/>
              </a:solidFill>
              <a:latin typeface="Arial"/>
            </a:endParaRPr>
          </a:p>
        </p:txBody>
      </p:sp>
      <p:sp>
        <p:nvSpPr>
          <p:cNvPr id="87" name="PlaceHolder 2"/>
          <p:cNvSpPr>
            <a:spLocks noGrp="1"/>
          </p:cNvSpPr>
          <p:nvPr>
            <p:ph/>
          </p:nvPr>
        </p:nvSpPr>
        <p:spPr>
          <a:xfrm>
            <a:off x="6074640" y="3004560"/>
            <a:ext cx="5780880" cy="389952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n-GB" sz="1800" spc="-1" strike="noStrike">
                <a:solidFill>
                  <a:schemeClr val="dk1"/>
                </a:solidFill>
                <a:latin typeface="Calibri"/>
              </a:rPr>
              <a:t>How</a:t>
            </a:r>
            <a:r>
              <a:rPr b="1" lang="en-GB" sz="1800" spc="-26" strike="noStrike">
                <a:solidFill>
                  <a:schemeClr val="dk1"/>
                </a:solidFill>
                <a:latin typeface="Calibri"/>
              </a:rPr>
              <a:t> </a:t>
            </a:r>
            <a:r>
              <a:rPr b="1" lang="en-GB" sz="1800" spc="-46" strike="noStrike">
                <a:solidFill>
                  <a:schemeClr val="dk1"/>
                </a:solidFill>
                <a:latin typeface="Calibri"/>
              </a:rPr>
              <a:t>k-</a:t>
            </a:r>
            <a:r>
              <a:rPr b="1" lang="en-GB" sz="1800" spc="-1" strike="noStrike">
                <a:solidFill>
                  <a:schemeClr val="dk1"/>
                </a:solidFill>
                <a:latin typeface="Calibri"/>
              </a:rPr>
              <a:t>NN</a:t>
            </a:r>
            <a:r>
              <a:rPr b="1" lang="en-GB" sz="1800" spc="-26" strike="noStrike">
                <a:solidFill>
                  <a:schemeClr val="dk1"/>
                </a:solidFill>
                <a:latin typeface="Calibri"/>
              </a:rPr>
              <a:t> </a:t>
            </a:r>
            <a:r>
              <a:rPr b="1" lang="en-GB" sz="1800" spc="-1" strike="noStrike">
                <a:solidFill>
                  <a:schemeClr val="dk1"/>
                </a:solidFill>
                <a:latin typeface="Calibri"/>
              </a:rPr>
              <a:t>works</a:t>
            </a:r>
            <a:r>
              <a:rPr b="1" lang="en-GB" sz="1800" spc="-26" strike="noStrike">
                <a:solidFill>
                  <a:schemeClr val="dk1"/>
                </a:solidFill>
                <a:latin typeface="Calibri"/>
              </a:rPr>
              <a:t> </a:t>
            </a:r>
            <a:r>
              <a:rPr b="1" lang="en-GB" sz="1800" spc="-1" strike="noStrike">
                <a:solidFill>
                  <a:schemeClr val="dk1"/>
                </a:solidFill>
                <a:latin typeface="Calibri"/>
              </a:rPr>
              <a:t>under</a:t>
            </a:r>
            <a:r>
              <a:rPr b="1" lang="en-GB" sz="1800" spc="-26" strike="noStrike">
                <a:solidFill>
                  <a:schemeClr val="dk1"/>
                </a:solidFill>
                <a:latin typeface="Calibri"/>
              </a:rPr>
              <a:t> </a:t>
            </a:r>
            <a:r>
              <a:rPr b="1" lang="en-GB" sz="1800" spc="-1" strike="noStrike">
                <a:solidFill>
                  <a:schemeClr val="dk1"/>
                </a:solidFill>
                <a:latin typeface="Calibri"/>
              </a:rPr>
              <a:t>the</a:t>
            </a:r>
            <a:r>
              <a:rPr b="1" lang="en-GB" sz="1800" spc="-26" strike="noStrike">
                <a:solidFill>
                  <a:schemeClr val="dk1"/>
                </a:solidFill>
                <a:latin typeface="Calibri"/>
              </a:rPr>
              <a:t> </a:t>
            </a:r>
            <a:r>
              <a:rPr b="1" lang="en-GB" sz="1800" spc="-21" strike="noStrike">
                <a:solidFill>
                  <a:schemeClr val="dk1"/>
                </a:solidFill>
                <a:latin typeface="Calibri"/>
              </a:rPr>
              <a:t>hood</a:t>
            </a:r>
            <a:endParaRPr b="0" lang="en-GB" sz="1800" spc="-1" strike="noStrike">
              <a:solidFill>
                <a:srgbClr val="000000"/>
              </a:solidFill>
              <a:latin typeface="Arial"/>
            </a:endParaRPr>
          </a:p>
          <a:p>
            <a:pPr marL="12600" indent="0">
              <a:lnSpc>
                <a:spcPct val="100000"/>
              </a:lnSpc>
              <a:buNone/>
              <a:tabLst>
                <a:tab algn="l" pos="0"/>
              </a:tabLst>
            </a:pPr>
            <a:r>
              <a:rPr b="0" lang="en-GB" sz="1800" spc="-1" strike="noStrike">
                <a:solidFill>
                  <a:schemeClr val="dk1"/>
                </a:solidFill>
                <a:latin typeface="Calibri"/>
              </a:rPr>
              <a:t>The</a:t>
            </a:r>
            <a:r>
              <a:rPr b="0" lang="en-GB" sz="1800" spc="-55" strike="noStrike">
                <a:solidFill>
                  <a:schemeClr val="dk1"/>
                </a:solidFill>
                <a:latin typeface="Calibri"/>
              </a:rPr>
              <a:t> </a:t>
            </a:r>
            <a:r>
              <a:rPr b="0" lang="en-GB" sz="1800" spc="-1" strike="noStrike">
                <a:solidFill>
                  <a:schemeClr val="dk1"/>
                </a:solidFill>
                <a:latin typeface="Calibri"/>
              </a:rPr>
              <a:t>stars</a:t>
            </a:r>
            <a:r>
              <a:rPr b="0" lang="en-GB" sz="1800" spc="-55" strike="noStrike">
                <a:solidFill>
                  <a:schemeClr val="dk1"/>
                </a:solidFill>
                <a:latin typeface="Calibri"/>
              </a:rPr>
              <a:t> </a:t>
            </a:r>
            <a:r>
              <a:rPr b="0" lang="en-GB" sz="1800" spc="-1" strike="noStrike">
                <a:solidFill>
                  <a:schemeClr val="dk1"/>
                </a:solidFill>
                <a:latin typeface="Calibri"/>
              </a:rPr>
              <a:t>in</a:t>
            </a:r>
            <a:r>
              <a:rPr b="0" lang="en-GB" sz="1800" spc="-52" strike="noStrike">
                <a:solidFill>
                  <a:schemeClr val="dk1"/>
                </a:solidFill>
                <a:latin typeface="Calibri"/>
              </a:rPr>
              <a:t> </a:t>
            </a:r>
            <a:r>
              <a:rPr b="0" lang="en-GB" sz="1800" spc="-1" strike="noStrike">
                <a:solidFill>
                  <a:schemeClr val="dk1"/>
                </a:solidFill>
                <a:latin typeface="Calibri"/>
              </a:rPr>
              <a:t>the</a:t>
            </a:r>
            <a:r>
              <a:rPr b="0" lang="en-GB" sz="1800" spc="-55" strike="noStrike">
                <a:solidFill>
                  <a:schemeClr val="dk1"/>
                </a:solidFill>
                <a:latin typeface="Calibri"/>
              </a:rPr>
              <a:t> </a:t>
            </a:r>
            <a:r>
              <a:rPr b="0" lang="en-GB" sz="1800" spc="-12" strike="noStrike">
                <a:solidFill>
                  <a:schemeClr val="dk1"/>
                </a:solidFill>
                <a:latin typeface="Calibri"/>
              </a:rPr>
              <a:t>preceding</a:t>
            </a:r>
            <a:r>
              <a:rPr b="0" lang="en-GB" sz="1800" spc="-55" strike="noStrike">
                <a:solidFill>
                  <a:schemeClr val="dk1"/>
                </a:solidFill>
                <a:latin typeface="Calibri"/>
              </a:rPr>
              <a:t> </a:t>
            </a:r>
            <a:r>
              <a:rPr b="0" lang="en-GB" sz="1800" spc="-12" strike="noStrike">
                <a:solidFill>
                  <a:schemeClr val="dk1"/>
                </a:solidFill>
                <a:latin typeface="Calibri"/>
              </a:rPr>
              <a:t>diagram</a:t>
            </a:r>
            <a:r>
              <a:rPr b="0" lang="en-GB" sz="1800" spc="-52" strike="noStrike">
                <a:solidFill>
                  <a:schemeClr val="dk1"/>
                </a:solidFill>
                <a:latin typeface="Calibri"/>
              </a:rPr>
              <a:t> </a:t>
            </a:r>
            <a:r>
              <a:rPr b="0" lang="en-GB" sz="1800" spc="-12" strike="noStrike">
                <a:solidFill>
                  <a:schemeClr val="dk1"/>
                </a:solidFill>
                <a:latin typeface="Calibri"/>
              </a:rPr>
              <a:t>represent</a:t>
            </a:r>
            <a:r>
              <a:rPr b="0" lang="en-GB" sz="1800" spc="-55" strike="noStrike">
                <a:solidFill>
                  <a:schemeClr val="dk1"/>
                </a:solidFill>
                <a:latin typeface="Calibri"/>
              </a:rPr>
              <a:t> </a:t>
            </a:r>
            <a:r>
              <a:rPr b="0" lang="en-GB" sz="1800" spc="-1" strike="noStrike">
                <a:solidFill>
                  <a:schemeClr val="dk1"/>
                </a:solidFill>
                <a:latin typeface="Calibri"/>
              </a:rPr>
              <a:t>new</a:t>
            </a:r>
            <a:r>
              <a:rPr b="0" lang="en-GB" sz="1800" spc="-52" strike="noStrike">
                <a:solidFill>
                  <a:schemeClr val="dk1"/>
                </a:solidFill>
                <a:latin typeface="Calibri"/>
              </a:rPr>
              <a:t> </a:t>
            </a:r>
            <a:r>
              <a:rPr b="0" lang="en-GB" sz="1800" spc="-1" strike="noStrike">
                <a:solidFill>
                  <a:schemeClr val="dk1"/>
                </a:solidFill>
                <a:latin typeface="Calibri"/>
              </a:rPr>
              <a:t>data</a:t>
            </a:r>
            <a:r>
              <a:rPr b="0" lang="en-GB" sz="1800" spc="-55" strike="noStrike">
                <a:solidFill>
                  <a:schemeClr val="dk1"/>
                </a:solidFill>
                <a:latin typeface="Calibri"/>
              </a:rPr>
              <a:t> </a:t>
            </a:r>
            <a:r>
              <a:rPr b="0" lang="en-GB" sz="1800" spc="-12" strike="noStrike">
                <a:solidFill>
                  <a:schemeClr val="dk1"/>
                </a:solidFill>
                <a:latin typeface="Calibri"/>
              </a:rPr>
              <a:t>points. </a:t>
            </a:r>
            <a:r>
              <a:rPr b="0" lang="en-GB" sz="1800" spc="-1" strike="noStrike">
                <a:solidFill>
                  <a:schemeClr val="dk1"/>
                </a:solidFill>
                <a:latin typeface="Calibri"/>
              </a:rPr>
              <a:t>If</a:t>
            </a:r>
            <a:r>
              <a:rPr b="0" lang="en-GB" sz="1800" spc="-46" strike="noStrike">
                <a:solidFill>
                  <a:schemeClr val="dk1"/>
                </a:solidFill>
                <a:latin typeface="Calibri"/>
              </a:rPr>
              <a:t> </a:t>
            </a:r>
            <a:r>
              <a:rPr b="0" lang="en-GB" sz="1800" spc="-1" strike="noStrike">
                <a:solidFill>
                  <a:schemeClr val="dk1"/>
                </a:solidFill>
                <a:latin typeface="Calibri"/>
              </a:rPr>
              <a:t>we</a:t>
            </a:r>
            <a:r>
              <a:rPr b="0" lang="en-GB" sz="1800" spc="-46" strike="noStrike">
                <a:solidFill>
                  <a:schemeClr val="dk1"/>
                </a:solidFill>
                <a:latin typeface="Calibri"/>
              </a:rPr>
              <a:t> </a:t>
            </a:r>
            <a:r>
              <a:rPr b="0" lang="en-GB" sz="1800" spc="-1" strike="noStrike">
                <a:solidFill>
                  <a:schemeClr val="dk1"/>
                </a:solidFill>
                <a:latin typeface="Calibri"/>
              </a:rPr>
              <a:t>built</a:t>
            </a:r>
            <a:r>
              <a:rPr b="0" lang="en-GB" sz="1800" spc="-46" strike="noStrike">
                <a:solidFill>
                  <a:schemeClr val="dk1"/>
                </a:solidFill>
                <a:latin typeface="Calibri"/>
              </a:rPr>
              <a:t> </a:t>
            </a:r>
            <a:r>
              <a:rPr b="0" lang="en-GB" sz="1800" spc="-1" strike="noStrike">
                <a:solidFill>
                  <a:schemeClr val="dk1"/>
                </a:solidFill>
                <a:latin typeface="Calibri"/>
              </a:rPr>
              <a:t>a</a:t>
            </a:r>
            <a:r>
              <a:rPr b="0" lang="en-GB" sz="1800" spc="-41" strike="noStrike">
                <a:solidFill>
                  <a:schemeClr val="dk1"/>
                </a:solidFill>
                <a:latin typeface="Calibri"/>
              </a:rPr>
              <a:t> </a:t>
            </a:r>
            <a:r>
              <a:rPr b="0" lang="en-GB" sz="1800" spc="-52" strike="noStrike">
                <a:solidFill>
                  <a:schemeClr val="dk1"/>
                </a:solidFill>
                <a:latin typeface="Calibri"/>
              </a:rPr>
              <a:t>k-</a:t>
            </a:r>
            <a:r>
              <a:rPr b="0" lang="en-GB" sz="1800" spc="-1" strike="noStrike">
                <a:solidFill>
                  <a:schemeClr val="dk1"/>
                </a:solidFill>
                <a:latin typeface="Calibri"/>
              </a:rPr>
              <a:t>NN</a:t>
            </a:r>
            <a:r>
              <a:rPr b="0" lang="en-GB" sz="1800" spc="-52" strike="noStrike">
                <a:solidFill>
                  <a:schemeClr val="dk1"/>
                </a:solidFill>
                <a:latin typeface="Calibri"/>
              </a:rPr>
              <a:t> </a:t>
            </a:r>
            <a:r>
              <a:rPr b="0" lang="en-GB" sz="1800" spc="-1" strike="noStrike">
                <a:solidFill>
                  <a:schemeClr val="dk1"/>
                </a:solidFill>
                <a:latin typeface="Calibri"/>
              </a:rPr>
              <a:t>algorithm</a:t>
            </a:r>
            <a:r>
              <a:rPr b="0" lang="en-GB" sz="1800" spc="-41" strike="noStrike">
                <a:solidFill>
                  <a:schemeClr val="dk1"/>
                </a:solidFill>
                <a:latin typeface="Calibri"/>
              </a:rPr>
              <a:t> </a:t>
            </a:r>
            <a:r>
              <a:rPr b="0" lang="en-GB" sz="1800" spc="-1" strike="noStrike">
                <a:solidFill>
                  <a:schemeClr val="dk1"/>
                </a:solidFill>
                <a:latin typeface="Calibri"/>
              </a:rPr>
              <a:t>with</a:t>
            </a:r>
            <a:r>
              <a:rPr b="0" lang="en-GB" sz="1800" spc="-46" strike="noStrike">
                <a:solidFill>
                  <a:schemeClr val="dk1"/>
                </a:solidFill>
                <a:latin typeface="Calibri"/>
              </a:rPr>
              <a:t> </a:t>
            </a:r>
            <a:r>
              <a:rPr b="0" lang="en-GB" sz="1800" spc="-1" strike="noStrike">
                <a:solidFill>
                  <a:schemeClr val="dk1"/>
                </a:solidFill>
                <a:latin typeface="Calibri"/>
              </a:rPr>
              <a:t>three</a:t>
            </a:r>
            <a:r>
              <a:rPr b="0" lang="en-GB" sz="1800" spc="-46" strike="noStrike">
                <a:solidFill>
                  <a:schemeClr val="dk1"/>
                </a:solidFill>
                <a:latin typeface="Calibri"/>
              </a:rPr>
              <a:t> </a:t>
            </a:r>
            <a:r>
              <a:rPr b="0" lang="en-GB" sz="1800" spc="-12" strike="noStrike">
                <a:solidFill>
                  <a:schemeClr val="dk1"/>
                </a:solidFill>
                <a:latin typeface="Calibri"/>
              </a:rPr>
              <a:t>neighbors,</a:t>
            </a:r>
            <a:r>
              <a:rPr b="0" lang="en-GB" sz="1800" spc="-41" strike="noStrike">
                <a:solidFill>
                  <a:schemeClr val="dk1"/>
                </a:solidFill>
                <a:latin typeface="Calibri"/>
              </a:rPr>
              <a:t> </a:t>
            </a:r>
            <a:r>
              <a:rPr b="0" lang="en-GB" sz="1800" spc="-1" strike="noStrike">
                <a:solidFill>
                  <a:schemeClr val="dk1"/>
                </a:solidFill>
                <a:latin typeface="Calibri"/>
              </a:rPr>
              <a:t>then</a:t>
            </a:r>
            <a:r>
              <a:rPr b="0" lang="en-GB" sz="1800" spc="-46" strike="noStrike">
                <a:solidFill>
                  <a:schemeClr val="dk1"/>
                </a:solidFill>
                <a:latin typeface="Calibri"/>
              </a:rPr>
              <a:t> </a:t>
            </a:r>
            <a:r>
              <a:rPr b="0" lang="en-GB" sz="1800" spc="-26" strike="noStrike">
                <a:solidFill>
                  <a:schemeClr val="dk1"/>
                </a:solidFill>
                <a:latin typeface="Calibri"/>
              </a:rPr>
              <a:t>the </a:t>
            </a:r>
            <a:r>
              <a:rPr b="0" lang="en-GB" sz="1800" spc="-1" strike="noStrike">
                <a:solidFill>
                  <a:schemeClr val="dk1"/>
                </a:solidFill>
                <a:latin typeface="Calibri"/>
              </a:rPr>
              <a:t>stars</a:t>
            </a:r>
            <a:r>
              <a:rPr b="0" lang="en-GB" sz="1800" spc="-66" strike="noStrike">
                <a:solidFill>
                  <a:schemeClr val="dk1"/>
                </a:solidFill>
                <a:latin typeface="Calibri"/>
              </a:rPr>
              <a:t> </a:t>
            </a:r>
            <a:r>
              <a:rPr b="0" lang="en-GB" sz="1800" spc="-1" strike="noStrike">
                <a:solidFill>
                  <a:schemeClr val="dk1"/>
                </a:solidFill>
                <a:latin typeface="Calibri"/>
              </a:rPr>
              <a:t>would</a:t>
            </a:r>
            <a:r>
              <a:rPr b="0" lang="en-GB" sz="1800" spc="-66" strike="noStrike">
                <a:solidFill>
                  <a:schemeClr val="dk1"/>
                </a:solidFill>
                <a:latin typeface="Calibri"/>
              </a:rPr>
              <a:t> </a:t>
            </a:r>
            <a:r>
              <a:rPr b="0" lang="en-GB" sz="1800" spc="-1" strike="noStrike">
                <a:solidFill>
                  <a:schemeClr val="dk1"/>
                </a:solidFill>
                <a:latin typeface="Calibri"/>
              </a:rPr>
              <a:t>search</a:t>
            </a:r>
            <a:r>
              <a:rPr b="0" lang="en-GB" sz="1800" spc="-66" strike="noStrike">
                <a:solidFill>
                  <a:schemeClr val="dk1"/>
                </a:solidFill>
                <a:latin typeface="Calibri"/>
              </a:rPr>
              <a:t> </a:t>
            </a:r>
            <a:r>
              <a:rPr b="0" lang="en-GB" sz="1800" spc="-1" strike="noStrike">
                <a:solidFill>
                  <a:schemeClr val="dk1"/>
                </a:solidFill>
                <a:latin typeface="Calibri"/>
              </a:rPr>
              <a:t>for</a:t>
            </a:r>
            <a:r>
              <a:rPr b="0" lang="en-GB" sz="1800" spc="-66" strike="noStrike">
                <a:solidFill>
                  <a:schemeClr val="dk1"/>
                </a:solidFill>
                <a:latin typeface="Calibri"/>
              </a:rPr>
              <a:t> </a:t>
            </a:r>
            <a:r>
              <a:rPr b="0" lang="en-GB" sz="1800" spc="-1" strike="noStrike">
                <a:solidFill>
                  <a:schemeClr val="dk1"/>
                </a:solidFill>
                <a:latin typeface="Calibri"/>
              </a:rPr>
              <a:t>the</a:t>
            </a:r>
            <a:r>
              <a:rPr b="0" lang="en-GB" sz="1800" spc="-60" strike="noStrike">
                <a:solidFill>
                  <a:schemeClr val="dk1"/>
                </a:solidFill>
                <a:latin typeface="Calibri"/>
              </a:rPr>
              <a:t> </a:t>
            </a:r>
            <a:r>
              <a:rPr b="0" lang="en-GB" sz="1800" spc="-1" strike="noStrike">
                <a:solidFill>
                  <a:schemeClr val="dk1"/>
                </a:solidFill>
                <a:latin typeface="Calibri"/>
              </a:rPr>
              <a:t>three</a:t>
            </a:r>
            <a:r>
              <a:rPr b="0" lang="en-GB" sz="1800" spc="-66" strike="noStrike">
                <a:solidFill>
                  <a:schemeClr val="dk1"/>
                </a:solidFill>
                <a:latin typeface="Calibri"/>
              </a:rPr>
              <a:t> </a:t>
            </a:r>
            <a:r>
              <a:rPr b="0" lang="en-GB" sz="1800" spc="-1" strike="noStrike">
                <a:solidFill>
                  <a:schemeClr val="dk1"/>
                </a:solidFill>
                <a:latin typeface="Calibri"/>
              </a:rPr>
              <a:t>data</a:t>
            </a:r>
            <a:r>
              <a:rPr b="0" lang="en-GB" sz="1800" spc="-66" strike="noStrike">
                <a:solidFill>
                  <a:schemeClr val="dk1"/>
                </a:solidFill>
                <a:latin typeface="Calibri"/>
              </a:rPr>
              <a:t> </a:t>
            </a:r>
            <a:r>
              <a:rPr b="0" lang="en-GB" sz="1800" spc="-1" strike="noStrike">
                <a:solidFill>
                  <a:schemeClr val="dk1"/>
                </a:solidFill>
                <a:latin typeface="Calibri"/>
              </a:rPr>
              <a:t>points</a:t>
            </a:r>
            <a:r>
              <a:rPr b="0" lang="en-GB" sz="1800" spc="-66" strike="noStrike">
                <a:solidFill>
                  <a:schemeClr val="dk1"/>
                </a:solidFill>
                <a:latin typeface="Calibri"/>
              </a:rPr>
              <a:t> </a:t>
            </a:r>
            <a:r>
              <a:rPr b="0" lang="en-GB" sz="1800" spc="-1" strike="noStrike">
                <a:solidFill>
                  <a:schemeClr val="dk1"/>
                </a:solidFill>
                <a:latin typeface="Calibri"/>
              </a:rPr>
              <a:t>that</a:t>
            </a:r>
            <a:r>
              <a:rPr b="0" lang="en-GB" sz="1800" spc="-66" strike="noStrike">
                <a:solidFill>
                  <a:schemeClr val="dk1"/>
                </a:solidFill>
                <a:latin typeface="Calibri"/>
              </a:rPr>
              <a:t> </a:t>
            </a:r>
            <a:r>
              <a:rPr b="0" lang="en-GB" sz="1800" spc="-1" strike="noStrike">
                <a:solidFill>
                  <a:schemeClr val="dk1"/>
                </a:solidFill>
                <a:latin typeface="Calibri"/>
              </a:rPr>
              <a:t>are</a:t>
            </a:r>
            <a:r>
              <a:rPr b="0" lang="en-GB" sz="1800" spc="-60" strike="noStrike">
                <a:solidFill>
                  <a:schemeClr val="dk1"/>
                </a:solidFill>
                <a:latin typeface="Calibri"/>
              </a:rPr>
              <a:t> </a:t>
            </a:r>
            <a:r>
              <a:rPr b="0" lang="en-GB" sz="1800" spc="-1" strike="noStrike">
                <a:solidFill>
                  <a:schemeClr val="dk1"/>
                </a:solidFill>
                <a:latin typeface="Calibri"/>
              </a:rPr>
              <a:t>closest</a:t>
            </a:r>
            <a:r>
              <a:rPr b="0" lang="en-GB" sz="1800" spc="-66" strike="noStrike">
                <a:solidFill>
                  <a:schemeClr val="dk1"/>
                </a:solidFill>
                <a:latin typeface="Calibri"/>
              </a:rPr>
              <a:t> </a:t>
            </a:r>
            <a:r>
              <a:rPr b="0" lang="en-GB" sz="1800" spc="-26" strike="noStrike">
                <a:solidFill>
                  <a:schemeClr val="dk1"/>
                </a:solidFill>
                <a:latin typeface="Calibri"/>
              </a:rPr>
              <a:t>to it.</a:t>
            </a:r>
            <a:endParaRPr b="0" lang="en-GB" sz="1800" spc="-1" strike="noStrike">
              <a:solidFill>
                <a:srgbClr val="000000"/>
              </a:solidFill>
              <a:latin typeface="Arial"/>
            </a:endParaRPr>
          </a:p>
          <a:p>
            <a:pPr marL="12600" indent="0">
              <a:lnSpc>
                <a:spcPct val="100000"/>
              </a:lnSpc>
              <a:buNone/>
              <a:tabLst>
                <a:tab algn="l" pos="0"/>
              </a:tabLst>
            </a:pPr>
            <a:r>
              <a:rPr b="0" lang="en-GB" sz="1800" spc="-1" strike="noStrike">
                <a:solidFill>
                  <a:schemeClr val="dk1"/>
                </a:solidFill>
                <a:latin typeface="Calibri"/>
              </a:rPr>
              <a:t>In</a:t>
            </a:r>
            <a:r>
              <a:rPr b="0" lang="en-GB" sz="1800" spc="-46" strike="noStrike">
                <a:solidFill>
                  <a:schemeClr val="dk1"/>
                </a:solidFill>
                <a:latin typeface="Calibri"/>
              </a:rPr>
              <a:t> </a:t>
            </a:r>
            <a:r>
              <a:rPr b="0" lang="en-GB" sz="1800" spc="-1" strike="noStrike">
                <a:solidFill>
                  <a:schemeClr val="dk1"/>
                </a:solidFill>
                <a:latin typeface="Calibri"/>
              </a:rPr>
              <a:t>the</a:t>
            </a:r>
            <a:r>
              <a:rPr b="0" lang="en-GB" sz="1800" spc="-41" strike="noStrike">
                <a:solidFill>
                  <a:schemeClr val="dk1"/>
                </a:solidFill>
                <a:latin typeface="Calibri"/>
              </a:rPr>
              <a:t> </a:t>
            </a:r>
            <a:r>
              <a:rPr b="0" lang="en-GB" sz="1800" spc="-32" strike="noStrike">
                <a:solidFill>
                  <a:schemeClr val="dk1"/>
                </a:solidFill>
                <a:latin typeface="Calibri"/>
              </a:rPr>
              <a:t>lower-</a:t>
            </a:r>
            <a:r>
              <a:rPr b="0" lang="en-GB" sz="1800" spc="-1" strike="noStrike">
                <a:solidFill>
                  <a:schemeClr val="dk1"/>
                </a:solidFill>
                <a:latin typeface="Calibri"/>
              </a:rPr>
              <a:t>left</a:t>
            </a:r>
            <a:r>
              <a:rPr b="0" lang="en-GB" sz="1800" spc="-41" strike="noStrike">
                <a:solidFill>
                  <a:schemeClr val="dk1"/>
                </a:solidFill>
                <a:latin typeface="Calibri"/>
              </a:rPr>
              <a:t> </a:t>
            </a:r>
            <a:r>
              <a:rPr b="0" lang="en-GB" sz="1800" spc="-1" strike="noStrike">
                <a:solidFill>
                  <a:schemeClr val="dk1"/>
                </a:solidFill>
                <a:latin typeface="Calibri"/>
              </a:rPr>
              <a:t>case,</a:t>
            </a:r>
            <a:r>
              <a:rPr b="0" lang="en-GB" sz="1800" spc="-41" strike="noStrike">
                <a:solidFill>
                  <a:schemeClr val="dk1"/>
                </a:solidFill>
                <a:latin typeface="Calibri"/>
              </a:rPr>
              <a:t> </a:t>
            </a:r>
            <a:r>
              <a:rPr b="0" lang="en-GB" sz="1800" spc="-1" strike="noStrike">
                <a:solidFill>
                  <a:schemeClr val="dk1"/>
                </a:solidFill>
                <a:latin typeface="Calibri"/>
              </a:rPr>
              <a:t>the</a:t>
            </a:r>
            <a:r>
              <a:rPr b="0" lang="en-GB" sz="1800" spc="-41" strike="noStrike">
                <a:solidFill>
                  <a:schemeClr val="dk1"/>
                </a:solidFill>
                <a:latin typeface="Calibri"/>
              </a:rPr>
              <a:t> </a:t>
            </a:r>
            <a:r>
              <a:rPr b="0" lang="en-GB" sz="1800" spc="-1" strike="noStrike">
                <a:solidFill>
                  <a:schemeClr val="dk1"/>
                </a:solidFill>
                <a:latin typeface="Calibri"/>
              </a:rPr>
              <a:t>star</a:t>
            </a:r>
            <a:r>
              <a:rPr b="0" lang="en-GB" sz="1800" spc="-41" strike="noStrike">
                <a:solidFill>
                  <a:schemeClr val="dk1"/>
                </a:solidFill>
                <a:latin typeface="Calibri"/>
              </a:rPr>
              <a:t> </a:t>
            </a:r>
            <a:r>
              <a:rPr b="0" lang="en-GB" sz="1800" spc="-1" strike="noStrike">
                <a:solidFill>
                  <a:schemeClr val="dk1"/>
                </a:solidFill>
                <a:latin typeface="Calibri"/>
              </a:rPr>
              <a:t>sees</a:t>
            </a:r>
            <a:r>
              <a:rPr b="0" lang="en-GB" sz="1800" spc="-41" strike="noStrike">
                <a:solidFill>
                  <a:schemeClr val="dk1"/>
                </a:solidFill>
                <a:latin typeface="Calibri"/>
              </a:rPr>
              <a:t> </a:t>
            </a:r>
            <a:r>
              <a:rPr b="0" lang="en-GB" sz="1800" spc="-1" strike="noStrike">
                <a:solidFill>
                  <a:schemeClr val="dk1"/>
                </a:solidFill>
                <a:latin typeface="Calibri"/>
              </a:rPr>
              <a:t>two</a:t>
            </a:r>
            <a:r>
              <a:rPr b="0" lang="en-GB" sz="1800" spc="-41" strike="noStrike">
                <a:solidFill>
                  <a:schemeClr val="dk1"/>
                </a:solidFill>
                <a:latin typeface="Calibri"/>
              </a:rPr>
              <a:t> </a:t>
            </a:r>
            <a:r>
              <a:rPr b="0" lang="en-GB" sz="1800" spc="-12" strike="noStrike">
                <a:solidFill>
                  <a:schemeClr val="dk1"/>
                </a:solidFill>
                <a:latin typeface="Calibri"/>
              </a:rPr>
              <a:t>triangles</a:t>
            </a:r>
            <a:r>
              <a:rPr b="0" lang="en-GB" sz="1800" spc="-41" strike="noStrike">
                <a:solidFill>
                  <a:schemeClr val="dk1"/>
                </a:solidFill>
                <a:latin typeface="Calibri"/>
              </a:rPr>
              <a:t> </a:t>
            </a:r>
            <a:r>
              <a:rPr b="0" lang="en-GB" sz="1800" spc="-1" strike="noStrike">
                <a:solidFill>
                  <a:schemeClr val="dk1"/>
                </a:solidFill>
                <a:latin typeface="Calibri"/>
              </a:rPr>
              <a:t>and</a:t>
            </a:r>
            <a:r>
              <a:rPr b="0" lang="en-GB" sz="1800" spc="-41" strike="noStrike">
                <a:solidFill>
                  <a:schemeClr val="dk1"/>
                </a:solidFill>
                <a:latin typeface="Calibri"/>
              </a:rPr>
              <a:t> </a:t>
            </a:r>
            <a:r>
              <a:rPr b="0" lang="en-GB" sz="1800" spc="-26" strike="noStrike">
                <a:solidFill>
                  <a:schemeClr val="dk1"/>
                </a:solidFill>
                <a:latin typeface="Calibri"/>
              </a:rPr>
              <a:t>one </a:t>
            </a:r>
            <a:r>
              <a:rPr b="0" lang="en-GB" sz="1800" spc="-1" strike="noStrike">
                <a:solidFill>
                  <a:schemeClr val="dk1"/>
                </a:solidFill>
                <a:latin typeface="Calibri"/>
              </a:rPr>
              <a:t>circle.</a:t>
            </a:r>
            <a:r>
              <a:rPr b="0" lang="en-GB" sz="1800" spc="-52" strike="noStrike">
                <a:solidFill>
                  <a:schemeClr val="dk1"/>
                </a:solidFill>
                <a:latin typeface="Calibri"/>
              </a:rPr>
              <a:t> </a:t>
            </a:r>
            <a:r>
              <a:rPr b="0" lang="en-GB" sz="1800" spc="-21" strike="noStrike">
                <a:solidFill>
                  <a:schemeClr val="dk1"/>
                </a:solidFill>
                <a:latin typeface="Calibri"/>
              </a:rPr>
              <a:t>Therefore,</a:t>
            </a:r>
            <a:r>
              <a:rPr b="0" lang="en-GB" sz="1800" spc="-46" strike="noStrike">
                <a:solidFill>
                  <a:schemeClr val="dk1"/>
                </a:solidFill>
                <a:latin typeface="Calibri"/>
              </a:rPr>
              <a:t> </a:t>
            </a:r>
            <a:r>
              <a:rPr b="0" lang="en-GB" sz="1800" spc="-1" strike="noStrike">
                <a:solidFill>
                  <a:schemeClr val="dk1"/>
                </a:solidFill>
                <a:latin typeface="Calibri"/>
              </a:rPr>
              <a:t>the</a:t>
            </a:r>
            <a:r>
              <a:rPr b="0" lang="en-GB" sz="1800" spc="-52" strike="noStrike">
                <a:solidFill>
                  <a:schemeClr val="dk1"/>
                </a:solidFill>
                <a:latin typeface="Calibri"/>
              </a:rPr>
              <a:t> </a:t>
            </a:r>
            <a:r>
              <a:rPr b="0" lang="en-GB" sz="1800" spc="-1" strike="noStrike">
                <a:solidFill>
                  <a:schemeClr val="dk1"/>
                </a:solidFill>
                <a:latin typeface="Calibri"/>
              </a:rPr>
              <a:t>algorithm</a:t>
            </a:r>
            <a:r>
              <a:rPr b="0" lang="en-GB" sz="1800" spc="-46" strike="noStrike">
                <a:solidFill>
                  <a:schemeClr val="dk1"/>
                </a:solidFill>
                <a:latin typeface="Calibri"/>
              </a:rPr>
              <a:t> </a:t>
            </a:r>
            <a:r>
              <a:rPr b="0" lang="en-GB" sz="1800" spc="-1" strike="noStrike">
                <a:solidFill>
                  <a:schemeClr val="dk1"/>
                </a:solidFill>
                <a:latin typeface="Calibri"/>
              </a:rPr>
              <a:t>would</a:t>
            </a:r>
            <a:r>
              <a:rPr b="0" lang="en-GB" sz="1800" spc="-46" strike="noStrike">
                <a:solidFill>
                  <a:schemeClr val="dk1"/>
                </a:solidFill>
                <a:latin typeface="Calibri"/>
              </a:rPr>
              <a:t> </a:t>
            </a:r>
            <a:r>
              <a:rPr b="0" lang="en-GB" sz="1800" spc="-1" strike="noStrike">
                <a:solidFill>
                  <a:schemeClr val="dk1"/>
                </a:solidFill>
                <a:latin typeface="Calibri"/>
              </a:rPr>
              <a:t>classify</a:t>
            </a:r>
            <a:r>
              <a:rPr b="0" lang="en-GB" sz="1800" spc="-52" strike="noStrike">
                <a:solidFill>
                  <a:schemeClr val="dk1"/>
                </a:solidFill>
                <a:latin typeface="Calibri"/>
              </a:rPr>
              <a:t> </a:t>
            </a:r>
            <a:r>
              <a:rPr b="0" lang="en-GB" sz="1800" spc="-1" strike="noStrike">
                <a:solidFill>
                  <a:schemeClr val="dk1"/>
                </a:solidFill>
                <a:latin typeface="Calibri"/>
              </a:rPr>
              <a:t>the</a:t>
            </a:r>
            <a:r>
              <a:rPr b="0" lang="en-GB" sz="1800" spc="-46" strike="noStrike">
                <a:solidFill>
                  <a:schemeClr val="dk1"/>
                </a:solidFill>
                <a:latin typeface="Calibri"/>
              </a:rPr>
              <a:t> </a:t>
            </a:r>
            <a:r>
              <a:rPr b="0" lang="en-GB" sz="1800" spc="-1" strike="noStrike">
                <a:solidFill>
                  <a:schemeClr val="dk1"/>
                </a:solidFill>
                <a:latin typeface="Calibri"/>
              </a:rPr>
              <a:t>star</a:t>
            </a:r>
            <a:r>
              <a:rPr b="0" lang="en-GB" sz="1800" spc="-52" strike="noStrike">
                <a:solidFill>
                  <a:schemeClr val="dk1"/>
                </a:solidFill>
                <a:latin typeface="Calibri"/>
              </a:rPr>
              <a:t> </a:t>
            </a:r>
            <a:r>
              <a:rPr b="0" lang="en-GB" sz="1800" spc="-1" strike="noStrike">
                <a:solidFill>
                  <a:schemeClr val="dk1"/>
                </a:solidFill>
                <a:latin typeface="Calibri"/>
              </a:rPr>
              <a:t>as</a:t>
            </a:r>
            <a:r>
              <a:rPr b="0" lang="en-GB" sz="1800" spc="-46" strike="noStrike">
                <a:solidFill>
                  <a:schemeClr val="dk1"/>
                </a:solidFill>
                <a:latin typeface="Calibri"/>
              </a:rPr>
              <a:t> </a:t>
            </a:r>
            <a:r>
              <a:rPr b="0" lang="en-GB" sz="1800" spc="-52" strike="noStrike">
                <a:solidFill>
                  <a:schemeClr val="dk1"/>
                </a:solidFill>
                <a:latin typeface="Calibri"/>
              </a:rPr>
              <a:t>a </a:t>
            </a:r>
            <a:r>
              <a:rPr b="0" lang="en-GB" sz="1800" spc="-1" strike="noStrike">
                <a:solidFill>
                  <a:schemeClr val="dk1"/>
                </a:solidFill>
                <a:latin typeface="Calibri"/>
              </a:rPr>
              <a:t>triangle</a:t>
            </a:r>
            <a:r>
              <a:rPr b="0" lang="en-GB" sz="1800" spc="-55" strike="noStrike">
                <a:solidFill>
                  <a:schemeClr val="dk1"/>
                </a:solidFill>
                <a:latin typeface="Calibri"/>
              </a:rPr>
              <a:t> </a:t>
            </a:r>
            <a:r>
              <a:rPr b="0" lang="en-GB" sz="1800" spc="-1" strike="noStrike">
                <a:solidFill>
                  <a:schemeClr val="dk1"/>
                </a:solidFill>
                <a:latin typeface="Calibri"/>
              </a:rPr>
              <a:t>since</a:t>
            </a:r>
            <a:r>
              <a:rPr b="0" lang="en-GB" sz="1800" spc="-55" strike="noStrike">
                <a:solidFill>
                  <a:schemeClr val="dk1"/>
                </a:solidFill>
                <a:latin typeface="Calibri"/>
              </a:rPr>
              <a:t> </a:t>
            </a:r>
            <a:r>
              <a:rPr b="0" lang="en-GB" sz="1800" spc="-1" strike="noStrike">
                <a:solidFill>
                  <a:schemeClr val="dk1"/>
                </a:solidFill>
                <a:latin typeface="Calibri"/>
              </a:rPr>
              <a:t>the</a:t>
            </a:r>
            <a:r>
              <a:rPr b="0" lang="en-GB" sz="1800" spc="-55" strike="noStrike">
                <a:solidFill>
                  <a:schemeClr val="dk1"/>
                </a:solidFill>
                <a:latin typeface="Calibri"/>
              </a:rPr>
              <a:t> </a:t>
            </a:r>
            <a:r>
              <a:rPr b="0" lang="en-GB" sz="1800" spc="-1" strike="noStrike">
                <a:solidFill>
                  <a:schemeClr val="dk1"/>
                </a:solidFill>
                <a:latin typeface="Calibri"/>
              </a:rPr>
              <a:t>number</a:t>
            </a:r>
            <a:r>
              <a:rPr b="0" lang="en-GB" sz="1800" spc="-55" strike="noStrike">
                <a:solidFill>
                  <a:schemeClr val="dk1"/>
                </a:solidFill>
                <a:latin typeface="Calibri"/>
              </a:rPr>
              <a:t> </a:t>
            </a:r>
            <a:r>
              <a:rPr b="0" lang="en-GB" sz="1800" spc="-1" strike="noStrike">
                <a:solidFill>
                  <a:schemeClr val="dk1"/>
                </a:solidFill>
                <a:latin typeface="Calibri"/>
              </a:rPr>
              <a:t>of</a:t>
            </a:r>
            <a:r>
              <a:rPr b="0" lang="en-GB" sz="1800" spc="-55" strike="noStrike">
                <a:solidFill>
                  <a:schemeClr val="dk1"/>
                </a:solidFill>
                <a:latin typeface="Calibri"/>
              </a:rPr>
              <a:t> </a:t>
            </a:r>
            <a:r>
              <a:rPr b="0" lang="en-GB" sz="1800" spc="-12" strike="noStrike">
                <a:solidFill>
                  <a:schemeClr val="dk1"/>
                </a:solidFill>
                <a:latin typeface="Calibri"/>
              </a:rPr>
              <a:t>triangles</a:t>
            </a:r>
            <a:r>
              <a:rPr b="0" lang="en-GB" sz="1800" spc="-55" strike="noStrike">
                <a:solidFill>
                  <a:schemeClr val="dk1"/>
                </a:solidFill>
                <a:latin typeface="Calibri"/>
              </a:rPr>
              <a:t> </a:t>
            </a:r>
            <a:r>
              <a:rPr b="0" lang="en-GB" sz="1800" spc="-1" strike="noStrike">
                <a:solidFill>
                  <a:schemeClr val="dk1"/>
                </a:solidFill>
                <a:latin typeface="Calibri"/>
              </a:rPr>
              <a:t>was</a:t>
            </a:r>
            <a:r>
              <a:rPr b="0" lang="en-GB" sz="1800" spc="-52" strike="noStrike">
                <a:solidFill>
                  <a:schemeClr val="dk1"/>
                </a:solidFill>
                <a:latin typeface="Calibri"/>
              </a:rPr>
              <a:t> </a:t>
            </a:r>
            <a:r>
              <a:rPr b="0" lang="en-GB" sz="1800" spc="-12" strike="noStrike">
                <a:solidFill>
                  <a:schemeClr val="dk1"/>
                </a:solidFill>
                <a:latin typeface="Calibri"/>
              </a:rPr>
              <a:t>greater</a:t>
            </a:r>
            <a:r>
              <a:rPr b="0" lang="en-GB" sz="1800" spc="-55" strike="noStrike">
                <a:solidFill>
                  <a:schemeClr val="dk1"/>
                </a:solidFill>
                <a:latin typeface="Calibri"/>
              </a:rPr>
              <a:t> </a:t>
            </a:r>
            <a:r>
              <a:rPr b="0" lang="en-GB" sz="1800" spc="-1" strike="noStrike">
                <a:solidFill>
                  <a:schemeClr val="dk1"/>
                </a:solidFill>
                <a:latin typeface="Calibri"/>
              </a:rPr>
              <a:t>than</a:t>
            </a:r>
            <a:r>
              <a:rPr b="0" lang="en-GB" sz="1800" spc="-55" strike="noStrike">
                <a:solidFill>
                  <a:schemeClr val="dk1"/>
                </a:solidFill>
                <a:latin typeface="Calibri"/>
              </a:rPr>
              <a:t> </a:t>
            </a:r>
            <a:r>
              <a:rPr b="0" lang="en-GB" sz="1800" spc="-26" strike="noStrike">
                <a:solidFill>
                  <a:schemeClr val="dk1"/>
                </a:solidFill>
                <a:latin typeface="Calibri"/>
              </a:rPr>
              <a:t>the </a:t>
            </a:r>
            <a:r>
              <a:rPr b="0" lang="en-GB" sz="1800" spc="-1" strike="noStrike">
                <a:solidFill>
                  <a:schemeClr val="dk1"/>
                </a:solidFill>
                <a:latin typeface="Calibri"/>
              </a:rPr>
              <a:t>number</a:t>
            </a:r>
            <a:r>
              <a:rPr b="0" lang="en-GB" sz="1800" spc="-60" strike="noStrike">
                <a:solidFill>
                  <a:schemeClr val="dk1"/>
                </a:solidFill>
                <a:latin typeface="Calibri"/>
              </a:rPr>
              <a:t> </a:t>
            </a:r>
            <a:r>
              <a:rPr b="0" lang="en-GB" sz="1800" spc="-1" strike="noStrike">
                <a:solidFill>
                  <a:schemeClr val="dk1"/>
                </a:solidFill>
                <a:latin typeface="Calibri"/>
              </a:rPr>
              <a:t>of</a:t>
            </a:r>
            <a:r>
              <a:rPr b="0" lang="en-GB" sz="1800" spc="-55" strike="noStrike">
                <a:solidFill>
                  <a:schemeClr val="dk1"/>
                </a:solidFill>
                <a:latin typeface="Calibri"/>
              </a:rPr>
              <a:t> </a:t>
            </a:r>
            <a:r>
              <a:rPr b="0" lang="en-GB" sz="1800" spc="-12" strike="noStrike">
                <a:solidFill>
                  <a:schemeClr val="dk1"/>
                </a:solidFill>
                <a:latin typeface="Calibri"/>
              </a:rPr>
              <a:t>circles.</a:t>
            </a:r>
            <a:endParaRPr b="0" lang="en-GB" sz="1800" spc="-1" strike="noStrike">
              <a:solidFill>
                <a:srgbClr val="000000"/>
              </a:solidFill>
              <a:latin typeface="Arial"/>
            </a:endParaRPr>
          </a:p>
          <a:p>
            <a:pPr marL="12600" indent="0">
              <a:lnSpc>
                <a:spcPct val="100000"/>
              </a:lnSpc>
              <a:buNone/>
              <a:tabLst>
                <a:tab algn="l" pos="0"/>
              </a:tabLst>
            </a:pPr>
            <a:r>
              <a:rPr b="0" lang="en-GB" sz="1800" spc="-1" strike="noStrike">
                <a:solidFill>
                  <a:schemeClr val="dk1"/>
                </a:solidFill>
                <a:latin typeface="Calibri"/>
              </a:rPr>
              <a:t>In</a:t>
            </a:r>
            <a:r>
              <a:rPr b="0" lang="en-GB" sz="1800" spc="-52" strike="noStrike">
                <a:solidFill>
                  <a:schemeClr val="dk1"/>
                </a:solidFill>
                <a:latin typeface="Calibri"/>
              </a:rPr>
              <a:t> </a:t>
            </a:r>
            <a:r>
              <a:rPr b="0" lang="en-GB" sz="1800" spc="-1" strike="noStrike">
                <a:solidFill>
                  <a:schemeClr val="dk1"/>
                </a:solidFill>
                <a:latin typeface="Calibri"/>
              </a:rPr>
              <a:t>the</a:t>
            </a:r>
            <a:r>
              <a:rPr b="0" lang="en-GB" sz="1800" spc="-46" strike="noStrike">
                <a:solidFill>
                  <a:schemeClr val="dk1"/>
                </a:solidFill>
                <a:latin typeface="Calibri"/>
              </a:rPr>
              <a:t> </a:t>
            </a:r>
            <a:r>
              <a:rPr b="0" lang="en-GB" sz="1800" spc="-32" strike="noStrike">
                <a:solidFill>
                  <a:schemeClr val="dk1"/>
                </a:solidFill>
                <a:latin typeface="Calibri"/>
              </a:rPr>
              <a:t>upper-</a:t>
            </a:r>
            <a:r>
              <a:rPr b="0" lang="en-GB" sz="1800" spc="-1" strike="noStrike">
                <a:solidFill>
                  <a:schemeClr val="dk1"/>
                </a:solidFill>
                <a:latin typeface="Calibri"/>
              </a:rPr>
              <a:t>right</a:t>
            </a:r>
            <a:r>
              <a:rPr b="0" lang="en-GB" sz="1800" spc="-52" strike="noStrike">
                <a:solidFill>
                  <a:schemeClr val="dk1"/>
                </a:solidFill>
                <a:latin typeface="Calibri"/>
              </a:rPr>
              <a:t> </a:t>
            </a:r>
            <a:r>
              <a:rPr b="0" lang="en-GB" sz="1800" spc="-1" strike="noStrike">
                <a:solidFill>
                  <a:schemeClr val="dk1"/>
                </a:solidFill>
                <a:latin typeface="Calibri"/>
              </a:rPr>
              <a:t>case,</a:t>
            </a:r>
            <a:r>
              <a:rPr b="0" lang="en-GB" sz="1800" spc="-46" strike="noStrike">
                <a:solidFill>
                  <a:schemeClr val="dk1"/>
                </a:solidFill>
                <a:latin typeface="Calibri"/>
              </a:rPr>
              <a:t> </a:t>
            </a:r>
            <a:r>
              <a:rPr b="0" lang="en-GB" sz="1800" spc="-1" strike="noStrike">
                <a:solidFill>
                  <a:schemeClr val="dk1"/>
                </a:solidFill>
                <a:latin typeface="Calibri"/>
              </a:rPr>
              <a:t>the</a:t>
            </a:r>
            <a:r>
              <a:rPr b="0" lang="en-GB" sz="1800" spc="-52" strike="noStrike">
                <a:solidFill>
                  <a:schemeClr val="dk1"/>
                </a:solidFill>
                <a:latin typeface="Calibri"/>
              </a:rPr>
              <a:t> </a:t>
            </a:r>
            <a:r>
              <a:rPr b="0" lang="en-GB" sz="1800" spc="-1" strike="noStrike">
                <a:solidFill>
                  <a:schemeClr val="dk1"/>
                </a:solidFill>
                <a:latin typeface="Calibri"/>
              </a:rPr>
              <a:t>star</a:t>
            </a:r>
            <a:r>
              <a:rPr b="0" lang="en-GB" sz="1800" spc="-46" strike="noStrike">
                <a:solidFill>
                  <a:schemeClr val="dk1"/>
                </a:solidFill>
                <a:latin typeface="Calibri"/>
              </a:rPr>
              <a:t> </a:t>
            </a:r>
            <a:r>
              <a:rPr b="0" lang="en-GB" sz="1800" spc="-1" strike="noStrike">
                <a:solidFill>
                  <a:schemeClr val="dk1"/>
                </a:solidFill>
                <a:latin typeface="Calibri"/>
              </a:rPr>
              <a:t>sees</a:t>
            </a:r>
            <a:r>
              <a:rPr b="0" lang="en-GB" sz="1800" spc="-52" strike="noStrike">
                <a:solidFill>
                  <a:schemeClr val="dk1"/>
                </a:solidFill>
                <a:latin typeface="Calibri"/>
              </a:rPr>
              <a:t> </a:t>
            </a:r>
            <a:r>
              <a:rPr b="0" lang="en-GB" sz="1800" spc="-1" strike="noStrike">
                <a:solidFill>
                  <a:schemeClr val="dk1"/>
                </a:solidFill>
                <a:latin typeface="Calibri"/>
              </a:rPr>
              <a:t>two</a:t>
            </a:r>
            <a:r>
              <a:rPr b="0" lang="en-GB" sz="1800" spc="-46" strike="noStrike">
                <a:solidFill>
                  <a:schemeClr val="dk1"/>
                </a:solidFill>
                <a:latin typeface="Calibri"/>
              </a:rPr>
              <a:t> </a:t>
            </a:r>
            <a:r>
              <a:rPr b="0" lang="en-GB" sz="1800" spc="-1" strike="noStrike">
                <a:solidFill>
                  <a:schemeClr val="dk1"/>
                </a:solidFill>
                <a:latin typeface="Calibri"/>
              </a:rPr>
              <a:t>circles</a:t>
            </a:r>
            <a:r>
              <a:rPr b="0" lang="en-GB" sz="1800" spc="-52" strike="noStrike">
                <a:solidFill>
                  <a:schemeClr val="dk1"/>
                </a:solidFill>
                <a:latin typeface="Calibri"/>
              </a:rPr>
              <a:t> </a:t>
            </a:r>
            <a:r>
              <a:rPr b="0" lang="en-GB" sz="1800" spc="-1" strike="noStrike">
                <a:solidFill>
                  <a:schemeClr val="dk1"/>
                </a:solidFill>
                <a:latin typeface="Calibri"/>
              </a:rPr>
              <a:t>and</a:t>
            </a:r>
            <a:r>
              <a:rPr b="0" lang="en-GB" sz="1800" spc="-46" strike="noStrike">
                <a:solidFill>
                  <a:schemeClr val="dk1"/>
                </a:solidFill>
                <a:latin typeface="Calibri"/>
              </a:rPr>
              <a:t> </a:t>
            </a:r>
            <a:r>
              <a:rPr b="0" lang="en-GB" sz="1800" spc="-26" strike="noStrike">
                <a:solidFill>
                  <a:schemeClr val="dk1"/>
                </a:solidFill>
                <a:latin typeface="Calibri"/>
              </a:rPr>
              <a:t>one </a:t>
            </a:r>
            <a:r>
              <a:rPr b="0" lang="en-GB" sz="1800" spc="-1" strike="noStrike">
                <a:solidFill>
                  <a:schemeClr val="dk1"/>
                </a:solidFill>
                <a:latin typeface="Calibri"/>
              </a:rPr>
              <a:t>circle.</a:t>
            </a:r>
            <a:r>
              <a:rPr b="0" lang="en-GB" sz="1800" spc="-41" strike="noStrike">
                <a:solidFill>
                  <a:schemeClr val="dk1"/>
                </a:solidFill>
                <a:latin typeface="Calibri"/>
              </a:rPr>
              <a:t> </a:t>
            </a:r>
            <a:r>
              <a:rPr b="0" lang="en-GB" sz="1800" spc="-21" strike="noStrike">
                <a:solidFill>
                  <a:schemeClr val="dk1"/>
                </a:solidFill>
                <a:latin typeface="Calibri"/>
              </a:rPr>
              <a:t>Therefore,</a:t>
            </a:r>
            <a:r>
              <a:rPr b="0" lang="en-GB" sz="1800" spc="-35" strike="noStrike">
                <a:solidFill>
                  <a:schemeClr val="dk1"/>
                </a:solidFill>
                <a:latin typeface="Calibri"/>
              </a:rPr>
              <a:t> </a:t>
            </a:r>
            <a:r>
              <a:rPr b="0" lang="en-GB" sz="1800" spc="-1" strike="noStrike">
                <a:solidFill>
                  <a:schemeClr val="dk1"/>
                </a:solidFill>
                <a:latin typeface="Calibri"/>
              </a:rPr>
              <a:t>the</a:t>
            </a:r>
            <a:r>
              <a:rPr b="0" lang="en-GB" sz="1800" spc="-41" strike="noStrike">
                <a:solidFill>
                  <a:schemeClr val="dk1"/>
                </a:solidFill>
                <a:latin typeface="Calibri"/>
              </a:rPr>
              <a:t> </a:t>
            </a:r>
            <a:r>
              <a:rPr b="0" lang="en-GB" sz="1800" spc="-1" strike="noStrike">
                <a:solidFill>
                  <a:schemeClr val="dk1"/>
                </a:solidFill>
                <a:latin typeface="Calibri"/>
              </a:rPr>
              <a:t>algorithm</a:t>
            </a:r>
            <a:r>
              <a:rPr b="0" lang="en-GB" sz="1800" spc="-35" strike="noStrike">
                <a:solidFill>
                  <a:schemeClr val="dk1"/>
                </a:solidFill>
                <a:latin typeface="Calibri"/>
              </a:rPr>
              <a:t> </a:t>
            </a:r>
            <a:r>
              <a:rPr b="0" lang="en-GB" sz="1800" spc="-1" strike="noStrike">
                <a:solidFill>
                  <a:schemeClr val="dk1"/>
                </a:solidFill>
                <a:latin typeface="Calibri"/>
              </a:rPr>
              <a:t>will</a:t>
            </a:r>
            <a:r>
              <a:rPr b="0" lang="en-GB" sz="1800" spc="-41" strike="noStrike">
                <a:solidFill>
                  <a:schemeClr val="dk1"/>
                </a:solidFill>
                <a:latin typeface="Calibri"/>
              </a:rPr>
              <a:t> </a:t>
            </a:r>
            <a:r>
              <a:rPr b="0" lang="en-GB" sz="1800" spc="-1" strike="noStrike">
                <a:solidFill>
                  <a:schemeClr val="dk1"/>
                </a:solidFill>
                <a:latin typeface="Calibri"/>
              </a:rPr>
              <a:t>classify</a:t>
            </a:r>
            <a:r>
              <a:rPr b="0" lang="en-GB" sz="1800" spc="-35" strike="noStrike">
                <a:solidFill>
                  <a:schemeClr val="dk1"/>
                </a:solidFill>
                <a:latin typeface="Calibri"/>
              </a:rPr>
              <a:t> </a:t>
            </a:r>
            <a:r>
              <a:rPr b="0" lang="en-GB" sz="1800" spc="-1" strike="noStrike">
                <a:solidFill>
                  <a:schemeClr val="dk1"/>
                </a:solidFill>
                <a:latin typeface="Calibri"/>
              </a:rPr>
              <a:t>the</a:t>
            </a:r>
            <a:r>
              <a:rPr b="0" lang="en-GB" sz="1800" spc="-35" strike="noStrike">
                <a:solidFill>
                  <a:schemeClr val="dk1"/>
                </a:solidFill>
                <a:latin typeface="Calibri"/>
              </a:rPr>
              <a:t> </a:t>
            </a:r>
            <a:r>
              <a:rPr b="0" lang="en-GB" sz="1800" spc="-1" strike="noStrike">
                <a:solidFill>
                  <a:schemeClr val="dk1"/>
                </a:solidFill>
                <a:latin typeface="Calibri"/>
              </a:rPr>
              <a:t>star</a:t>
            </a:r>
            <a:r>
              <a:rPr b="0" lang="en-GB" sz="1800" spc="-41" strike="noStrike">
                <a:solidFill>
                  <a:schemeClr val="dk1"/>
                </a:solidFill>
                <a:latin typeface="Calibri"/>
              </a:rPr>
              <a:t> </a:t>
            </a:r>
            <a:r>
              <a:rPr b="0" lang="en-GB" sz="1800" spc="-1" strike="noStrike">
                <a:solidFill>
                  <a:schemeClr val="dk1"/>
                </a:solidFill>
                <a:latin typeface="Calibri"/>
              </a:rPr>
              <a:t>as</a:t>
            </a:r>
            <a:r>
              <a:rPr b="0" lang="en-GB" sz="1800" spc="-35" strike="noStrike">
                <a:solidFill>
                  <a:schemeClr val="dk1"/>
                </a:solidFill>
                <a:latin typeface="Calibri"/>
              </a:rPr>
              <a:t> </a:t>
            </a:r>
            <a:r>
              <a:rPr b="0" lang="en-GB" sz="1800" spc="-1" strike="noStrike">
                <a:solidFill>
                  <a:schemeClr val="dk1"/>
                </a:solidFill>
                <a:latin typeface="Calibri"/>
              </a:rPr>
              <a:t>a</a:t>
            </a:r>
            <a:r>
              <a:rPr b="0" lang="en-GB" sz="1800" spc="-41" strike="noStrike">
                <a:solidFill>
                  <a:schemeClr val="dk1"/>
                </a:solidFill>
                <a:latin typeface="Calibri"/>
              </a:rPr>
              <a:t> </a:t>
            </a:r>
            <a:r>
              <a:rPr b="0" lang="en-GB" sz="1800" spc="-12" strike="noStrike">
                <a:solidFill>
                  <a:schemeClr val="dk1"/>
                </a:solidFill>
                <a:latin typeface="Calibri"/>
              </a:rPr>
              <a:t>circle </a:t>
            </a:r>
            <a:r>
              <a:rPr b="0" lang="en-GB" sz="1800" spc="-1" strike="noStrike">
                <a:solidFill>
                  <a:schemeClr val="dk1"/>
                </a:solidFill>
                <a:latin typeface="Calibri"/>
              </a:rPr>
              <a:t>since</a:t>
            </a:r>
            <a:r>
              <a:rPr b="0" lang="en-GB" sz="1800" spc="-60" strike="noStrike">
                <a:solidFill>
                  <a:schemeClr val="dk1"/>
                </a:solidFill>
                <a:latin typeface="Calibri"/>
              </a:rPr>
              <a:t> </a:t>
            </a:r>
            <a:r>
              <a:rPr b="0" lang="en-GB" sz="1800" spc="-1" strike="noStrike">
                <a:solidFill>
                  <a:schemeClr val="dk1"/>
                </a:solidFill>
                <a:latin typeface="Calibri"/>
              </a:rPr>
              <a:t>the</a:t>
            </a:r>
            <a:r>
              <a:rPr b="0" lang="en-GB" sz="1800" spc="-60" strike="noStrike">
                <a:solidFill>
                  <a:schemeClr val="dk1"/>
                </a:solidFill>
                <a:latin typeface="Calibri"/>
              </a:rPr>
              <a:t> </a:t>
            </a:r>
            <a:r>
              <a:rPr b="0" lang="en-GB" sz="1800" spc="-1" strike="noStrike">
                <a:solidFill>
                  <a:schemeClr val="dk1"/>
                </a:solidFill>
                <a:latin typeface="Calibri"/>
              </a:rPr>
              <a:t>number</a:t>
            </a:r>
            <a:r>
              <a:rPr b="0" lang="en-GB" sz="1800" spc="-60" strike="noStrike">
                <a:solidFill>
                  <a:schemeClr val="dk1"/>
                </a:solidFill>
                <a:latin typeface="Calibri"/>
              </a:rPr>
              <a:t> </a:t>
            </a:r>
            <a:r>
              <a:rPr b="0" lang="en-GB" sz="1800" spc="-1" strike="noStrike">
                <a:solidFill>
                  <a:schemeClr val="dk1"/>
                </a:solidFill>
                <a:latin typeface="Calibri"/>
              </a:rPr>
              <a:t>of</a:t>
            </a:r>
            <a:r>
              <a:rPr b="0" lang="en-GB" sz="1800" spc="-60" strike="noStrike">
                <a:solidFill>
                  <a:schemeClr val="dk1"/>
                </a:solidFill>
                <a:latin typeface="Calibri"/>
              </a:rPr>
              <a:t> </a:t>
            </a:r>
            <a:r>
              <a:rPr b="0" lang="en-GB" sz="1800" spc="-1" strike="noStrike">
                <a:solidFill>
                  <a:schemeClr val="dk1"/>
                </a:solidFill>
                <a:latin typeface="Calibri"/>
              </a:rPr>
              <a:t>circles</a:t>
            </a:r>
            <a:r>
              <a:rPr b="0" lang="en-GB" sz="1800" spc="-55" strike="noStrike">
                <a:solidFill>
                  <a:schemeClr val="dk1"/>
                </a:solidFill>
                <a:latin typeface="Calibri"/>
              </a:rPr>
              <a:t> </a:t>
            </a:r>
            <a:r>
              <a:rPr b="0" lang="en-GB" sz="1800" spc="-1" strike="noStrike">
                <a:solidFill>
                  <a:schemeClr val="dk1"/>
                </a:solidFill>
                <a:latin typeface="Calibri"/>
              </a:rPr>
              <a:t>was</a:t>
            </a:r>
            <a:r>
              <a:rPr b="0" lang="en-GB" sz="1800" spc="-60" strike="noStrike">
                <a:solidFill>
                  <a:schemeClr val="dk1"/>
                </a:solidFill>
                <a:latin typeface="Calibri"/>
              </a:rPr>
              <a:t> </a:t>
            </a:r>
            <a:r>
              <a:rPr b="0" lang="en-GB" sz="1800" spc="-12" strike="noStrike">
                <a:solidFill>
                  <a:schemeClr val="dk1"/>
                </a:solidFill>
                <a:latin typeface="Calibri"/>
              </a:rPr>
              <a:t>greater</a:t>
            </a:r>
            <a:r>
              <a:rPr b="0" lang="en-GB" sz="1800" spc="-60" strike="noStrike">
                <a:solidFill>
                  <a:schemeClr val="dk1"/>
                </a:solidFill>
                <a:latin typeface="Calibri"/>
              </a:rPr>
              <a:t> </a:t>
            </a:r>
            <a:r>
              <a:rPr b="0" lang="en-GB" sz="1800" spc="-1" strike="noStrike">
                <a:solidFill>
                  <a:schemeClr val="dk1"/>
                </a:solidFill>
                <a:latin typeface="Calibri"/>
              </a:rPr>
              <a:t>than</a:t>
            </a:r>
            <a:r>
              <a:rPr b="0" lang="en-GB" sz="1800" spc="-60" strike="noStrike">
                <a:solidFill>
                  <a:schemeClr val="dk1"/>
                </a:solidFill>
                <a:latin typeface="Calibri"/>
              </a:rPr>
              <a:t> </a:t>
            </a:r>
            <a:r>
              <a:rPr b="0" lang="en-GB" sz="1800" spc="-1" strike="noStrike">
                <a:solidFill>
                  <a:schemeClr val="dk1"/>
                </a:solidFill>
                <a:latin typeface="Calibri"/>
              </a:rPr>
              <a:t>the</a:t>
            </a:r>
            <a:r>
              <a:rPr b="0" lang="en-GB" sz="1800" spc="-60" strike="noStrike">
                <a:solidFill>
                  <a:schemeClr val="dk1"/>
                </a:solidFill>
                <a:latin typeface="Calibri"/>
              </a:rPr>
              <a:t> </a:t>
            </a:r>
            <a:r>
              <a:rPr b="0" lang="en-GB" sz="1800" spc="-1" strike="noStrike">
                <a:solidFill>
                  <a:schemeClr val="dk1"/>
                </a:solidFill>
                <a:latin typeface="Calibri"/>
              </a:rPr>
              <a:t>number</a:t>
            </a:r>
            <a:r>
              <a:rPr b="0" lang="en-GB" sz="1800" spc="-55" strike="noStrike">
                <a:solidFill>
                  <a:schemeClr val="dk1"/>
                </a:solidFill>
                <a:latin typeface="Calibri"/>
              </a:rPr>
              <a:t> </a:t>
            </a:r>
            <a:r>
              <a:rPr b="0" lang="en-GB" sz="1800" spc="-26" strike="noStrike">
                <a:solidFill>
                  <a:schemeClr val="dk1"/>
                </a:solidFill>
                <a:latin typeface="Calibri"/>
              </a:rPr>
              <a:t>of </a:t>
            </a:r>
            <a:r>
              <a:rPr b="0" lang="en-GB" sz="1800" spc="-12" strike="noStrike">
                <a:solidFill>
                  <a:schemeClr val="dk1"/>
                </a:solidFill>
                <a:latin typeface="Calibri"/>
              </a:rPr>
              <a:t>triangles.</a:t>
            </a:r>
            <a:endParaRPr b="0" lang="en-GB" sz="1800" spc="-1" strike="noStrike">
              <a:solidFill>
                <a:srgbClr val="000000"/>
              </a:solidFill>
              <a:latin typeface="Arial"/>
            </a:endParaRPr>
          </a:p>
        </p:txBody>
      </p:sp>
      <p:pic>
        <p:nvPicPr>
          <p:cNvPr id="88" name="object 6" descr=""/>
          <p:cNvPicPr/>
          <p:nvPr/>
        </p:nvPicPr>
        <p:blipFill>
          <a:blip r:embed="rId1"/>
          <a:stretch/>
        </p:blipFill>
        <p:spPr>
          <a:xfrm>
            <a:off x="6642360" y="340560"/>
            <a:ext cx="4329360" cy="252756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788040" y="153720"/>
            <a:ext cx="10362600" cy="276120"/>
          </a:xfrm>
          <a:prstGeom prst="rect">
            <a:avLst/>
          </a:prstGeom>
          <a:noFill/>
          <a:ln w="0">
            <a:noFill/>
          </a:ln>
        </p:spPr>
        <p:txBody>
          <a:bodyPr lIns="0" rIns="0" tIns="0" bIns="0" anchor="t">
            <a:noAutofit/>
          </a:bodyPr>
          <a:p>
            <a:pPr indent="0">
              <a:lnSpc>
                <a:spcPct val="100000"/>
              </a:lnSpc>
              <a:buNone/>
              <a:tabLst>
                <a:tab algn="l" pos="0"/>
              </a:tabLst>
            </a:pPr>
            <a:r>
              <a:rPr b="1" lang="en-US" sz="1800" spc="-1" strike="noStrike">
                <a:solidFill>
                  <a:schemeClr val="dk1"/>
                </a:solidFill>
                <a:latin typeface="Arial"/>
              </a:rPr>
              <a:t>                       </a:t>
            </a:r>
            <a:r>
              <a:rPr b="1" lang="en-US" sz="1800" spc="-1" strike="noStrike">
                <a:solidFill>
                  <a:schemeClr val="dk1"/>
                </a:solidFill>
                <a:latin typeface="Arial"/>
              </a:rPr>
              <a:t>STRENGTH, WEAKNESS  AND ASSUMPTION OF K-NEAREST NEIGHBOUR</a:t>
            </a:r>
            <a:endParaRPr b="0" lang="en-GB" sz="1800" spc="-1" strike="noStrike">
              <a:solidFill>
                <a:srgbClr val="000000"/>
              </a:solidFill>
              <a:latin typeface="Arial"/>
            </a:endParaRPr>
          </a:p>
        </p:txBody>
      </p:sp>
      <p:graphicFrame>
        <p:nvGraphicFramePr>
          <p:cNvPr id="90" name="Table 3"/>
          <p:cNvGraphicFramePr/>
          <p:nvPr/>
        </p:nvGraphicFramePr>
        <p:xfrm>
          <a:off x="1332720" y="601200"/>
          <a:ext cx="9600120" cy="3648600"/>
        </p:xfrm>
        <a:graphic>
          <a:graphicData uri="http://schemas.openxmlformats.org/drawingml/2006/table">
            <a:tbl>
              <a:tblPr/>
              <a:tblGrid>
                <a:gridCol w="4775760"/>
                <a:gridCol w="4824720"/>
              </a:tblGrid>
              <a:tr h="640080">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STRENGTH</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WEAKNESS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r>
              <a:tr h="567360">
                <a:tc>
                  <a:txBody>
                    <a:bodyPr anchor="t">
                      <a:noAutofit/>
                    </a:bodyPr>
                    <a:p>
                      <a:pPr>
                        <a:lnSpc>
                          <a:spcPct val="100000"/>
                        </a:lnSpc>
                      </a:pPr>
                      <a:r>
                        <a:rPr b="0" lang="en-US" sz="1800" spc="-1" strike="noStrike">
                          <a:solidFill>
                            <a:schemeClr val="dk1"/>
                          </a:solidFill>
                          <a:latin typeface="Calibri"/>
                        </a:rPr>
                        <a:t>Simple and intuitive.</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Computationally expensive for large datasets.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640080">
                <a:tc>
                  <a:txBody>
                    <a:bodyPr anchor="t">
                      <a:noAutofit/>
                    </a:bodyPr>
                    <a:p>
                      <a:pPr>
                        <a:lnSpc>
                          <a:spcPct val="100000"/>
                        </a:lnSpc>
                      </a:pPr>
                      <a:r>
                        <a:rPr b="0" lang="en-US" sz="1800" spc="-1" strike="noStrike">
                          <a:solidFill>
                            <a:schemeClr val="dk1"/>
                          </a:solidFill>
                          <a:latin typeface="Calibri"/>
                        </a:rPr>
                        <a:t>No assumptions about data distribution (non-parametric).</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Sensitive to irrelevant or noisy features.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537120">
                <a:tc>
                  <a:txBody>
                    <a:bodyPr anchor="t">
                      <a:noAutofit/>
                    </a:bodyPr>
                    <a:p>
                      <a:pPr>
                        <a:lnSpc>
                          <a:spcPct val="100000"/>
                        </a:lnSpc>
                      </a:pPr>
                      <a:r>
                        <a:rPr b="0" lang="en-US" sz="1800" spc="-1" strike="noStrike">
                          <a:solidFill>
                            <a:schemeClr val="dk1"/>
                          </a:solidFill>
                          <a:latin typeface="Calibri"/>
                        </a:rPr>
                        <a:t>Can handle multi-class classification.</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Requires a well-chosen value of 'k'.</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914400">
                <a:tc>
                  <a:txBody>
                    <a:bodyPr anchor="t">
                      <a:noAutofit/>
                    </a:bodyPr>
                    <a:p>
                      <a:pPr>
                        <a:lnSpc>
                          <a:spcPct val="100000"/>
                        </a:lnSpc>
                      </a:pPr>
                      <a:r>
                        <a:rPr b="0" lang="en-US" sz="1800" spc="-1" strike="noStrike">
                          <a:solidFill>
                            <a:schemeClr val="dk1"/>
                          </a:solidFill>
                          <a:latin typeface="Calibri"/>
                        </a:rPr>
                        <a:t>Easily interpretable.</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Performance degrades with high-dimensional data (curse of dimensionality).</a:t>
                      </a:r>
                      <a:endParaRPr b="0" lang="en-GB" sz="1800" spc="-1" strike="noStrike">
                        <a:solidFill>
                          <a:srgbClr val="000000"/>
                        </a:solidFill>
                        <a:latin typeface="Arial"/>
                      </a:endParaRPr>
                    </a:p>
                    <a:p>
                      <a:pPr>
                        <a:lnSpc>
                          <a:spcPct val="100000"/>
                        </a:lnSpc>
                      </a:pP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bl>
          </a:graphicData>
        </a:graphic>
      </p:graphicFrame>
      <p:sp>
        <p:nvSpPr>
          <p:cNvPr id="91" name="Title 1"/>
          <p:cNvSpPr/>
          <p:nvPr/>
        </p:nvSpPr>
        <p:spPr>
          <a:xfrm>
            <a:off x="619920" y="4038120"/>
            <a:ext cx="11140200" cy="246888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800" spc="-1" strike="noStrike">
                <a:solidFill>
                  <a:schemeClr val="dk1"/>
                </a:solidFill>
                <a:latin typeface="Arial"/>
              </a:rPr>
              <a:t>                     </a:t>
            </a:r>
            <a:r>
              <a:rPr b="1" lang="en-US" sz="1800" spc="-1" strike="noStrike">
                <a:solidFill>
                  <a:schemeClr val="dk1"/>
                </a:solidFill>
                <a:latin typeface="Arial"/>
              </a:rPr>
              <a:t>ASSUMPTION OF K-NEAREST NEIGHBOUR</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0" lang="en-US" sz="2400" spc="-1" strike="noStrike">
                <a:solidFill>
                  <a:schemeClr val="dk1"/>
                </a:solidFill>
                <a:latin typeface="Arial"/>
              </a:rPr>
              <a:t> </a:t>
            </a:r>
            <a:r>
              <a:rPr b="1" lang="en-US" sz="2400" spc="-1" strike="noStrike">
                <a:solidFill>
                  <a:schemeClr val="dk1"/>
                </a:solidFill>
                <a:latin typeface="Arial Bold"/>
              </a:rPr>
              <a:t>Proximity Assumption: </a:t>
            </a:r>
            <a:r>
              <a:rPr b="0" lang="en-US" sz="2400" spc="-1" strike="noStrike">
                <a:solidFill>
                  <a:schemeClr val="dk1"/>
                </a:solidFill>
                <a:latin typeface="Arial"/>
              </a:rPr>
              <a:t>Data points that are close to each other are likely to belong to the same class.</a:t>
            </a:r>
            <a:endParaRPr b="0" lang="en-GB" sz="2400" spc="-1" strike="noStrike">
              <a:solidFill>
                <a:srgbClr val="000000"/>
              </a:solidFill>
              <a:latin typeface="Arial"/>
            </a:endParaRPr>
          </a:p>
          <a:p>
            <a:pPr marL="285840" indent="-285840">
              <a:lnSpc>
                <a:spcPct val="100000"/>
              </a:lnSpc>
              <a:buClr>
                <a:srgbClr val="000000"/>
              </a:buClr>
              <a:buFont typeface="Wingdings" charset="2"/>
              <a:buChar char=""/>
            </a:pPr>
            <a:r>
              <a:rPr b="1" lang="en-US" sz="2400" spc="-1" strike="noStrike">
                <a:solidFill>
                  <a:schemeClr val="dk1"/>
                </a:solidFill>
                <a:latin typeface="Arial Bold"/>
              </a:rPr>
              <a:t>Stationarity: </a:t>
            </a:r>
            <a:r>
              <a:rPr b="0" lang="en-US" sz="2400" spc="-1" strike="noStrike">
                <a:solidFill>
                  <a:schemeClr val="dk1"/>
                </a:solidFill>
                <a:latin typeface="Arial"/>
              </a:rPr>
              <a:t>The distribution of the data doesn't change significantly over time.</a:t>
            </a:r>
            <a:endParaRPr b="0" lang="en-GB" sz="2400" spc="-1" strike="noStrike">
              <a:solidFill>
                <a:srgbClr val="000000"/>
              </a:solidFill>
              <a:latin typeface="Arial"/>
            </a:endParaRPr>
          </a:p>
          <a:p>
            <a:pPr marL="285840" indent="-285840">
              <a:lnSpc>
                <a:spcPct val="100000"/>
              </a:lnSpc>
              <a:buClr>
                <a:srgbClr val="000000"/>
              </a:buClr>
              <a:buFont typeface="Wingdings" charset="2"/>
              <a:buChar char=""/>
            </a:pPr>
            <a:r>
              <a:rPr b="1" lang="en-US" sz="2400" spc="-1" strike="noStrike">
                <a:solidFill>
                  <a:schemeClr val="dk1"/>
                </a:solidFill>
                <a:latin typeface="Arial Bold"/>
              </a:rPr>
              <a:t>Sufficient Data: </a:t>
            </a:r>
            <a:r>
              <a:rPr b="0" lang="en-US" sz="2400" spc="-1" strike="noStrike">
                <a:solidFill>
                  <a:schemeClr val="dk1"/>
                </a:solidFill>
                <a:latin typeface="Arial"/>
              </a:rPr>
              <a:t>Requires a representative sample for accuracy.</a:t>
            </a:r>
            <a:endParaRPr b="0" lang="en-GB" sz="2400" spc="-1" strike="noStrike">
              <a:solidFill>
                <a:srgbClr val="000000"/>
              </a:solidFill>
              <a:latin typeface="Arial"/>
            </a:endParaRPr>
          </a:p>
          <a:p>
            <a:pPr marL="285840" indent="-285840">
              <a:lnSpc>
                <a:spcPct val="100000"/>
              </a:lnSpc>
              <a:buClr>
                <a:srgbClr val="000000"/>
              </a:buClr>
              <a:buFont typeface="Wingdings" charset="2"/>
              <a:buChar char=""/>
            </a:pPr>
            <a:r>
              <a:rPr b="1" lang="en-US" sz="2400" spc="-1" strike="noStrike">
                <a:solidFill>
                  <a:schemeClr val="dk1"/>
                </a:solidFill>
                <a:latin typeface="Arial Bold"/>
              </a:rPr>
              <a:t>Choice of Distance Metric:</a:t>
            </a:r>
            <a:r>
              <a:rPr b="0" lang="en-US" sz="2400" spc="-1" strike="noStrike">
                <a:solidFill>
                  <a:schemeClr val="dk1"/>
                </a:solidFill>
                <a:latin typeface="Arial"/>
              </a:rPr>
              <a:t> The performance depends heavily on the choice of distance metric (e.g., Euclidean, Manhattan).</a:t>
            </a:r>
            <a:endParaRPr b="0" lang="en-GB"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307800" y="213480"/>
            <a:ext cx="2805840" cy="115740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n-GB" sz="1800" spc="-12" strike="noStrike">
                <a:solidFill>
                  <a:schemeClr val="dk1"/>
                </a:solidFill>
                <a:latin typeface="Calibri"/>
              </a:rPr>
              <a:t>SUPPORT</a:t>
            </a:r>
            <a:r>
              <a:rPr b="1" lang="en-GB" sz="1800" spc="-72" strike="noStrike">
                <a:solidFill>
                  <a:schemeClr val="dk1"/>
                </a:solidFill>
                <a:latin typeface="Calibri"/>
              </a:rPr>
              <a:t> </a:t>
            </a:r>
            <a:r>
              <a:rPr b="1" lang="en-GB" sz="1800" spc="-1" strike="noStrike">
                <a:solidFill>
                  <a:schemeClr val="dk1"/>
                </a:solidFill>
                <a:latin typeface="Calibri"/>
              </a:rPr>
              <a:t>VECTOR</a:t>
            </a:r>
            <a:r>
              <a:rPr b="1" lang="en-GB" sz="1800" spc="-66" strike="noStrike">
                <a:solidFill>
                  <a:schemeClr val="dk1"/>
                </a:solidFill>
                <a:latin typeface="Calibri"/>
              </a:rPr>
              <a:t> </a:t>
            </a:r>
            <a:r>
              <a:rPr b="1" lang="en-GB" sz="1800" spc="-12" strike="noStrike">
                <a:solidFill>
                  <a:schemeClr val="dk1"/>
                </a:solidFill>
                <a:latin typeface="Calibri"/>
              </a:rPr>
              <a:t>MACHINES</a:t>
            </a:r>
            <a:endParaRPr b="0" lang="en-GB" sz="1800" spc="-1" strike="noStrike">
              <a:solidFill>
                <a:srgbClr val="000000"/>
              </a:solidFill>
              <a:latin typeface="Arial"/>
            </a:endParaRPr>
          </a:p>
        </p:txBody>
      </p:sp>
      <p:sp>
        <p:nvSpPr>
          <p:cNvPr id="93" name="object 3"/>
          <p:cNvSpPr/>
          <p:nvPr/>
        </p:nvSpPr>
        <p:spPr>
          <a:xfrm>
            <a:off x="307800" y="1036440"/>
            <a:ext cx="4183200" cy="604728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Calibri"/>
              </a:rPr>
              <a:t>Support</a:t>
            </a:r>
            <a:r>
              <a:rPr b="0" lang="en-GB" sz="1800" spc="-55" strike="noStrike">
                <a:solidFill>
                  <a:srgbClr val="000000"/>
                </a:solidFill>
                <a:latin typeface="Calibri"/>
              </a:rPr>
              <a:t> </a:t>
            </a:r>
            <a:r>
              <a:rPr b="0" lang="en-GB" sz="1800" spc="-21" strike="noStrike">
                <a:solidFill>
                  <a:srgbClr val="000000"/>
                </a:solidFill>
                <a:latin typeface="Calibri"/>
              </a:rPr>
              <a:t>Vector</a:t>
            </a:r>
            <a:r>
              <a:rPr b="0" lang="en-GB" sz="1800" spc="-55" strike="noStrike">
                <a:solidFill>
                  <a:srgbClr val="000000"/>
                </a:solidFill>
                <a:latin typeface="Calibri"/>
              </a:rPr>
              <a:t> </a:t>
            </a:r>
            <a:r>
              <a:rPr b="0" lang="en-GB" sz="1800" spc="-12" strike="noStrike">
                <a:solidFill>
                  <a:srgbClr val="000000"/>
                </a:solidFill>
                <a:latin typeface="Calibri"/>
              </a:rPr>
              <a:t>Machines</a:t>
            </a:r>
            <a:r>
              <a:rPr b="0" lang="en-GB" sz="1800" spc="-52" strike="noStrike">
                <a:solidFill>
                  <a:srgbClr val="000000"/>
                </a:solidFill>
                <a:latin typeface="Calibri"/>
              </a:rPr>
              <a:t> </a:t>
            </a:r>
            <a:r>
              <a:rPr b="0" lang="en-GB" sz="1800" spc="-1" strike="noStrike">
                <a:solidFill>
                  <a:srgbClr val="000000"/>
                </a:solidFill>
                <a:latin typeface="Calibri"/>
              </a:rPr>
              <a:t>are</a:t>
            </a:r>
            <a:r>
              <a:rPr b="0" lang="en-GB" sz="1800" spc="-55" strike="noStrike">
                <a:solidFill>
                  <a:srgbClr val="000000"/>
                </a:solidFill>
                <a:latin typeface="Calibri"/>
              </a:rPr>
              <a:t> </a:t>
            </a:r>
            <a:r>
              <a:rPr b="0" lang="en-GB" sz="1800" spc="-12" strike="noStrike">
                <a:solidFill>
                  <a:srgbClr val="000000"/>
                </a:solidFill>
                <a:latin typeface="Calibri"/>
              </a:rPr>
              <a:t>supervised </a:t>
            </a:r>
            <a:r>
              <a:rPr b="0" lang="en-GB" sz="1800" spc="-1" strike="noStrike">
                <a:solidFill>
                  <a:srgbClr val="000000"/>
                </a:solidFill>
                <a:latin typeface="Calibri"/>
              </a:rPr>
              <a:t>learning</a:t>
            </a:r>
            <a:r>
              <a:rPr b="0" lang="en-GB" sz="1800" spc="-80" strike="noStrike">
                <a:solidFill>
                  <a:srgbClr val="000000"/>
                </a:solidFill>
                <a:latin typeface="Calibri"/>
              </a:rPr>
              <a:t> </a:t>
            </a:r>
            <a:r>
              <a:rPr b="0" lang="en-GB" sz="1800" spc="-1" strike="noStrike">
                <a:solidFill>
                  <a:srgbClr val="000000"/>
                </a:solidFill>
                <a:latin typeface="Calibri"/>
              </a:rPr>
              <a:t>models</a:t>
            </a:r>
            <a:r>
              <a:rPr b="0" lang="en-GB" sz="1800" spc="-80" strike="noStrike">
                <a:solidFill>
                  <a:srgbClr val="000000"/>
                </a:solidFill>
                <a:latin typeface="Calibri"/>
              </a:rPr>
              <a:t> </a:t>
            </a:r>
            <a:r>
              <a:rPr b="0" lang="en-GB" sz="1800" spc="-1" strike="noStrike">
                <a:solidFill>
                  <a:srgbClr val="000000"/>
                </a:solidFill>
                <a:latin typeface="Calibri"/>
              </a:rPr>
              <a:t>with</a:t>
            </a:r>
            <a:r>
              <a:rPr b="0" lang="en-GB" sz="1800" spc="-80" strike="noStrike">
                <a:solidFill>
                  <a:srgbClr val="000000"/>
                </a:solidFill>
                <a:latin typeface="Calibri"/>
              </a:rPr>
              <a:t> </a:t>
            </a:r>
            <a:r>
              <a:rPr b="0" lang="en-GB" sz="1800" spc="-12" strike="noStrike">
                <a:solidFill>
                  <a:srgbClr val="000000"/>
                </a:solidFill>
                <a:latin typeface="Calibri"/>
              </a:rPr>
              <a:t>associated</a:t>
            </a:r>
            <a:r>
              <a:rPr b="0" lang="en-GB" sz="1800" spc="494" strike="noStrike">
                <a:solidFill>
                  <a:srgbClr val="000000"/>
                </a:solidFill>
                <a:latin typeface="Calibri"/>
              </a:rPr>
              <a:t> </a:t>
            </a:r>
            <a:r>
              <a:rPr b="0" lang="en-GB" sz="1800" spc="-1" strike="noStrike">
                <a:solidFill>
                  <a:srgbClr val="000000"/>
                </a:solidFill>
                <a:latin typeface="Calibri"/>
              </a:rPr>
              <a:t>learning</a:t>
            </a:r>
            <a:r>
              <a:rPr b="0" lang="en-GB" sz="1800" spc="-75" strike="noStrike">
                <a:solidFill>
                  <a:srgbClr val="000000"/>
                </a:solidFill>
                <a:latin typeface="Calibri"/>
              </a:rPr>
              <a:t> </a:t>
            </a:r>
            <a:r>
              <a:rPr b="0" lang="en-GB" sz="1800" spc="-1" strike="noStrike">
                <a:solidFill>
                  <a:srgbClr val="000000"/>
                </a:solidFill>
                <a:latin typeface="Calibri"/>
              </a:rPr>
              <a:t>algorithms</a:t>
            </a:r>
            <a:r>
              <a:rPr b="0" lang="en-GB" sz="1800" spc="-80" strike="noStrike">
                <a:solidFill>
                  <a:srgbClr val="000000"/>
                </a:solidFill>
                <a:latin typeface="Calibri"/>
              </a:rPr>
              <a:t> </a:t>
            </a:r>
            <a:r>
              <a:rPr b="0" lang="en-GB" sz="1800" spc="-1" strike="noStrike">
                <a:solidFill>
                  <a:srgbClr val="000000"/>
                </a:solidFill>
                <a:latin typeface="Calibri"/>
              </a:rPr>
              <a:t>that</a:t>
            </a:r>
            <a:r>
              <a:rPr b="0" lang="en-GB" sz="1800" spc="-75" strike="noStrike">
                <a:solidFill>
                  <a:srgbClr val="000000"/>
                </a:solidFill>
                <a:latin typeface="Calibri"/>
              </a:rPr>
              <a:t> </a:t>
            </a:r>
            <a:r>
              <a:rPr b="0" lang="en-GB" sz="1800" spc="-12" strike="noStrike">
                <a:solidFill>
                  <a:srgbClr val="000000"/>
                </a:solidFill>
                <a:latin typeface="Calibri"/>
              </a:rPr>
              <a:t>analyze</a:t>
            </a:r>
            <a:r>
              <a:rPr b="0" lang="en-GB" sz="1800" spc="-75" strike="noStrike">
                <a:solidFill>
                  <a:srgbClr val="000000"/>
                </a:solidFill>
                <a:latin typeface="Calibri"/>
              </a:rPr>
              <a:t> </a:t>
            </a:r>
            <a:r>
              <a:rPr b="0" lang="en-GB" sz="1800" spc="-21" strike="noStrike">
                <a:solidFill>
                  <a:srgbClr val="000000"/>
                </a:solidFill>
                <a:latin typeface="Calibri"/>
              </a:rPr>
              <a:t>data</a:t>
            </a:r>
            <a:endParaRPr b="0" lang="en-GB" sz="1800" spc="-1" strike="noStrike">
              <a:solidFill>
                <a:srgbClr val="000000"/>
              </a:solidFill>
              <a:latin typeface="Arial"/>
            </a:endParaRPr>
          </a:p>
          <a:p>
            <a:pPr marL="12600">
              <a:lnSpc>
                <a:spcPct val="100000"/>
              </a:lnSpc>
            </a:pPr>
            <a:r>
              <a:rPr b="0" lang="en-GB" sz="1800" spc="-1" strike="noStrike">
                <a:solidFill>
                  <a:srgbClr val="000000"/>
                </a:solidFill>
                <a:latin typeface="Calibri"/>
              </a:rPr>
              <a:t>for</a:t>
            </a:r>
            <a:r>
              <a:rPr b="0" lang="en-GB" sz="1800" spc="-55" strike="noStrike">
                <a:solidFill>
                  <a:srgbClr val="000000"/>
                </a:solidFill>
                <a:latin typeface="Calibri"/>
              </a:rPr>
              <a:t> </a:t>
            </a:r>
            <a:r>
              <a:rPr b="0" lang="en-GB" sz="1800" spc="-12" strike="noStrike">
                <a:solidFill>
                  <a:srgbClr val="000000"/>
                </a:solidFill>
                <a:latin typeface="Calibri"/>
              </a:rPr>
              <a:t>classification</a:t>
            </a:r>
            <a:r>
              <a:rPr b="0" lang="en-GB" sz="1800" spc="-52" strike="noStrike">
                <a:solidFill>
                  <a:srgbClr val="000000"/>
                </a:solidFill>
                <a:latin typeface="Calibri"/>
              </a:rPr>
              <a:t> </a:t>
            </a:r>
            <a:r>
              <a:rPr b="0" lang="en-GB" sz="1800" spc="-1" strike="noStrike">
                <a:solidFill>
                  <a:srgbClr val="000000"/>
                </a:solidFill>
                <a:latin typeface="Calibri"/>
              </a:rPr>
              <a:t>and</a:t>
            </a:r>
            <a:r>
              <a:rPr b="0" lang="en-GB" sz="1800" spc="-52" strike="noStrike">
                <a:solidFill>
                  <a:srgbClr val="000000"/>
                </a:solidFill>
                <a:latin typeface="Calibri"/>
              </a:rPr>
              <a:t> </a:t>
            </a:r>
            <a:r>
              <a:rPr b="0" lang="en-GB" sz="1800" spc="-12" strike="noStrike">
                <a:solidFill>
                  <a:srgbClr val="000000"/>
                </a:solidFill>
                <a:latin typeface="Calibri"/>
              </a:rPr>
              <a:t>regression</a:t>
            </a:r>
            <a:r>
              <a:rPr b="0" lang="en-GB" sz="1800" spc="-52" strike="noStrike">
                <a:solidFill>
                  <a:srgbClr val="000000"/>
                </a:solidFill>
                <a:latin typeface="Calibri"/>
              </a:rPr>
              <a:t> </a:t>
            </a:r>
            <a:r>
              <a:rPr b="0" lang="en-GB" sz="1800" spc="-1" strike="noStrike">
                <a:solidFill>
                  <a:srgbClr val="000000"/>
                </a:solidFill>
                <a:latin typeface="Calibri"/>
              </a:rPr>
              <a:t>analysis.</a:t>
            </a:r>
            <a:r>
              <a:rPr b="0" lang="en-GB" sz="1800" spc="-52" strike="noStrike">
                <a:solidFill>
                  <a:srgbClr val="000000"/>
                </a:solidFill>
                <a:latin typeface="Calibri"/>
              </a:rPr>
              <a:t> </a:t>
            </a:r>
            <a:r>
              <a:rPr b="0" lang="en-GB" sz="1800" spc="-26" strike="noStrike">
                <a:solidFill>
                  <a:srgbClr val="000000"/>
                </a:solidFill>
                <a:latin typeface="Calibri"/>
              </a:rPr>
              <a:t>The </a:t>
            </a:r>
            <a:r>
              <a:rPr b="0" lang="en-GB" sz="1800" spc="-1" strike="noStrike">
                <a:solidFill>
                  <a:srgbClr val="000000"/>
                </a:solidFill>
                <a:latin typeface="Calibri"/>
              </a:rPr>
              <a:t>linear</a:t>
            </a:r>
            <a:r>
              <a:rPr b="0" lang="en-GB" sz="1800" spc="-60" strike="noStrike">
                <a:solidFill>
                  <a:srgbClr val="000000"/>
                </a:solidFill>
                <a:latin typeface="Calibri"/>
              </a:rPr>
              <a:t> </a:t>
            </a:r>
            <a:r>
              <a:rPr b="0" lang="en-GB" sz="1800" spc="-1" strike="noStrike">
                <a:solidFill>
                  <a:srgbClr val="000000"/>
                </a:solidFill>
                <a:latin typeface="Calibri"/>
              </a:rPr>
              <a:t>SVM</a:t>
            </a:r>
            <a:r>
              <a:rPr b="0" lang="en-GB" sz="1800" spc="-55" strike="noStrike">
                <a:solidFill>
                  <a:srgbClr val="000000"/>
                </a:solidFill>
                <a:latin typeface="Calibri"/>
              </a:rPr>
              <a:t> </a:t>
            </a:r>
            <a:r>
              <a:rPr b="0" lang="en-GB" sz="1800" spc="-1" strike="noStrike">
                <a:solidFill>
                  <a:srgbClr val="000000"/>
                </a:solidFill>
                <a:latin typeface="Calibri"/>
              </a:rPr>
              <a:t>classifier</a:t>
            </a:r>
            <a:r>
              <a:rPr b="0" lang="en-GB" sz="1800" spc="-55" strike="noStrike">
                <a:solidFill>
                  <a:srgbClr val="000000"/>
                </a:solidFill>
                <a:latin typeface="Calibri"/>
              </a:rPr>
              <a:t> </a:t>
            </a:r>
            <a:r>
              <a:rPr b="0" lang="en-GB" sz="1800" spc="-1" strike="noStrike">
                <a:solidFill>
                  <a:srgbClr val="000000"/>
                </a:solidFill>
                <a:latin typeface="Calibri"/>
              </a:rPr>
              <a:t>works</a:t>
            </a:r>
            <a:r>
              <a:rPr b="0" lang="en-GB" sz="1800" spc="-55" strike="noStrike">
                <a:solidFill>
                  <a:srgbClr val="000000"/>
                </a:solidFill>
                <a:latin typeface="Calibri"/>
              </a:rPr>
              <a:t> </a:t>
            </a:r>
            <a:r>
              <a:rPr b="0" lang="en-GB" sz="1800" spc="-1" strike="noStrike">
                <a:solidFill>
                  <a:srgbClr val="000000"/>
                </a:solidFill>
                <a:latin typeface="Calibri"/>
              </a:rPr>
              <a:t>by</a:t>
            </a:r>
            <a:r>
              <a:rPr b="0" lang="en-GB" sz="1800" spc="-55" strike="noStrike">
                <a:solidFill>
                  <a:srgbClr val="000000"/>
                </a:solidFill>
                <a:latin typeface="Calibri"/>
              </a:rPr>
              <a:t> </a:t>
            </a:r>
            <a:r>
              <a:rPr b="0" lang="en-GB" sz="1800" spc="-12" strike="noStrike">
                <a:solidFill>
                  <a:srgbClr val="000000"/>
                </a:solidFill>
                <a:latin typeface="Calibri"/>
              </a:rPr>
              <a:t>drawing</a:t>
            </a:r>
            <a:r>
              <a:rPr b="0" lang="en-GB" sz="1800" spc="-55" strike="noStrike">
                <a:solidFill>
                  <a:srgbClr val="000000"/>
                </a:solidFill>
                <a:latin typeface="Calibri"/>
              </a:rPr>
              <a:t> </a:t>
            </a:r>
            <a:r>
              <a:rPr b="0" lang="en-GB" sz="1800" spc="-52" strike="noStrike">
                <a:solidFill>
                  <a:srgbClr val="000000"/>
                </a:solidFill>
                <a:latin typeface="Calibri"/>
              </a:rPr>
              <a:t>a </a:t>
            </a:r>
            <a:r>
              <a:rPr b="0" lang="en-GB" sz="1800" spc="-12" strike="noStrike">
                <a:solidFill>
                  <a:srgbClr val="000000"/>
                </a:solidFill>
                <a:latin typeface="Calibri"/>
              </a:rPr>
              <a:t>straight</a:t>
            </a:r>
            <a:r>
              <a:rPr b="0" lang="en-GB" sz="1800" spc="-52" strike="noStrike">
                <a:solidFill>
                  <a:srgbClr val="000000"/>
                </a:solidFill>
                <a:latin typeface="Calibri"/>
              </a:rPr>
              <a:t> </a:t>
            </a:r>
            <a:r>
              <a:rPr b="0" lang="en-GB" sz="1800" spc="-1" strike="noStrike">
                <a:solidFill>
                  <a:srgbClr val="000000"/>
                </a:solidFill>
                <a:latin typeface="Calibri"/>
              </a:rPr>
              <a:t>line</a:t>
            </a:r>
            <a:r>
              <a:rPr b="0" lang="en-GB" sz="1800" spc="-52" strike="noStrike">
                <a:solidFill>
                  <a:srgbClr val="000000"/>
                </a:solidFill>
                <a:latin typeface="Calibri"/>
              </a:rPr>
              <a:t> </a:t>
            </a:r>
            <a:r>
              <a:rPr b="0" lang="en-GB" sz="1800" spc="-1" strike="noStrike">
                <a:solidFill>
                  <a:srgbClr val="000000"/>
                </a:solidFill>
                <a:latin typeface="Calibri"/>
              </a:rPr>
              <a:t>between</a:t>
            </a:r>
            <a:r>
              <a:rPr b="0" lang="en-GB" sz="1800" spc="-52" strike="noStrike">
                <a:solidFill>
                  <a:srgbClr val="000000"/>
                </a:solidFill>
                <a:latin typeface="Calibri"/>
              </a:rPr>
              <a:t> </a:t>
            </a:r>
            <a:r>
              <a:rPr b="0" lang="en-GB" sz="1800" spc="-1" strike="noStrike">
                <a:solidFill>
                  <a:srgbClr val="000000"/>
                </a:solidFill>
                <a:latin typeface="Calibri"/>
              </a:rPr>
              <a:t>two</a:t>
            </a:r>
            <a:r>
              <a:rPr b="0" lang="en-GB" sz="1800" spc="-52" strike="noStrike">
                <a:solidFill>
                  <a:srgbClr val="000000"/>
                </a:solidFill>
                <a:latin typeface="Calibri"/>
              </a:rPr>
              <a:t> </a:t>
            </a:r>
            <a:r>
              <a:rPr b="0" lang="en-GB" sz="1800" spc="-1" strike="noStrike">
                <a:solidFill>
                  <a:srgbClr val="000000"/>
                </a:solidFill>
                <a:latin typeface="Calibri"/>
              </a:rPr>
              <a:t>classes.</a:t>
            </a:r>
            <a:r>
              <a:rPr b="0" lang="en-GB" sz="1800" spc="-52" strike="noStrike">
                <a:solidFill>
                  <a:srgbClr val="000000"/>
                </a:solidFill>
                <a:latin typeface="Calibri"/>
              </a:rPr>
              <a:t> </a:t>
            </a:r>
            <a:r>
              <a:rPr b="0" lang="en-GB" sz="1800" spc="-1" strike="noStrike">
                <a:solidFill>
                  <a:srgbClr val="000000"/>
                </a:solidFill>
                <a:latin typeface="Calibri"/>
              </a:rPr>
              <a:t>All</a:t>
            </a:r>
            <a:r>
              <a:rPr b="0" lang="en-GB" sz="1800" spc="-52" strike="noStrike">
                <a:solidFill>
                  <a:srgbClr val="000000"/>
                </a:solidFill>
                <a:latin typeface="Calibri"/>
              </a:rPr>
              <a:t> </a:t>
            </a:r>
            <a:r>
              <a:rPr b="0" lang="en-GB" sz="1800" spc="-26" strike="noStrike">
                <a:solidFill>
                  <a:srgbClr val="000000"/>
                </a:solidFill>
                <a:latin typeface="Calibri"/>
              </a:rPr>
              <a:t>the </a:t>
            </a:r>
            <a:r>
              <a:rPr b="0" lang="en-GB" sz="1800" spc="-1" strike="noStrike">
                <a:solidFill>
                  <a:srgbClr val="000000"/>
                </a:solidFill>
                <a:latin typeface="Calibri"/>
              </a:rPr>
              <a:t>data</a:t>
            </a:r>
            <a:r>
              <a:rPr b="0" lang="en-GB" sz="1800" spc="-52" strike="noStrike">
                <a:solidFill>
                  <a:srgbClr val="000000"/>
                </a:solidFill>
                <a:latin typeface="Calibri"/>
              </a:rPr>
              <a:t> </a:t>
            </a:r>
            <a:r>
              <a:rPr b="0" lang="en-GB" sz="1800" spc="-1" strike="noStrike">
                <a:solidFill>
                  <a:srgbClr val="000000"/>
                </a:solidFill>
                <a:latin typeface="Calibri"/>
              </a:rPr>
              <a:t>points</a:t>
            </a:r>
            <a:r>
              <a:rPr b="0" lang="en-GB" sz="1800" spc="-52" strike="noStrike">
                <a:solidFill>
                  <a:srgbClr val="000000"/>
                </a:solidFill>
                <a:latin typeface="Calibri"/>
              </a:rPr>
              <a:t> </a:t>
            </a:r>
            <a:r>
              <a:rPr b="0" lang="en-GB" sz="1800" spc="-1" strike="noStrike">
                <a:solidFill>
                  <a:srgbClr val="000000"/>
                </a:solidFill>
                <a:latin typeface="Calibri"/>
              </a:rPr>
              <a:t>that</a:t>
            </a:r>
            <a:r>
              <a:rPr b="0" lang="en-GB" sz="1800" spc="-52" strike="noStrike">
                <a:solidFill>
                  <a:srgbClr val="000000"/>
                </a:solidFill>
                <a:latin typeface="Calibri"/>
              </a:rPr>
              <a:t> </a:t>
            </a:r>
            <a:r>
              <a:rPr b="0" lang="en-GB" sz="1800" spc="-1" strike="noStrike">
                <a:solidFill>
                  <a:srgbClr val="000000"/>
                </a:solidFill>
                <a:latin typeface="Calibri"/>
              </a:rPr>
              <a:t>fall</a:t>
            </a:r>
            <a:r>
              <a:rPr b="0" lang="en-GB" sz="1800" spc="-52" strike="noStrike">
                <a:solidFill>
                  <a:srgbClr val="000000"/>
                </a:solidFill>
                <a:latin typeface="Calibri"/>
              </a:rPr>
              <a:t> </a:t>
            </a:r>
            <a:r>
              <a:rPr b="0" lang="en-GB" sz="1800" spc="-1" strike="noStrike">
                <a:solidFill>
                  <a:srgbClr val="000000"/>
                </a:solidFill>
                <a:latin typeface="Calibri"/>
              </a:rPr>
              <a:t>on</a:t>
            </a:r>
            <a:r>
              <a:rPr b="0" lang="en-GB" sz="1800" spc="-52" strike="noStrike">
                <a:solidFill>
                  <a:srgbClr val="000000"/>
                </a:solidFill>
                <a:latin typeface="Calibri"/>
              </a:rPr>
              <a:t> </a:t>
            </a:r>
            <a:r>
              <a:rPr b="0" lang="en-GB" sz="1800" spc="-1" strike="noStrike">
                <a:solidFill>
                  <a:srgbClr val="000000"/>
                </a:solidFill>
                <a:latin typeface="Calibri"/>
              </a:rPr>
              <a:t>one</a:t>
            </a:r>
            <a:r>
              <a:rPr b="0" lang="en-GB" sz="1800" spc="-52" strike="noStrike">
                <a:solidFill>
                  <a:srgbClr val="000000"/>
                </a:solidFill>
                <a:latin typeface="Calibri"/>
              </a:rPr>
              <a:t> </a:t>
            </a:r>
            <a:r>
              <a:rPr b="0" lang="en-GB" sz="1800" spc="-1" strike="noStrike">
                <a:solidFill>
                  <a:srgbClr val="000000"/>
                </a:solidFill>
                <a:latin typeface="Calibri"/>
              </a:rPr>
              <a:t>side</a:t>
            </a:r>
            <a:r>
              <a:rPr b="0" lang="en-GB" sz="1800" spc="-52" strike="noStrike">
                <a:solidFill>
                  <a:srgbClr val="000000"/>
                </a:solidFill>
                <a:latin typeface="Calibri"/>
              </a:rPr>
              <a:t> </a:t>
            </a:r>
            <a:r>
              <a:rPr b="0" lang="en-GB" sz="1800" spc="-1" strike="noStrike">
                <a:solidFill>
                  <a:srgbClr val="000000"/>
                </a:solidFill>
                <a:latin typeface="Calibri"/>
              </a:rPr>
              <a:t>of</a:t>
            </a:r>
            <a:r>
              <a:rPr b="0" lang="en-GB" sz="1800" spc="-52" strike="noStrike">
                <a:solidFill>
                  <a:srgbClr val="000000"/>
                </a:solidFill>
                <a:latin typeface="Calibri"/>
              </a:rPr>
              <a:t> </a:t>
            </a:r>
            <a:r>
              <a:rPr b="0" lang="en-GB" sz="1800" spc="-1" strike="noStrike">
                <a:solidFill>
                  <a:srgbClr val="000000"/>
                </a:solidFill>
                <a:latin typeface="Calibri"/>
              </a:rPr>
              <a:t>the</a:t>
            </a:r>
            <a:r>
              <a:rPr b="0" lang="en-GB" sz="1800" spc="-52" strike="noStrike">
                <a:solidFill>
                  <a:srgbClr val="000000"/>
                </a:solidFill>
                <a:latin typeface="Calibri"/>
              </a:rPr>
              <a:t> </a:t>
            </a:r>
            <a:r>
              <a:rPr b="0" lang="en-GB" sz="1800" spc="-21" strike="noStrike">
                <a:solidFill>
                  <a:srgbClr val="000000"/>
                </a:solidFill>
                <a:latin typeface="Calibri"/>
              </a:rPr>
              <a:t>line </a:t>
            </a:r>
            <a:r>
              <a:rPr b="0" lang="en-GB" sz="1800" spc="-1" strike="noStrike">
                <a:solidFill>
                  <a:srgbClr val="000000"/>
                </a:solidFill>
                <a:latin typeface="Calibri"/>
              </a:rPr>
              <a:t>will</a:t>
            </a:r>
            <a:r>
              <a:rPr b="0" lang="en-GB" sz="1800" spc="-35" strike="noStrike">
                <a:solidFill>
                  <a:srgbClr val="000000"/>
                </a:solidFill>
                <a:latin typeface="Calibri"/>
              </a:rPr>
              <a:t> </a:t>
            </a:r>
            <a:r>
              <a:rPr b="0" lang="en-GB" sz="1800" spc="-1" strike="noStrike">
                <a:solidFill>
                  <a:srgbClr val="000000"/>
                </a:solidFill>
                <a:latin typeface="Calibri"/>
              </a:rPr>
              <a:t>be</a:t>
            </a:r>
            <a:r>
              <a:rPr b="0" lang="en-GB" sz="1800" spc="-35" strike="noStrike">
                <a:solidFill>
                  <a:srgbClr val="000000"/>
                </a:solidFill>
                <a:latin typeface="Calibri"/>
              </a:rPr>
              <a:t> </a:t>
            </a:r>
            <a:r>
              <a:rPr b="0" lang="en-GB" sz="1800" spc="-1" strike="noStrike">
                <a:solidFill>
                  <a:srgbClr val="000000"/>
                </a:solidFill>
                <a:latin typeface="Calibri"/>
              </a:rPr>
              <a:t>labeled</a:t>
            </a:r>
            <a:r>
              <a:rPr b="0" lang="en-GB" sz="1800" spc="-35" strike="noStrike">
                <a:solidFill>
                  <a:srgbClr val="000000"/>
                </a:solidFill>
                <a:latin typeface="Calibri"/>
              </a:rPr>
              <a:t> </a:t>
            </a:r>
            <a:r>
              <a:rPr b="0" lang="en-GB" sz="1800" spc="-1" strike="noStrike">
                <a:solidFill>
                  <a:srgbClr val="000000"/>
                </a:solidFill>
                <a:latin typeface="Calibri"/>
              </a:rPr>
              <a:t>as</a:t>
            </a:r>
            <a:r>
              <a:rPr b="0" lang="en-GB" sz="1800" spc="-35" strike="noStrike">
                <a:solidFill>
                  <a:srgbClr val="000000"/>
                </a:solidFill>
                <a:latin typeface="Calibri"/>
              </a:rPr>
              <a:t> </a:t>
            </a:r>
            <a:r>
              <a:rPr b="0" lang="en-GB" sz="1800" spc="-1" strike="noStrike">
                <a:solidFill>
                  <a:srgbClr val="000000"/>
                </a:solidFill>
                <a:latin typeface="Calibri"/>
              </a:rPr>
              <a:t>one</a:t>
            </a:r>
            <a:r>
              <a:rPr b="0" lang="en-GB" sz="1800" spc="-35" strike="noStrike">
                <a:solidFill>
                  <a:srgbClr val="000000"/>
                </a:solidFill>
                <a:latin typeface="Calibri"/>
              </a:rPr>
              <a:t> </a:t>
            </a:r>
            <a:r>
              <a:rPr b="0" lang="en-GB" sz="1800" spc="-1" strike="noStrike">
                <a:solidFill>
                  <a:srgbClr val="000000"/>
                </a:solidFill>
                <a:latin typeface="Calibri"/>
              </a:rPr>
              <a:t>class</a:t>
            </a:r>
            <a:r>
              <a:rPr b="0" lang="en-GB" sz="1800" spc="-35" strike="noStrike">
                <a:solidFill>
                  <a:srgbClr val="000000"/>
                </a:solidFill>
                <a:latin typeface="Calibri"/>
              </a:rPr>
              <a:t> </a:t>
            </a:r>
            <a:r>
              <a:rPr b="0" lang="en-GB" sz="1800" spc="-1" strike="noStrike">
                <a:solidFill>
                  <a:srgbClr val="000000"/>
                </a:solidFill>
                <a:latin typeface="Calibri"/>
              </a:rPr>
              <a:t>and</a:t>
            </a:r>
            <a:r>
              <a:rPr b="0" lang="en-GB" sz="1800" spc="-35" strike="noStrike">
                <a:solidFill>
                  <a:srgbClr val="000000"/>
                </a:solidFill>
                <a:latin typeface="Calibri"/>
              </a:rPr>
              <a:t> </a:t>
            </a:r>
            <a:r>
              <a:rPr b="0" lang="en-GB" sz="1800" spc="-1" strike="noStrike">
                <a:solidFill>
                  <a:srgbClr val="000000"/>
                </a:solidFill>
                <a:latin typeface="Calibri"/>
              </a:rPr>
              <a:t>all</a:t>
            </a:r>
            <a:r>
              <a:rPr b="0" lang="en-GB" sz="1800" spc="-35" strike="noStrike">
                <a:solidFill>
                  <a:srgbClr val="000000"/>
                </a:solidFill>
                <a:latin typeface="Calibri"/>
              </a:rPr>
              <a:t> </a:t>
            </a:r>
            <a:r>
              <a:rPr b="0" lang="en-GB" sz="1800" spc="-1" strike="noStrike">
                <a:solidFill>
                  <a:srgbClr val="000000"/>
                </a:solidFill>
                <a:latin typeface="Calibri"/>
              </a:rPr>
              <a:t>the</a:t>
            </a:r>
            <a:r>
              <a:rPr b="0" lang="en-GB" sz="1800" spc="-35" strike="noStrike">
                <a:solidFill>
                  <a:srgbClr val="000000"/>
                </a:solidFill>
                <a:latin typeface="Calibri"/>
              </a:rPr>
              <a:t> </a:t>
            </a:r>
            <a:r>
              <a:rPr b="0" lang="en-GB" sz="1800" spc="-12" strike="noStrike">
                <a:solidFill>
                  <a:srgbClr val="000000"/>
                </a:solidFill>
                <a:latin typeface="Calibri"/>
              </a:rPr>
              <a:t>points </a:t>
            </a:r>
            <a:r>
              <a:rPr b="0" lang="en-GB" sz="1800" spc="-1" strike="noStrike">
                <a:solidFill>
                  <a:srgbClr val="000000"/>
                </a:solidFill>
                <a:latin typeface="Calibri"/>
              </a:rPr>
              <a:t>that</a:t>
            </a:r>
            <a:r>
              <a:rPr b="0" lang="en-GB" sz="1800" spc="-52" strike="noStrike">
                <a:solidFill>
                  <a:srgbClr val="000000"/>
                </a:solidFill>
                <a:latin typeface="Calibri"/>
              </a:rPr>
              <a:t> </a:t>
            </a:r>
            <a:r>
              <a:rPr b="0" lang="en-GB" sz="1800" spc="-1" strike="noStrike">
                <a:solidFill>
                  <a:srgbClr val="000000"/>
                </a:solidFill>
                <a:latin typeface="Calibri"/>
              </a:rPr>
              <a:t>fall</a:t>
            </a:r>
            <a:r>
              <a:rPr b="0" lang="en-GB" sz="1800" spc="-46" strike="noStrike">
                <a:solidFill>
                  <a:srgbClr val="000000"/>
                </a:solidFill>
                <a:latin typeface="Calibri"/>
              </a:rPr>
              <a:t> </a:t>
            </a:r>
            <a:r>
              <a:rPr b="0" lang="en-GB" sz="1800" spc="-1" strike="noStrike">
                <a:solidFill>
                  <a:srgbClr val="000000"/>
                </a:solidFill>
                <a:latin typeface="Calibri"/>
              </a:rPr>
              <a:t>on</a:t>
            </a:r>
            <a:r>
              <a:rPr b="0" lang="en-GB" sz="1800" spc="-52" strike="noStrike">
                <a:solidFill>
                  <a:srgbClr val="000000"/>
                </a:solidFill>
                <a:latin typeface="Calibri"/>
              </a:rPr>
              <a:t> </a:t>
            </a:r>
            <a:r>
              <a:rPr b="0" lang="en-GB" sz="1800" spc="-1" strike="noStrike">
                <a:solidFill>
                  <a:srgbClr val="000000"/>
                </a:solidFill>
                <a:latin typeface="Calibri"/>
              </a:rPr>
              <a:t>the</a:t>
            </a:r>
            <a:r>
              <a:rPr b="0" lang="en-GB" sz="1800" spc="-46" strike="noStrike">
                <a:solidFill>
                  <a:srgbClr val="000000"/>
                </a:solidFill>
                <a:latin typeface="Calibri"/>
              </a:rPr>
              <a:t> </a:t>
            </a:r>
            <a:r>
              <a:rPr b="0" lang="en-GB" sz="1800" spc="-1" strike="noStrike">
                <a:solidFill>
                  <a:srgbClr val="000000"/>
                </a:solidFill>
                <a:latin typeface="Calibri"/>
              </a:rPr>
              <a:t>other</a:t>
            </a:r>
            <a:r>
              <a:rPr b="0" lang="en-GB" sz="1800" spc="-52" strike="noStrike">
                <a:solidFill>
                  <a:srgbClr val="000000"/>
                </a:solidFill>
                <a:latin typeface="Calibri"/>
              </a:rPr>
              <a:t> </a:t>
            </a:r>
            <a:r>
              <a:rPr b="0" lang="en-GB" sz="1800" spc="-1" strike="noStrike">
                <a:solidFill>
                  <a:srgbClr val="000000"/>
                </a:solidFill>
                <a:latin typeface="Calibri"/>
              </a:rPr>
              <a:t>side</a:t>
            </a:r>
            <a:r>
              <a:rPr b="0" lang="en-GB" sz="1800" spc="-46" strike="noStrike">
                <a:solidFill>
                  <a:srgbClr val="000000"/>
                </a:solidFill>
                <a:latin typeface="Calibri"/>
              </a:rPr>
              <a:t> </a:t>
            </a:r>
            <a:r>
              <a:rPr b="0" lang="en-GB" sz="1800" spc="-1" strike="noStrike">
                <a:solidFill>
                  <a:srgbClr val="000000"/>
                </a:solidFill>
                <a:latin typeface="Calibri"/>
              </a:rPr>
              <a:t>will</a:t>
            </a:r>
            <a:r>
              <a:rPr b="0" lang="en-GB" sz="1800" spc="-52" strike="noStrike">
                <a:solidFill>
                  <a:srgbClr val="000000"/>
                </a:solidFill>
                <a:latin typeface="Calibri"/>
              </a:rPr>
              <a:t> </a:t>
            </a:r>
            <a:r>
              <a:rPr b="0" lang="en-GB" sz="1800" spc="-1" strike="noStrike">
                <a:solidFill>
                  <a:srgbClr val="000000"/>
                </a:solidFill>
                <a:latin typeface="Calibri"/>
              </a:rPr>
              <a:t>be</a:t>
            </a:r>
            <a:r>
              <a:rPr b="0" lang="en-GB" sz="1800" spc="-46" strike="noStrike">
                <a:solidFill>
                  <a:srgbClr val="000000"/>
                </a:solidFill>
                <a:latin typeface="Calibri"/>
              </a:rPr>
              <a:t> </a:t>
            </a:r>
            <a:r>
              <a:rPr b="0" lang="en-GB" sz="1800" spc="-1" strike="noStrike">
                <a:solidFill>
                  <a:srgbClr val="000000"/>
                </a:solidFill>
                <a:latin typeface="Calibri"/>
              </a:rPr>
              <a:t>labeled</a:t>
            </a:r>
            <a:r>
              <a:rPr b="0" lang="en-GB" sz="1800" spc="-52" strike="noStrike">
                <a:solidFill>
                  <a:srgbClr val="000000"/>
                </a:solidFill>
                <a:latin typeface="Calibri"/>
              </a:rPr>
              <a:t> </a:t>
            </a:r>
            <a:r>
              <a:rPr b="0" lang="en-GB" sz="1800" spc="-26" strike="noStrike">
                <a:solidFill>
                  <a:srgbClr val="000000"/>
                </a:solidFill>
                <a:latin typeface="Calibri"/>
              </a:rPr>
              <a:t>as </a:t>
            </a:r>
            <a:r>
              <a:rPr b="0" lang="en-GB" sz="1800" spc="-1" strike="noStrike">
                <a:solidFill>
                  <a:srgbClr val="000000"/>
                </a:solidFill>
                <a:latin typeface="Calibri"/>
              </a:rPr>
              <a:t>the</a:t>
            </a:r>
            <a:r>
              <a:rPr b="0" lang="en-GB" sz="1800" spc="-41" strike="noStrike">
                <a:solidFill>
                  <a:srgbClr val="000000"/>
                </a:solidFill>
                <a:latin typeface="Calibri"/>
              </a:rPr>
              <a:t> </a:t>
            </a:r>
            <a:r>
              <a:rPr b="0" lang="en-GB" sz="1800" spc="-12" strike="noStrike">
                <a:solidFill>
                  <a:srgbClr val="000000"/>
                </a:solidFill>
                <a:latin typeface="Calibri"/>
              </a:rPr>
              <a:t>second</a:t>
            </a:r>
            <a:endParaRPr b="0" lang="en-GB" sz="1800" spc="-1" strike="noStrike">
              <a:solidFill>
                <a:srgbClr val="000000"/>
              </a:solidFill>
              <a:latin typeface="Arial"/>
            </a:endParaRPr>
          </a:p>
          <a:p>
            <a:pPr marL="298440" indent="-252000">
              <a:lnSpc>
                <a:spcPct val="100000"/>
              </a:lnSpc>
              <a:spcBef>
                <a:spcPts val="2160"/>
              </a:spcBef>
              <a:buClr>
                <a:srgbClr val="000000"/>
              </a:buClr>
              <a:buFont typeface="Symbol" charset="2"/>
              <a:buChar char=""/>
              <a:tabLst>
                <a:tab algn="l" pos="298440"/>
              </a:tabLst>
            </a:pPr>
            <a:r>
              <a:rPr b="0" lang="en-GB" sz="1800" spc="-1" strike="noStrike">
                <a:solidFill>
                  <a:srgbClr val="000000"/>
                </a:solidFill>
                <a:latin typeface="Arial MT"/>
              </a:rPr>
              <a:t>The</a:t>
            </a:r>
            <a:r>
              <a:rPr b="0" lang="en-GB" sz="1800" spc="-32" strike="noStrike">
                <a:solidFill>
                  <a:srgbClr val="000000"/>
                </a:solidFill>
                <a:latin typeface="Arial MT"/>
              </a:rPr>
              <a:t> </a:t>
            </a:r>
            <a:r>
              <a:rPr b="0" lang="en-GB" sz="1800" spc="-1" strike="noStrike">
                <a:solidFill>
                  <a:srgbClr val="000000"/>
                </a:solidFill>
                <a:latin typeface="Arial MT"/>
              </a:rPr>
              <a:t>linear</a:t>
            </a:r>
            <a:r>
              <a:rPr b="0" lang="en-GB" sz="1800" spc="-15" strike="noStrike">
                <a:solidFill>
                  <a:srgbClr val="000000"/>
                </a:solidFill>
                <a:latin typeface="Arial MT"/>
              </a:rPr>
              <a:t> </a:t>
            </a:r>
            <a:r>
              <a:rPr b="0" lang="en-GB" sz="1800" spc="-1" strike="noStrike">
                <a:solidFill>
                  <a:srgbClr val="000000"/>
                </a:solidFill>
                <a:latin typeface="Arial MT"/>
              </a:rPr>
              <a:t>support</a:t>
            </a:r>
            <a:r>
              <a:rPr b="0" lang="en-GB" sz="1800" spc="-15" strike="noStrike">
                <a:solidFill>
                  <a:srgbClr val="000000"/>
                </a:solidFill>
                <a:latin typeface="Arial MT"/>
              </a:rPr>
              <a:t> </a:t>
            </a:r>
            <a:r>
              <a:rPr b="0" lang="en-GB" sz="1800" spc="-1" strike="noStrike">
                <a:solidFill>
                  <a:srgbClr val="000000"/>
                </a:solidFill>
                <a:latin typeface="Arial MT"/>
              </a:rPr>
              <a:t>vector</a:t>
            </a:r>
            <a:r>
              <a:rPr b="0" lang="en-GB" sz="1800" spc="-21" strike="noStrike">
                <a:solidFill>
                  <a:srgbClr val="000000"/>
                </a:solidFill>
                <a:latin typeface="Arial MT"/>
              </a:rPr>
              <a:t> </a:t>
            </a:r>
            <a:r>
              <a:rPr b="0" lang="en-GB" sz="1800" spc="-1" strike="noStrike">
                <a:solidFill>
                  <a:srgbClr val="000000"/>
                </a:solidFill>
                <a:latin typeface="Arial MT"/>
              </a:rPr>
              <a:t>machine</a:t>
            </a:r>
            <a:r>
              <a:rPr b="0" lang="en-GB" sz="1800" spc="-15" strike="noStrike">
                <a:solidFill>
                  <a:srgbClr val="000000"/>
                </a:solidFill>
                <a:latin typeface="Arial MT"/>
              </a:rPr>
              <a:t> </a:t>
            </a:r>
            <a:r>
              <a:rPr b="0" lang="en-GB" sz="1800" spc="-1" strike="noStrike">
                <a:solidFill>
                  <a:srgbClr val="000000"/>
                </a:solidFill>
                <a:latin typeface="Arial MT"/>
              </a:rPr>
              <a:t>is</a:t>
            </a:r>
            <a:r>
              <a:rPr b="0" lang="en-GB" sz="1800" spc="-15" strike="noStrike">
                <a:solidFill>
                  <a:srgbClr val="000000"/>
                </a:solidFill>
                <a:latin typeface="Arial MT"/>
              </a:rPr>
              <a:t> </a:t>
            </a:r>
            <a:r>
              <a:rPr b="0" lang="en-GB" sz="1800" spc="-52" strike="noStrike">
                <a:solidFill>
                  <a:srgbClr val="000000"/>
                </a:solidFill>
                <a:latin typeface="Arial MT"/>
              </a:rPr>
              <a:t>a </a:t>
            </a:r>
            <a:r>
              <a:rPr b="0" lang="en-GB" sz="1800" spc="-1" strike="noStrike">
                <a:solidFill>
                  <a:srgbClr val="000000"/>
                </a:solidFill>
                <a:latin typeface="Arial MT"/>
              </a:rPr>
              <a:t>form</a:t>
            </a:r>
            <a:r>
              <a:rPr b="0" lang="en-GB" sz="1800" spc="-7" strike="noStrike">
                <a:solidFill>
                  <a:srgbClr val="000000"/>
                </a:solidFill>
                <a:latin typeface="Arial MT"/>
              </a:rPr>
              <a:t> </a:t>
            </a:r>
            <a:r>
              <a:rPr b="0" lang="en-GB" sz="1800" spc="-1" strike="noStrike">
                <a:solidFill>
                  <a:srgbClr val="000000"/>
                </a:solidFill>
                <a:latin typeface="Arial MT"/>
              </a:rPr>
              <a:t>of</a:t>
            </a:r>
            <a:r>
              <a:rPr b="0" lang="en-GB" sz="1800" spc="-7" strike="noStrike">
                <a:solidFill>
                  <a:srgbClr val="000000"/>
                </a:solidFill>
                <a:latin typeface="Arial MT"/>
              </a:rPr>
              <a:t> </a:t>
            </a:r>
            <a:r>
              <a:rPr b="0" lang="en-GB" sz="1800" spc="-1" strike="noStrike">
                <a:solidFill>
                  <a:srgbClr val="000000"/>
                </a:solidFill>
                <a:latin typeface="Arial MT"/>
              </a:rPr>
              <a:t>linear</a:t>
            </a:r>
            <a:r>
              <a:rPr b="0" lang="en-GB" sz="1800" spc="-7" strike="noStrike">
                <a:solidFill>
                  <a:srgbClr val="000000"/>
                </a:solidFill>
                <a:latin typeface="Arial MT"/>
              </a:rPr>
              <a:t> </a:t>
            </a:r>
            <a:r>
              <a:rPr b="0" lang="en-GB" sz="1800" spc="-12" strike="noStrike">
                <a:solidFill>
                  <a:srgbClr val="000000"/>
                </a:solidFill>
                <a:latin typeface="Arial MT"/>
              </a:rPr>
              <a:t>classifier.</a:t>
            </a:r>
            <a:r>
              <a:rPr b="0" lang="en-GB" sz="1800" spc="-106" strike="noStrike">
                <a:solidFill>
                  <a:srgbClr val="000000"/>
                </a:solidFill>
                <a:latin typeface="Arial MT"/>
              </a:rPr>
              <a:t> </a:t>
            </a:r>
            <a:r>
              <a:rPr b="0" lang="en-GB" sz="1800" spc="-1" strike="noStrike">
                <a:solidFill>
                  <a:srgbClr val="000000"/>
                </a:solidFill>
                <a:latin typeface="Arial MT"/>
              </a:rPr>
              <a:t>A</a:t>
            </a:r>
            <a:r>
              <a:rPr b="0" lang="en-GB" sz="1800" spc="-100" strike="noStrike">
                <a:solidFill>
                  <a:srgbClr val="000000"/>
                </a:solidFill>
                <a:latin typeface="Arial MT"/>
              </a:rPr>
              <a:t> </a:t>
            </a:r>
            <a:r>
              <a:rPr b="0" lang="en-GB" sz="1800" spc="-12" strike="noStrike">
                <a:solidFill>
                  <a:srgbClr val="000000"/>
                </a:solidFill>
                <a:latin typeface="Arial MT"/>
              </a:rPr>
              <a:t>linear </a:t>
            </a:r>
            <a:r>
              <a:rPr b="0" lang="en-GB" sz="1800" spc="-1" strike="noStrike">
                <a:solidFill>
                  <a:srgbClr val="000000"/>
                </a:solidFill>
                <a:latin typeface="Arial MT"/>
              </a:rPr>
              <a:t>decision</a:t>
            </a:r>
            <a:r>
              <a:rPr b="0" lang="en-GB" sz="1800" spc="-21" strike="noStrike">
                <a:solidFill>
                  <a:srgbClr val="000000"/>
                </a:solidFill>
                <a:latin typeface="Arial MT"/>
              </a:rPr>
              <a:t> </a:t>
            </a:r>
            <a:r>
              <a:rPr b="0" lang="en-GB" sz="1800" spc="-1" strike="noStrike">
                <a:solidFill>
                  <a:srgbClr val="000000"/>
                </a:solidFill>
                <a:latin typeface="Arial MT"/>
              </a:rPr>
              <a:t>tree</a:t>
            </a:r>
            <a:r>
              <a:rPr b="0" lang="en-GB" sz="1800" spc="-15" strike="noStrike">
                <a:solidFill>
                  <a:srgbClr val="000000"/>
                </a:solidFill>
                <a:latin typeface="Arial MT"/>
              </a:rPr>
              <a:t> </a:t>
            </a:r>
            <a:r>
              <a:rPr b="0" lang="en-GB" sz="1800" spc="-1" strike="noStrike">
                <a:solidFill>
                  <a:srgbClr val="000000"/>
                </a:solidFill>
                <a:latin typeface="Arial MT"/>
              </a:rPr>
              <a:t>boundary</a:t>
            </a:r>
            <a:r>
              <a:rPr b="0" lang="en-GB" sz="1800" spc="-21" strike="noStrike">
                <a:solidFill>
                  <a:srgbClr val="000000"/>
                </a:solidFill>
                <a:latin typeface="Arial MT"/>
              </a:rPr>
              <a:t> </a:t>
            </a:r>
            <a:r>
              <a:rPr b="0" lang="en-GB" sz="1800" spc="-1" strike="noStrike">
                <a:solidFill>
                  <a:srgbClr val="000000"/>
                </a:solidFill>
                <a:latin typeface="Arial MT"/>
              </a:rPr>
              <a:t>is</a:t>
            </a:r>
            <a:r>
              <a:rPr b="0" lang="en-GB" sz="1800" spc="-15" strike="noStrike">
                <a:solidFill>
                  <a:srgbClr val="000000"/>
                </a:solidFill>
                <a:latin typeface="Arial MT"/>
              </a:rPr>
              <a:t> </a:t>
            </a:r>
            <a:r>
              <a:rPr b="0" lang="en-GB" sz="1800" spc="-12" strike="noStrike">
                <a:solidFill>
                  <a:srgbClr val="000000"/>
                </a:solidFill>
                <a:latin typeface="Arial MT"/>
              </a:rPr>
              <a:t>constructed, </a:t>
            </a:r>
            <a:r>
              <a:rPr b="0" lang="en-GB" sz="1800" spc="-1" strike="noStrike">
                <a:solidFill>
                  <a:srgbClr val="000000"/>
                </a:solidFill>
                <a:latin typeface="Arial MT"/>
              </a:rPr>
              <a:t>and</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observations</a:t>
            </a:r>
            <a:r>
              <a:rPr b="0" lang="en-GB" sz="1800" spc="-12" strike="noStrike">
                <a:solidFill>
                  <a:srgbClr val="000000"/>
                </a:solidFill>
                <a:latin typeface="Arial MT"/>
              </a:rPr>
              <a:t> </a:t>
            </a:r>
            <a:r>
              <a:rPr b="0" lang="en-GB" sz="1800" spc="-1" strike="noStrike">
                <a:solidFill>
                  <a:srgbClr val="000000"/>
                </a:solidFill>
                <a:latin typeface="Arial MT"/>
              </a:rPr>
              <a:t>on</a:t>
            </a:r>
            <a:r>
              <a:rPr b="0" lang="en-GB" sz="1800" spc="-15" strike="noStrike">
                <a:solidFill>
                  <a:srgbClr val="000000"/>
                </a:solidFill>
                <a:latin typeface="Arial MT"/>
              </a:rPr>
              <a:t> </a:t>
            </a:r>
            <a:r>
              <a:rPr b="0" lang="en-GB" sz="1800" spc="-1" strike="noStrike">
                <a:solidFill>
                  <a:srgbClr val="000000"/>
                </a:solidFill>
                <a:latin typeface="Arial MT"/>
              </a:rPr>
              <a:t>one</a:t>
            </a:r>
            <a:r>
              <a:rPr b="0" lang="en-GB" sz="1800" spc="-15" strike="noStrike">
                <a:solidFill>
                  <a:srgbClr val="000000"/>
                </a:solidFill>
                <a:latin typeface="Arial MT"/>
              </a:rPr>
              <a:t> </a:t>
            </a:r>
            <a:r>
              <a:rPr b="0" lang="en-GB" sz="1800" spc="-1" strike="noStrike">
                <a:solidFill>
                  <a:srgbClr val="000000"/>
                </a:solidFill>
                <a:latin typeface="Arial MT"/>
              </a:rPr>
              <a:t>side</a:t>
            </a:r>
            <a:r>
              <a:rPr b="0" lang="en-GB" sz="1800" spc="-12" strike="noStrike">
                <a:solidFill>
                  <a:srgbClr val="000000"/>
                </a:solidFill>
                <a:latin typeface="Arial MT"/>
              </a:rPr>
              <a:t> </a:t>
            </a:r>
            <a:r>
              <a:rPr b="0" lang="en-GB" sz="1800" spc="-26" strike="noStrike">
                <a:solidFill>
                  <a:srgbClr val="000000"/>
                </a:solidFill>
                <a:latin typeface="Arial MT"/>
              </a:rPr>
              <a:t>of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boundary</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circles)</a:t>
            </a:r>
            <a:r>
              <a:rPr b="0" lang="en-GB" sz="1800" spc="-15" strike="noStrike">
                <a:solidFill>
                  <a:srgbClr val="000000"/>
                </a:solidFill>
                <a:latin typeface="Arial MT"/>
              </a:rPr>
              <a:t> </a:t>
            </a:r>
            <a:r>
              <a:rPr b="0" lang="en-GB" sz="1800" spc="-1" strike="noStrike">
                <a:solidFill>
                  <a:srgbClr val="000000"/>
                </a:solidFill>
                <a:latin typeface="Arial MT"/>
              </a:rPr>
              <a:t>belong</a:t>
            </a:r>
            <a:r>
              <a:rPr b="0" lang="en-GB" sz="1800" spc="-15" strike="noStrike">
                <a:solidFill>
                  <a:srgbClr val="000000"/>
                </a:solidFill>
                <a:latin typeface="Arial MT"/>
              </a:rPr>
              <a:t> </a:t>
            </a:r>
            <a:r>
              <a:rPr b="0" lang="en-GB" sz="1800" spc="-26" strike="noStrike">
                <a:solidFill>
                  <a:srgbClr val="000000"/>
                </a:solidFill>
                <a:latin typeface="Arial MT"/>
              </a:rPr>
              <a:t>to </a:t>
            </a:r>
            <a:r>
              <a:rPr b="0" lang="en-GB" sz="1800" spc="-1" strike="noStrike">
                <a:solidFill>
                  <a:srgbClr val="000000"/>
                </a:solidFill>
                <a:latin typeface="Arial MT"/>
              </a:rPr>
              <a:t>one</a:t>
            </a:r>
            <a:r>
              <a:rPr b="0" lang="en-GB" sz="1800" spc="-32" strike="noStrike">
                <a:solidFill>
                  <a:srgbClr val="000000"/>
                </a:solidFill>
                <a:latin typeface="Arial MT"/>
              </a:rPr>
              <a:t> </a:t>
            </a:r>
            <a:r>
              <a:rPr b="0" lang="en-GB" sz="1800" spc="-1" strike="noStrike">
                <a:solidFill>
                  <a:srgbClr val="000000"/>
                </a:solidFill>
                <a:latin typeface="Arial MT"/>
              </a:rPr>
              <a:t>class,</a:t>
            </a:r>
            <a:r>
              <a:rPr b="0" lang="en-GB" sz="1800" spc="-21" strike="noStrike">
                <a:solidFill>
                  <a:srgbClr val="000000"/>
                </a:solidFill>
                <a:latin typeface="Arial MT"/>
              </a:rPr>
              <a:t> </a:t>
            </a:r>
            <a:r>
              <a:rPr b="0" lang="en-GB" sz="1800" spc="-1" strike="noStrike">
                <a:solidFill>
                  <a:srgbClr val="000000"/>
                </a:solidFill>
                <a:latin typeface="Arial MT"/>
              </a:rPr>
              <a:t>while</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observations</a:t>
            </a:r>
            <a:r>
              <a:rPr b="0" lang="en-GB" sz="1800" spc="-15" strike="noStrike">
                <a:solidFill>
                  <a:srgbClr val="000000"/>
                </a:solidFill>
                <a:latin typeface="Arial MT"/>
              </a:rPr>
              <a:t> </a:t>
            </a:r>
            <a:r>
              <a:rPr b="0" lang="en-GB" sz="1800" spc="-26" strike="noStrike">
                <a:solidFill>
                  <a:srgbClr val="000000"/>
                </a:solidFill>
                <a:latin typeface="Arial MT"/>
              </a:rPr>
              <a:t>on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other</a:t>
            </a:r>
            <a:r>
              <a:rPr b="0" lang="en-GB" sz="1800" spc="-12" strike="noStrike">
                <a:solidFill>
                  <a:srgbClr val="000000"/>
                </a:solidFill>
                <a:latin typeface="Arial MT"/>
              </a:rPr>
              <a:t> </a:t>
            </a:r>
            <a:r>
              <a:rPr b="0" lang="en-GB" sz="1800" spc="-1" strike="noStrike">
                <a:solidFill>
                  <a:srgbClr val="000000"/>
                </a:solidFill>
                <a:latin typeface="Arial MT"/>
              </a:rPr>
              <a:t>side</a:t>
            </a:r>
            <a:r>
              <a:rPr b="0" lang="en-GB" sz="1800" spc="-12" strike="noStrike">
                <a:solidFill>
                  <a:srgbClr val="000000"/>
                </a:solidFill>
                <a:latin typeface="Arial MT"/>
              </a:rPr>
              <a:t> </a:t>
            </a:r>
            <a:r>
              <a:rPr b="0" lang="en-GB" sz="1800" spc="-1" strike="noStrike">
                <a:solidFill>
                  <a:srgbClr val="000000"/>
                </a:solidFill>
                <a:latin typeface="Arial MT"/>
              </a:rPr>
              <a:t>of</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2" strike="noStrike">
                <a:solidFill>
                  <a:srgbClr val="000000"/>
                </a:solidFill>
                <a:latin typeface="Arial MT"/>
              </a:rPr>
              <a:t> </a:t>
            </a:r>
            <a:r>
              <a:rPr b="0" lang="en-GB" sz="1800" spc="-1" strike="noStrike">
                <a:solidFill>
                  <a:srgbClr val="000000"/>
                </a:solidFill>
                <a:latin typeface="Arial MT"/>
              </a:rPr>
              <a:t>boundary</a:t>
            </a:r>
            <a:r>
              <a:rPr b="0" lang="en-GB" sz="1800" spc="-12" strike="noStrike">
                <a:solidFill>
                  <a:srgbClr val="000000"/>
                </a:solidFill>
                <a:latin typeface="Arial MT"/>
              </a:rPr>
              <a:t> </a:t>
            </a:r>
            <a:r>
              <a:rPr b="0" lang="en-GB" sz="1800" spc="-21" strike="noStrike">
                <a:solidFill>
                  <a:srgbClr val="000000"/>
                </a:solidFill>
                <a:latin typeface="Arial MT"/>
              </a:rPr>
              <a:t>(the </a:t>
            </a:r>
            <a:r>
              <a:rPr b="0" lang="en-GB" sz="1800" spc="-1" strike="noStrike">
                <a:solidFill>
                  <a:srgbClr val="000000"/>
                </a:solidFill>
                <a:latin typeface="Arial MT"/>
              </a:rPr>
              <a:t>squares)</a:t>
            </a:r>
            <a:r>
              <a:rPr b="0" lang="en-GB" sz="1800" spc="-26" strike="noStrike">
                <a:solidFill>
                  <a:srgbClr val="000000"/>
                </a:solidFill>
                <a:latin typeface="Arial MT"/>
              </a:rPr>
              <a:t> </a:t>
            </a:r>
            <a:r>
              <a:rPr b="0" lang="en-GB" sz="1800" spc="-1" strike="noStrike">
                <a:solidFill>
                  <a:srgbClr val="000000"/>
                </a:solidFill>
                <a:latin typeface="Arial MT"/>
              </a:rPr>
              <a:t>belong</a:t>
            </a:r>
            <a:r>
              <a:rPr b="0" lang="en-GB" sz="1800" spc="-12" strike="noStrike">
                <a:solidFill>
                  <a:srgbClr val="000000"/>
                </a:solidFill>
                <a:latin typeface="Arial MT"/>
              </a:rPr>
              <a:t> </a:t>
            </a:r>
            <a:r>
              <a:rPr b="0" lang="en-GB" sz="1800" spc="-1" strike="noStrike">
                <a:solidFill>
                  <a:srgbClr val="000000"/>
                </a:solidFill>
                <a:latin typeface="Arial MT"/>
              </a:rPr>
              <a:t>to</a:t>
            </a:r>
            <a:r>
              <a:rPr b="0" lang="en-GB" sz="1800" spc="-15" strike="noStrike">
                <a:solidFill>
                  <a:srgbClr val="000000"/>
                </a:solidFill>
                <a:latin typeface="Arial MT"/>
              </a:rPr>
              <a:t> </a:t>
            </a:r>
            <a:r>
              <a:rPr b="0" lang="en-GB" sz="1800" spc="-1" strike="noStrike">
                <a:solidFill>
                  <a:srgbClr val="000000"/>
                </a:solidFill>
                <a:latin typeface="Arial MT"/>
              </a:rPr>
              <a:t>another</a:t>
            </a:r>
            <a:r>
              <a:rPr b="0" lang="en-GB" sz="1800" spc="-12" strike="noStrike">
                <a:solidFill>
                  <a:srgbClr val="000000"/>
                </a:solidFill>
                <a:latin typeface="Arial MT"/>
              </a:rPr>
              <a:t> class.</a:t>
            </a:r>
            <a:endParaRPr b="0" lang="en-GB" sz="1800" spc="-1" strike="noStrike">
              <a:solidFill>
                <a:srgbClr val="000000"/>
              </a:solidFill>
              <a:latin typeface="Arial"/>
            </a:endParaRPr>
          </a:p>
        </p:txBody>
      </p:sp>
      <p:sp>
        <p:nvSpPr>
          <p:cNvPr id="94" name="object 4"/>
          <p:cNvSpPr/>
          <p:nvPr/>
        </p:nvSpPr>
        <p:spPr>
          <a:xfrm>
            <a:off x="4750560" y="3651480"/>
            <a:ext cx="6458040" cy="2755440"/>
          </a:xfrm>
          <a:prstGeom prst="rect">
            <a:avLst/>
          </a:prstGeom>
          <a:noFill/>
          <a:ln w="0">
            <a:noFill/>
          </a:ln>
        </p:spPr>
        <p:style>
          <a:lnRef idx="0"/>
          <a:fillRef idx="0"/>
          <a:effectRef idx="0"/>
          <a:fontRef idx="minor"/>
        </p:style>
        <p:txBody>
          <a:bodyPr lIns="0" rIns="0" tIns="12600" bIns="0" anchor="t">
            <a:spAutoFit/>
          </a:bodyPr>
          <a:p>
            <a:pPr marL="92880" indent="-89640" algn="just">
              <a:lnSpc>
                <a:spcPct val="100000"/>
              </a:lnSpc>
              <a:spcBef>
                <a:spcPts val="99"/>
              </a:spcBef>
              <a:buClr>
                <a:srgbClr val="000000"/>
              </a:buClr>
              <a:buSzPct val="94000"/>
              <a:buFont typeface="Symbol" charset="2"/>
              <a:buChar char=""/>
              <a:tabLst>
                <a:tab algn="l" pos="92880"/>
              </a:tabLst>
            </a:pP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support</a:t>
            </a:r>
            <a:r>
              <a:rPr b="0" lang="en-GB" sz="1800" spc="-15" strike="noStrike">
                <a:solidFill>
                  <a:srgbClr val="000000"/>
                </a:solidFill>
                <a:latin typeface="Arial MT"/>
              </a:rPr>
              <a:t> </a:t>
            </a:r>
            <a:r>
              <a:rPr b="0" lang="en-GB" sz="1800" spc="-1" strike="noStrike">
                <a:solidFill>
                  <a:srgbClr val="000000"/>
                </a:solidFill>
                <a:latin typeface="Arial MT"/>
              </a:rPr>
              <a:t>vectors</a:t>
            </a:r>
            <a:r>
              <a:rPr b="0" lang="en-GB" sz="1800" spc="-15" strike="noStrike">
                <a:solidFill>
                  <a:srgbClr val="000000"/>
                </a:solidFill>
                <a:latin typeface="Arial MT"/>
              </a:rPr>
              <a:t> </a:t>
            </a:r>
            <a:r>
              <a:rPr b="0" lang="en-GB" sz="1800" spc="-1" strike="noStrike">
                <a:solidFill>
                  <a:srgbClr val="000000"/>
                </a:solidFill>
                <a:latin typeface="Arial MT"/>
              </a:rPr>
              <a:t>are</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observations</a:t>
            </a:r>
            <a:r>
              <a:rPr b="0" lang="en-GB" sz="1800" spc="-15" strike="noStrike">
                <a:solidFill>
                  <a:srgbClr val="000000"/>
                </a:solidFill>
                <a:latin typeface="Arial MT"/>
              </a:rPr>
              <a:t> </a:t>
            </a:r>
            <a:r>
              <a:rPr b="0" lang="en-GB" sz="1800" spc="-1" strike="noStrike">
                <a:solidFill>
                  <a:srgbClr val="000000"/>
                </a:solidFill>
                <a:latin typeface="Arial MT"/>
              </a:rPr>
              <a:t>that</a:t>
            </a:r>
            <a:r>
              <a:rPr b="0" lang="en-GB" sz="1800" spc="-15" strike="noStrike">
                <a:solidFill>
                  <a:srgbClr val="000000"/>
                </a:solidFill>
                <a:latin typeface="Arial MT"/>
              </a:rPr>
              <a:t> </a:t>
            </a:r>
            <a:r>
              <a:rPr b="0" lang="en-GB" sz="1800" spc="-1" strike="noStrike">
                <a:solidFill>
                  <a:srgbClr val="000000"/>
                </a:solidFill>
                <a:latin typeface="Arial MT"/>
              </a:rPr>
              <a:t>have</a:t>
            </a:r>
            <a:r>
              <a:rPr b="0" lang="en-GB" sz="1800" spc="-15" strike="noStrike">
                <a:solidFill>
                  <a:srgbClr val="000000"/>
                </a:solidFill>
                <a:latin typeface="Arial MT"/>
              </a:rPr>
              <a:t> </a:t>
            </a:r>
            <a:r>
              <a:rPr b="0" lang="en-GB" sz="1800" spc="-1" strike="noStrike">
                <a:solidFill>
                  <a:srgbClr val="000000"/>
                </a:solidFill>
                <a:latin typeface="Arial MT"/>
              </a:rPr>
              <a:t>a</a:t>
            </a:r>
            <a:r>
              <a:rPr b="0" lang="en-GB" sz="1800" spc="-15" strike="noStrike">
                <a:solidFill>
                  <a:srgbClr val="000000"/>
                </a:solidFill>
                <a:latin typeface="Arial MT"/>
              </a:rPr>
              <a:t> </a:t>
            </a:r>
            <a:r>
              <a:rPr b="0" lang="en-GB" sz="1800" spc="-12" strike="noStrike">
                <a:solidFill>
                  <a:srgbClr val="000000"/>
                </a:solidFill>
                <a:latin typeface="Arial MT"/>
              </a:rPr>
              <a:t>triangle </a:t>
            </a:r>
            <a:r>
              <a:rPr b="0" lang="en-GB" sz="1800" spc="-1" strike="noStrike">
                <a:solidFill>
                  <a:srgbClr val="000000"/>
                </a:solidFill>
                <a:latin typeface="Arial MT"/>
              </a:rPr>
              <a:t>on</a:t>
            </a:r>
            <a:r>
              <a:rPr b="0" lang="en-GB" sz="1800" spc="-12" strike="noStrike">
                <a:solidFill>
                  <a:srgbClr val="000000"/>
                </a:solidFill>
                <a:latin typeface="Arial MT"/>
              </a:rPr>
              <a:t> them.</a:t>
            </a:r>
            <a:endParaRPr b="0" lang="en-GB" sz="1800" spc="-1" strike="noStrike">
              <a:solidFill>
                <a:srgbClr val="000000"/>
              </a:solidFill>
              <a:latin typeface="Arial"/>
            </a:endParaRPr>
          </a:p>
          <a:p>
            <a:pPr marL="92880" indent="-89640" algn="just">
              <a:lnSpc>
                <a:spcPct val="100000"/>
              </a:lnSpc>
              <a:buClr>
                <a:srgbClr val="000000"/>
              </a:buClr>
              <a:buSzPct val="94000"/>
              <a:buFont typeface="Symbol" charset="2"/>
              <a:buChar char=""/>
              <a:tabLst>
                <a:tab algn="l" pos="92880"/>
              </a:tabLst>
            </a:pPr>
            <a:r>
              <a:rPr b="0" lang="en-GB" sz="1800" spc="-1" strike="noStrike">
                <a:solidFill>
                  <a:srgbClr val="000000"/>
                </a:solidFill>
                <a:latin typeface="Arial MT"/>
              </a:rPr>
              <a:t>These</a:t>
            </a:r>
            <a:r>
              <a:rPr b="0" lang="en-GB" sz="1800" spc="-26" strike="noStrike">
                <a:solidFill>
                  <a:srgbClr val="000000"/>
                </a:solidFill>
                <a:latin typeface="Arial MT"/>
              </a:rPr>
              <a:t> </a:t>
            </a:r>
            <a:r>
              <a:rPr b="0" lang="en-GB" sz="1800" spc="-1" strike="noStrike">
                <a:solidFill>
                  <a:srgbClr val="000000"/>
                </a:solidFill>
                <a:latin typeface="Arial MT"/>
              </a:rPr>
              <a:t>are</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observations</a:t>
            </a:r>
            <a:r>
              <a:rPr b="0" lang="en-GB" sz="1800" spc="-15" strike="noStrike">
                <a:solidFill>
                  <a:srgbClr val="000000"/>
                </a:solidFill>
                <a:latin typeface="Arial MT"/>
              </a:rPr>
              <a:t> </a:t>
            </a:r>
            <a:r>
              <a:rPr b="0" lang="en-GB" sz="1800" spc="-1" strike="noStrike">
                <a:solidFill>
                  <a:srgbClr val="000000"/>
                </a:solidFill>
                <a:latin typeface="Arial MT"/>
              </a:rPr>
              <a:t>that</a:t>
            </a:r>
            <a:r>
              <a:rPr b="0" lang="en-GB" sz="1800" spc="-12" strike="noStrike">
                <a:solidFill>
                  <a:srgbClr val="000000"/>
                </a:solidFill>
                <a:latin typeface="Arial MT"/>
              </a:rPr>
              <a:t> </a:t>
            </a:r>
            <a:r>
              <a:rPr b="0" lang="en-GB" sz="1800" spc="-1" strike="noStrike">
                <a:solidFill>
                  <a:srgbClr val="000000"/>
                </a:solidFill>
                <a:latin typeface="Arial MT"/>
              </a:rPr>
              <a:t>are</a:t>
            </a:r>
            <a:r>
              <a:rPr b="0" lang="en-GB" sz="1800" spc="-15" strike="noStrike">
                <a:solidFill>
                  <a:srgbClr val="000000"/>
                </a:solidFill>
                <a:latin typeface="Arial MT"/>
              </a:rPr>
              <a:t> </a:t>
            </a:r>
            <a:r>
              <a:rPr b="0" lang="en-GB" sz="1800" spc="-1" strike="noStrike">
                <a:solidFill>
                  <a:srgbClr val="000000"/>
                </a:solidFill>
                <a:latin typeface="Arial MT"/>
              </a:rPr>
              <a:t>either</a:t>
            </a:r>
            <a:r>
              <a:rPr b="0" lang="en-GB" sz="1800" spc="-15" strike="noStrike">
                <a:solidFill>
                  <a:srgbClr val="000000"/>
                </a:solidFill>
                <a:latin typeface="Arial MT"/>
              </a:rPr>
              <a:t> </a:t>
            </a:r>
            <a:r>
              <a:rPr b="0" lang="en-GB" sz="1800" spc="-1" strike="noStrike">
                <a:solidFill>
                  <a:srgbClr val="000000"/>
                </a:solidFill>
                <a:latin typeface="Arial MT"/>
              </a:rPr>
              <a:t>very</a:t>
            </a:r>
            <a:r>
              <a:rPr b="0" lang="en-GB" sz="1800" spc="-15" strike="noStrike">
                <a:solidFill>
                  <a:srgbClr val="000000"/>
                </a:solidFill>
                <a:latin typeface="Arial MT"/>
              </a:rPr>
              <a:t> </a:t>
            </a:r>
            <a:r>
              <a:rPr b="0" lang="en-GB" sz="1800" spc="-1" strike="noStrike">
                <a:solidFill>
                  <a:srgbClr val="000000"/>
                </a:solidFill>
                <a:latin typeface="Arial MT"/>
              </a:rPr>
              <a:t>close</a:t>
            </a:r>
            <a:r>
              <a:rPr b="0" lang="en-GB" sz="1800" spc="-15" strike="noStrike">
                <a:solidFill>
                  <a:srgbClr val="000000"/>
                </a:solidFill>
                <a:latin typeface="Arial MT"/>
              </a:rPr>
              <a:t> </a:t>
            </a:r>
            <a:r>
              <a:rPr b="0" lang="en-GB" sz="1800" spc="-1" strike="noStrike">
                <a:solidFill>
                  <a:srgbClr val="000000"/>
                </a:solidFill>
                <a:latin typeface="Arial MT"/>
              </a:rPr>
              <a:t>to</a:t>
            </a:r>
            <a:r>
              <a:rPr b="0" lang="en-GB" sz="1800" spc="-12" strike="noStrike">
                <a:solidFill>
                  <a:srgbClr val="000000"/>
                </a:solidFill>
                <a:latin typeface="Arial MT"/>
              </a:rPr>
              <a:t> </a:t>
            </a:r>
            <a:r>
              <a:rPr b="0" lang="en-GB" sz="1800" spc="-26" strike="noStrike">
                <a:solidFill>
                  <a:srgbClr val="000000"/>
                </a:solidFill>
                <a:latin typeface="Arial MT"/>
              </a:rPr>
              <a:t>the </a:t>
            </a:r>
            <a:r>
              <a:rPr b="0" lang="en-GB" sz="1800" spc="-1" strike="noStrike">
                <a:solidFill>
                  <a:srgbClr val="000000"/>
                </a:solidFill>
                <a:latin typeface="Arial MT"/>
              </a:rPr>
              <a:t>linear</a:t>
            </a:r>
            <a:r>
              <a:rPr b="0" lang="en-GB" sz="1800" spc="-26" strike="noStrike">
                <a:solidFill>
                  <a:srgbClr val="000000"/>
                </a:solidFill>
                <a:latin typeface="Arial MT"/>
              </a:rPr>
              <a:t> </a:t>
            </a:r>
            <a:r>
              <a:rPr b="0" lang="en-GB" sz="1800" spc="-1" strike="noStrike">
                <a:solidFill>
                  <a:srgbClr val="000000"/>
                </a:solidFill>
                <a:latin typeface="Arial MT"/>
              </a:rPr>
              <a:t>decision</a:t>
            </a:r>
            <a:r>
              <a:rPr b="0" lang="en-GB" sz="1800" spc="-15" strike="noStrike">
                <a:solidFill>
                  <a:srgbClr val="000000"/>
                </a:solidFill>
                <a:latin typeface="Arial MT"/>
              </a:rPr>
              <a:t> </a:t>
            </a:r>
            <a:r>
              <a:rPr b="0" lang="en-GB" sz="1800" spc="-1" strike="noStrike">
                <a:solidFill>
                  <a:srgbClr val="000000"/>
                </a:solidFill>
                <a:latin typeface="Arial MT"/>
              </a:rPr>
              <a:t>boundary</a:t>
            </a:r>
            <a:r>
              <a:rPr b="0" lang="en-GB" sz="1800" spc="-15" strike="noStrike">
                <a:solidFill>
                  <a:srgbClr val="000000"/>
                </a:solidFill>
                <a:latin typeface="Arial MT"/>
              </a:rPr>
              <a:t> </a:t>
            </a:r>
            <a:r>
              <a:rPr b="0" lang="en-GB" sz="1800" spc="-1" strike="noStrike">
                <a:solidFill>
                  <a:srgbClr val="000000"/>
                </a:solidFill>
                <a:latin typeface="Arial MT"/>
              </a:rPr>
              <a:t>or</a:t>
            </a:r>
            <a:r>
              <a:rPr b="0" lang="en-GB" sz="1800" spc="-15" strike="noStrike">
                <a:solidFill>
                  <a:srgbClr val="000000"/>
                </a:solidFill>
                <a:latin typeface="Arial MT"/>
              </a:rPr>
              <a:t> </a:t>
            </a:r>
            <a:r>
              <a:rPr b="0" lang="en-GB" sz="1800" spc="-1" strike="noStrike">
                <a:solidFill>
                  <a:srgbClr val="000000"/>
                </a:solidFill>
                <a:latin typeface="Arial MT"/>
              </a:rPr>
              <a:t>have</a:t>
            </a:r>
            <a:r>
              <a:rPr b="0" lang="en-GB" sz="1800" spc="-15" strike="noStrike">
                <a:solidFill>
                  <a:srgbClr val="000000"/>
                </a:solidFill>
                <a:latin typeface="Arial MT"/>
              </a:rPr>
              <a:t> </a:t>
            </a:r>
            <a:r>
              <a:rPr b="0" lang="en-GB" sz="1800" spc="-1" strike="noStrike">
                <a:solidFill>
                  <a:srgbClr val="000000"/>
                </a:solidFill>
                <a:latin typeface="Arial MT"/>
              </a:rPr>
              <a:t>been</a:t>
            </a:r>
            <a:r>
              <a:rPr b="0" lang="en-GB" sz="1800" spc="-15" strike="noStrike">
                <a:solidFill>
                  <a:srgbClr val="000000"/>
                </a:solidFill>
                <a:latin typeface="Arial MT"/>
              </a:rPr>
              <a:t> </a:t>
            </a:r>
            <a:r>
              <a:rPr b="0" lang="en-GB" sz="1800" spc="-1" strike="noStrike">
                <a:solidFill>
                  <a:srgbClr val="000000"/>
                </a:solidFill>
                <a:latin typeface="Arial MT"/>
              </a:rPr>
              <a:t>incorrectly</a:t>
            </a:r>
            <a:r>
              <a:rPr b="0" lang="en-GB" sz="1800" spc="-12" strike="noStrike">
                <a:solidFill>
                  <a:srgbClr val="000000"/>
                </a:solidFill>
                <a:latin typeface="Arial MT"/>
              </a:rPr>
              <a:t> classified.</a:t>
            </a:r>
            <a:endParaRPr b="0" lang="en-GB" sz="1800" spc="-1" strike="noStrike">
              <a:solidFill>
                <a:srgbClr val="000000"/>
              </a:solidFill>
              <a:latin typeface="Arial"/>
            </a:endParaRPr>
          </a:p>
          <a:p>
            <a:pPr marL="92880" indent="-89640" algn="just">
              <a:lnSpc>
                <a:spcPct val="100000"/>
              </a:lnSpc>
              <a:buClr>
                <a:srgbClr val="000000"/>
              </a:buClr>
              <a:buSzPct val="94000"/>
              <a:buFont typeface="Symbol" charset="2"/>
              <a:buChar char=""/>
              <a:tabLst>
                <a:tab algn="l" pos="92880"/>
              </a:tabLst>
            </a:pPr>
            <a:r>
              <a:rPr b="0" lang="en-GB" sz="1800" spc="-1" strike="noStrike">
                <a:solidFill>
                  <a:srgbClr val="000000"/>
                </a:solidFill>
                <a:latin typeface="Arial MT"/>
              </a:rPr>
              <a:t>We</a:t>
            </a:r>
            <a:r>
              <a:rPr b="0" lang="en-GB" sz="1800" spc="-26" strike="noStrike">
                <a:solidFill>
                  <a:srgbClr val="000000"/>
                </a:solidFill>
                <a:latin typeface="Arial MT"/>
              </a:rPr>
              <a:t> </a:t>
            </a:r>
            <a:r>
              <a:rPr b="0" lang="en-GB" sz="1800" spc="-1" strike="noStrike">
                <a:solidFill>
                  <a:srgbClr val="000000"/>
                </a:solidFill>
                <a:latin typeface="Arial MT"/>
              </a:rPr>
              <a:t>can</a:t>
            </a:r>
            <a:r>
              <a:rPr b="0" lang="en-GB" sz="1800" spc="-21" strike="noStrike">
                <a:solidFill>
                  <a:srgbClr val="000000"/>
                </a:solidFill>
                <a:latin typeface="Arial MT"/>
              </a:rPr>
              <a:t> </a:t>
            </a:r>
            <a:r>
              <a:rPr b="0" lang="en-GB" sz="1800" spc="-1" strike="noStrike">
                <a:solidFill>
                  <a:srgbClr val="000000"/>
                </a:solidFill>
                <a:latin typeface="Arial MT"/>
              </a:rPr>
              <a:t>define</a:t>
            </a:r>
            <a:r>
              <a:rPr b="0" lang="en-GB" sz="1800" spc="-21" strike="noStrike">
                <a:solidFill>
                  <a:srgbClr val="000000"/>
                </a:solidFill>
                <a:latin typeface="Arial MT"/>
              </a:rPr>
              <a:t> </a:t>
            </a:r>
            <a:r>
              <a:rPr b="0" lang="en-GB" sz="1800" spc="-1" strike="noStrike">
                <a:solidFill>
                  <a:srgbClr val="000000"/>
                </a:solidFill>
                <a:latin typeface="Arial MT"/>
              </a:rPr>
              <a:t>which</a:t>
            </a:r>
            <a:r>
              <a:rPr b="0" lang="en-GB" sz="1800" spc="-26" strike="noStrike">
                <a:solidFill>
                  <a:srgbClr val="000000"/>
                </a:solidFill>
                <a:latin typeface="Arial MT"/>
              </a:rPr>
              <a:t> </a:t>
            </a:r>
            <a:r>
              <a:rPr b="0" lang="en-GB" sz="1800" spc="-1" strike="noStrike">
                <a:solidFill>
                  <a:srgbClr val="000000"/>
                </a:solidFill>
                <a:latin typeface="Arial MT"/>
              </a:rPr>
              <a:t>observations</a:t>
            </a:r>
            <a:r>
              <a:rPr b="0" lang="en-GB" sz="1800" spc="-21" strike="noStrike">
                <a:solidFill>
                  <a:srgbClr val="000000"/>
                </a:solidFill>
                <a:latin typeface="Arial MT"/>
              </a:rPr>
              <a:t> </a:t>
            </a:r>
            <a:r>
              <a:rPr b="0" lang="en-GB" sz="1800" spc="-1" strike="noStrike">
                <a:solidFill>
                  <a:srgbClr val="000000"/>
                </a:solidFill>
                <a:latin typeface="Arial MT"/>
              </a:rPr>
              <a:t>we</a:t>
            </a:r>
            <a:r>
              <a:rPr b="0" lang="en-GB" sz="1800" spc="-21" strike="noStrike">
                <a:solidFill>
                  <a:srgbClr val="000000"/>
                </a:solidFill>
                <a:latin typeface="Arial MT"/>
              </a:rPr>
              <a:t> </a:t>
            </a:r>
            <a:r>
              <a:rPr b="0" lang="en-GB" sz="1800" spc="-1" strike="noStrike">
                <a:solidFill>
                  <a:srgbClr val="000000"/>
                </a:solidFill>
                <a:latin typeface="Arial MT"/>
              </a:rPr>
              <a:t>want</a:t>
            </a:r>
            <a:r>
              <a:rPr b="0" lang="en-GB" sz="1800" spc="-21" strike="noStrike">
                <a:solidFill>
                  <a:srgbClr val="000000"/>
                </a:solidFill>
                <a:latin typeface="Arial MT"/>
              </a:rPr>
              <a:t> </a:t>
            </a:r>
            <a:r>
              <a:rPr b="0" lang="en-GB" sz="1800" spc="-1" strike="noStrike">
                <a:solidFill>
                  <a:srgbClr val="000000"/>
                </a:solidFill>
                <a:latin typeface="Arial MT"/>
              </a:rPr>
              <a:t>to</a:t>
            </a:r>
            <a:r>
              <a:rPr b="0" lang="en-GB" sz="1800" spc="-26" strike="noStrike">
                <a:solidFill>
                  <a:srgbClr val="000000"/>
                </a:solidFill>
                <a:latin typeface="Arial MT"/>
              </a:rPr>
              <a:t> </a:t>
            </a:r>
            <a:r>
              <a:rPr b="0" lang="en-GB" sz="1800" spc="-1" strike="noStrike">
                <a:solidFill>
                  <a:srgbClr val="000000"/>
                </a:solidFill>
                <a:latin typeface="Arial MT"/>
              </a:rPr>
              <a:t>make</a:t>
            </a:r>
            <a:r>
              <a:rPr b="0" lang="en-GB" sz="1800" spc="-21" strike="noStrike">
                <a:solidFill>
                  <a:srgbClr val="000000"/>
                </a:solidFill>
                <a:latin typeface="Arial MT"/>
              </a:rPr>
              <a:t> </a:t>
            </a:r>
            <a:r>
              <a:rPr b="0" lang="en-GB" sz="1800" spc="-12" strike="noStrike">
                <a:solidFill>
                  <a:srgbClr val="000000"/>
                </a:solidFill>
                <a:latin typeface="Arial MT"/>
              </a:rPr>
              <a:t>support </a:t>
            </a:r>
            <a:r>
              <a:rPr b="0" lang="en-GB" sz="1800" spc="-1" strike="noStrike">
                <a:solidFill>
                  <a:srgbClr val="000000"/>
                </a:solidFill>
                <a:latin typeface="Arial MT"/>
              </a:rPr>
              <a:t>vectors</a:t>
            </a:r>
            <a:r>
              <a:rPr b="0" lang="en-GB" sz="1800" spc="-32" strike="noStrike">
                <a:solidFill>
                  <a:srgbClr val="000000"/>
                </a:solidFill>
                <a:latin typeface="Arial MT"/>
              </a:rPr>
              <a:t> </a:t>
            </a:r>
            <a:r>
              <a:rPr b="0" lang="en-GB" sz="1800" spc="-1" strike="noStrike">
                <a:solidFill>
                  <a:srgbClr val="000000"/>
                </a:solidFill>
                <a:latin typeface="Arial MT"/>
              </a:rPr>
              <a:t>by</a:t>
            </a:r>
            <a:r>
              <a:rPr b="0" lang="en-GB" sz="1800" spc="-21" strike="noStrike">
                <a:solidFill>
                  <a:srgbClr val="000000"/>
                </a:solidFill>
                <a:latin typeface="Arial MT"/>
              </a:rPr>
              <a:t> </a:t>
            </a:r>
            <a:r>
              <a:rPr b="0" lang="en-GB" sz="1800" spc="-1" strike="noStrike">
                <a:solidFill>
                  <a:srgbClr val="000000"/>
                </a:solidFill>
                <a:latin typeface="Arial MT"/>
              </a:rPr>
              <a:t>defining</a:t>
            </a:r>
            <a:r>
              <a:rPr b="0" lang="en-GB" sz="1800" spc="-15" strike="noStrike">
                <a:solidFill>
                  <a:srgbClr val="000000"/>
                </a:solidFill>
                <a:latin typeface="Arial MT"/>
              </a:rPr>
              <a:t> </a:t>
            </a:r>
            <a:r>
              <a:rPr b="0" lang="en-GB" sz="1800" spc="-1" strike="noStrike">
                <a:solidFill>
                  <a:srgbClr val="000000"/>
                </a:solidFill>
                <a:latin typeface="Arial MT"/>
              </a:rPr>
              <a:t>how</a:t>
            </a:r>
            <a:r>
              <a:rPr b="0" lang="en-GB" sz="1800" spc="-21" strike="noStrike">
                <a:solidFill>
                  <a:srgbClr val="000000"/>
                </a:solidFill>
                <a:latin typeface="Arial MT"/>
              </a:rPr>
              <a:t> </a:t>
            </a:r>
            <a:r>
              <a:rPr b="0" lang="en-GB" sz="1800" spc="-1" strike="noStrike">
                <a:solidFill>
                  <a:srgbClr val="000000"/>
                </a:solidFill>
                <a:latin typeface="Arial MT"/>
              </a:rPr>
              <a:t>close</a:t>
            </a:r>
            <a:r>
              <a:rPr b="0" lang="en-GB" sz="1800" spc="-15" strike="noStrike">
                <a:solidFill>
                  <a:srgbClr val="000000"/>
                </a:solidFill>
                <a:latin typeface="Arial MT"/>
              </a:rPr>
              <a:t> </a:t>
            </a:r>
            <a:r>
              <a:rPr b="0" lang="en-GB" sz="1800" spc="-1" strike="noStrike">
                <a:solidFill>
                  <a:srgbClr val="000000"/>
                </a:solidFill>
                <a:latin typeface="Arial MT"/>
              </a:rPr>
              <a:t>to</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decision</a:t>
            </a:r>
            <a:r>
              <a:rPr b="0" lang="en-GB" sz="1800" spc="-21" strike="noStrike">
                <a:solidFill>
                  <a:srgbClr val="000000"/>
                </a:solidFill>
                <a:latin typeface="Arial MT"/>
              </a:rPr>
              <a:t> </a:t>
            </a:r>
            <a:r>
              <a:rPr b="0" lang="en-GB" sz="1800" spc="-1" strike="noStrike">
                <a:solidFill>
                  <a:srgbClr val="000000"/>
                </a:solidFill>
                <a:latin typeface="Arial MT"/>
              </a:rPr>
              <a:t>boundary</a:t>
            </a:r>
            <a:r>
              <a:rPr b="0" lang="en-GB" sz="1800" spc="-15" strike="noStrike">
                <a:solidFill>
                  <a:srgbClr val="000000"/>
                </a:solidFill>
                <a:latin typeface="Arial MT"/>
              </a:rPr>
              <a:t> </a:t>
            </a:r>
            <a:r>
              <a:rPr b="0" lang="en-GB" sz="1800" spc="-21" strike="noStrike">
                <a:solidFill>
                  <a:srgbClr val="000000"/>
                </a:solidFill>
                <a:latin typeface="Arial MT"/>
              </a:rPr>
              <a:t>they </a:t>
            </a:r>
            <a:r>
              <a:rPr b="0" lang="en-GB" sz="1800" spc="-1" strike="noStrike">
                <a:solidFill>
                  <a:srgbClr val="000000"/>
                </a:solidFill>
                <a:latin typeface="Arial MT"/>
              </a:rPr>
              <a:t>should</a:t>
            </a:r>
            <a:r>
              <a:rPr b="0" lang="en-GB" sz="1800" spc="-32" strike="noStrike">
                <a:solidFill>
                  <a:srgbClr val="000000"/>
                </a:solidFill>
                <a:latin typeface="Arial MT"/>
              </a:rPr>
              <a:t> </a:t>
            </a:r>
            <a:r>
              <a:rPr b="0" lang="en-GB" sz="1800" spc="-26" strike="noStrike">
                <a:solidFill>
                  <a:srgbClr val="000000"/>
                </a:solidFill>
                <a:latin typeface="Arial MT"/>
              </a:rPr>
              <a:t>be.</a:t>
            </a:r>
            <a:endParaRPr b="0" lang="en-GB" sz="1800" spc="-1" strike="noStrike">
              <a:solidFill>
                <a:srgbClr val="000000"/>
              </a:solidFill>
              <a:latin typeface="Arial"/>
            </a:endParaRPr>
          </a:p>
          <a:p>
            <a:pPr marL="92880" indent="-89640" algn="just">
              <a:lnSpc>
                <a:spcPct val="100000"/>
              </a:lnSpc>
              <a:buClr>
                <a:srgbClr val="000000"/>
              </a:buClr>
              <a:buSzPct val="94000"/>
              <a:buFont typeface="Symbol" charset="2"/>
              <a:buChar char=""/>
              <a:tabLst>
                <a:tab algn="l" pos="92880"/>
              </a:tabLst>
            </a:pPr>
            <a:r>
              <a:rPr b="0" lang="en-GB" sz="1800" spc="-1" strike="noStrike">
                <a:solidFill>
                  <a:srgbClr val="000000"/>
                </a:solidFill>
                <a:latin typeface="Arial MT"/>
              </a:rPr>
              <a:t>This</a:t>
            </a:r>
            <a:r>
              <a:rPr b="0" lang="en-GB" sz="1800" spc="-26" strike="noStrike">
                <a:solidFill>
                  <a:srgbClr val="000000"/>
                </a:solidFill>
                <a:latin typeface="Arial MT"/>
              </a:rPr>
              <a:t> </a:t>
            </a:r>
            <a:r>
              <a:rPr b="0" lang="en-GB" sz="1800" spc="-1" strike="noStrike">
                <a:solidFill>
                  <a:srgbClr val="000000"/>
                </a:solidFill>
                <a:latin typeface="Arial MT"/>
              </a:rPr>
              <a:t>is</a:t>
            </a:r>
            <a:r>
              <a:rPr b="0" lang="en-GB" sz="1800" spc="-15" strike="noStrike">
                <a:solidFill>
                  <a:srgbClr val="000000"/>
                </a:solidFill>
                <a:latin typeface="Arial MT"/>
              </a:rPr>
              <a:t> </a:t>
            </a:r>
            <a:r>
              <a:rPr b="0" lang="en-GB" sz="1800" spc="-1" strike="noStrike">
                <a:solidFill>
                  <a:srgbClr val="000000"/>
                </a:solidFill>
                <a:latin typeface="Arial MT"/>
              </a:rPr>
              <a:t>controlled</a:t>
            </a:r>
            <a:r>
              <a:rPr b="0" lang="en-GB" sz="1800" spc="-15" strike="noStrike">
                <a:solidFill>
                  <a:srgbClr val="000000"/>
                </a:solidFill>
                <a:latin typeface="Arial MT"/>
              </a:rPr>
              <a:t> </a:t>
            </a:r>
            <a:r>
              <a:rPr b="0" lang="en-GB" sz="1800" spc="-1" strike="noStrike">
                <a:solidFill>
                  <a:srgbClr val="000000"/>
                </a:solidFill>
                <a:latin typeface="Arial MT"/>
              </a:rPr>
              <a:t>by</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hyperparameter</a:t>
            </a:r>
            <a:r>
              <a:rPr b="0" lang="en-GB" sz="1800" spc="-15" strike="noStrike">
                <a:solidFill>
                  <a:srgbClr val="000000"/>
                </a:solidFill>
                <a:latin typeface="Arial MT"/>
              </a:rPr>
              <a:t> </a:t>
            </a:r>
            <a:r>
              <a:rPr b="0" lang="en-GB" sz="1800" spc="-1" strike="noStrike">
                <a:solidFill>
                  <a:srgbClr val="000000"/>
                </a:solidFill>
                <a:latin typeface="Arial MT"/>
              </a:rPr>
              <a:t>known</a:t>
            </a:r>
            <a:r>
              <a:rPr b="0" lang="en-GB" sz="1800" spc="-15" strike="noStrike">
                <a:solidFill>
                  <a:srgbClr val="000000"/>
                </a:solidFill>
                <a:latin typeface="Arial MT"/>
              </a:rPr>
              <a:t> </a:t>
            </a:r>
            <a:r>
              <a:rPr b="0" lang="en-GB" sz="1800" spc="-1" strike="noStrike">
                <a:solidFill>
                  <a:srgbClr val="000000"/>
                </a:solidFill>
                <a:latin typeface="Arial MT"/>
              </a:rPr>
              <a:t>as</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7" strike="noStrike">
                <a:solidFill>
                  <a:srgbClr val="000000"/>
                </a:solidFill>
                <a:latin typeface="Arial MT"/>
              </a:rPr>
              <a:t> </a:t>
            </a:r>
            <a:r>
              <a:rPr b="1" lang="en-GB" sz="1800" spc="-12" strike="noStrike">
                <a:solidFill>
                  <a:srgbClr val="000000"/>
                </a:solidFill>
                <a:latin typeface="Arial"/>
              </a:rPr>
              <a:t>inverse </a:t>
            </a:r>
            <a:r>
              <a:rPr b="1" lang="en-GB" sz="1800" spc="-1" strike="noStrike">
                <a:solidFill>
                  <a:srgbClr val="000000"/>
                </a:solidFill>
                <a:latin typeface="Arial"/>
              </a:rPr>
              <a:t>regularization</a:t>
            </a:r>
            <a:r>
              <a:rPr b="1" lang="en-GB" sz="1800" spc="-72" strike="noStrike">
                <a:solidFill>
                  <a:srgbClr val="000000"/>
                </a:solidFill>
                <a:latin typeface="Arial"/>
              </a:rPr>
              <a:t> </a:t>
            </a:r>
            <a:r>
              <a:rPr b="1" lang="en-GB" sz="1800" spc="-12" strike="noStrike">
                <a:solidFill>
                  <a:srgbClr val="000000"/>
                </a:solidFill>
                <a:latin typeface="Arial"/>
              </a:rPr>
              <a:t>strength.</a:t>
            </a:r>
            <a:endParaRPr b="0" lang="en-GB" sz="1800" spc="-1" strike="noStrike">
              <a:solidFill>
                <a:srgbClr val="000000"/>
              </a:solidFill>
              <a:latin typeface="Arial"/>
            </a:endParaRPr>
          </a:p>
        </p:txBody>
      </p:sp>
      <p:pic>
        <p:nvPicPr>
          <p:cNvPr id="95" name="object 5" descr=""/>
          <p:cNvPicPr/>
          <p:nvPr/>
        </p:nvPicPr>
        <p:blipFill>
          <a:blip r:embed="rId1"/>
          <a:stretch/>
        </p:blipFill>
        <p:spPr>
          <a:xfrm>
            <a:off x="4992120" y="408960"/>
            <a:ext cx="5774400" cy="317304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788040" y="153720"/>
            <a:ext cx="10362600" cy="276120"/>
          </a:xfrm>
          <a:prstGeom prst="rect">
            <a:avLst/>
          </a:prstGeom>
          <a:noFill/>
          <a:ln w="0">
            <a:noFill/>
          </a:ln>
        </p:spPr>
        <p:txBody>
          <a:bodyPr lIns="0" rIns="0" tIns="0" bIns="0" anchor="t">
            <a:noAutofit/>
          </a:bodyPr>
          <a:p>
            <a:pPr indent="0">
              <a:lnSpc>
                <a:spcPct val="100000"/>
              </a:lnSpc>
              <a:buNone/>
              <a:tabLst>
                <a:tab algn="l" pos="0"/>
              </a:tabLst>
            </a:pPr>
            <a:r>
              <a:rPr b="1" lang="en-US" sz="1800" spc="-1" strike="noStrike">
                <a:solidFill>
                  <a:schemeClr val="dk1"/>
                </a:solidFill>
                <a:latin typeface="Arial"/>
              </a:rPr>
              <a:t>                       </a:t>
            </a:r>
            <a:r>
              <a:rPr b="1" lang="en-US" sz="1800" spc="-1" strike="noStrike">
                <a:solidFill>
                  <a:schemeClr val="dk1"/>
                </a:solidFill>
                <a:latin typeface="Arial"/>
              </a:rPr>
              <a:t>STRENGTH, WEAKNESS  AND ASSUMPTION OF SUPPORT VECTOR MACHINE</a:t>
            </a:r>
            <a:endParaRPr b="0" lang="en-GB" sz="1800" spc="-1" strike="noStrike">
              <a:solidFill>
                <a:srgbClr val="000000"/>
              </a:solidFill>
              <a:latin typeface="Arial"/>
            </a:endParaRPr>
          </a:p>
        </p:txBody>
      </p:sp>
      <p:graphicFrame>
        <p:nvGraphicFramePr>
          <p:cNvPr id="97" name="Table 3"/>
          <p:cNvGraphicFramePr/>
          <p:nvPr/>
        </p:nvGraphicFramePr>
        <p:xfrm>
          <a:off x="1332720" y="601200"/>
          <a:ext cx="9600120" cy="4080960"/>
        </p:xfrm>
        <a:graphic>
          <a:graphicData uri="http://schemas.openxmlformats.org/drawingml/2006/table">
            <a:tbl>
              <a:tblPr/>
              <a:tblGrid>
                <a:gridCol w="4775760"/>
                <a:gridCol w="4824720"/>
              </a:tblGrid>
              <a:tr h="640080">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STRENGTH</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WEAKNESS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r>
              <a:tr h="640080">
                <a:tc>
                  <a:txBody>
                    <a:bodyPr anchor="t">
                      <a:noAutofit/>
                    </a:bodyPr>
                    <a:p>
                      <a:pPr>
                        <a:lnSpc>
                          <a:spcPct val="100000"/>
                        </a:lnSpc>
                      </a:pPr>
                      <a:r>
                        <a:rPr b="0" lang="en-US" sz="1800" spc="-1" strike="noStrike">
                          <a:solidFill>
                            <a:schemeClr val="dk1"/>
                          </a:solidFill>
                          <a:latin typeface="Calibri"/>
                        </a:rPr>
                        <a:t>Works well for both linear and non-linear classification using kernels.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Computationally expensive, especially for large datasets.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914400">
                <a:tc>
                  <a:txBody>
                    <a:bodyPr anchor="t">
                      <a:noAutofit/>
                    </a:bodyPr>
                    <a:p>
                      <a:pPr>
                        <a:lnSpc>
                          <a:spcPct val="100000"/>
                        </a:lnSpc>
                      </a:pPr>
                      <a:r>
                        <a:rPr b="0" lang="en-US" sz="1800" spc="-1" strike="noStrike">
                          <a:solidFill>
                            <a:schemeClr val="dk1"/>
                          </a:solidFill>
                          <a:latin typeface="Calibri"/>
                        </a:rPr>
                        <a:t>Robust against overfitting, especially in high-dimensional data.</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Not effective when classes overlap significantly.</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480600">
                <a:tc>
                  <a:txBody>
                    <a:bodyPr anchor="t">
                      <a:noAutofit/>
                    </a:bodyPr>
                    <a:p>
                      <a:pPr>
                        <a:lnSpc>
                          <a:spcPct val="100000"/>
                        </a:lnSpc>
                      </a:pPr>
                      <a:r>
                        <a:rPr b="0" lang="en-US" sz="1800" spc="-1" strike="noStrike">
                          <a:solidFill>
                            <a:schemeClr val="dk1"/>
                          </a:solidFill>
                          <a:latin typeface="Calibri"/>
                        </a:rPr>
                        <a:t>Useful in cases with a clear margin of separation between classes.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Hard to interpret compared to simpler models.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819000">
                <a:tc>
                  <a:txBody>
                    <a:bodyPr anchor="t">
                      <a:noAutofit/>
                    </a:bodyPr>
                    <a:p>
                      <a:pPr>
                        <a:lnSpc>
                          <a:spcPct val="100000"/>
                        </a:lnSpc>
                      </a:pPr>
                      <a:r>
                        <a:rPr b="0" lang="en-US" sz="1800" spc="-1" strike="noStrike">
                          <a:solidFill>
                            <a:schemeClr val="dk1"/>
                          </a:solidFill>
                          <a:latin typeface="Calibri"/>
                        </a:rPr>
                        <a:t>Versatile, with different kernel functions (e.g., linear, polynomial, RBF) for flexible decision boundaries.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Requires careful tuning of parameters (like C and kernel).</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bl>
          </a:graphicData>
        </a:graphic>
      </p:graphicFrame>
      <p:sp>
        <p:nvSpPr>
          <p:cNvPr id="98" name="Title 1"/>
          <p:cNvSpPr/>
          <p:nvPr/>
        </p:nvSpPr>
        <p:spPr>
          <a:xfrm>
            <a:off x="787320" y="4582800"/>
            <a:ext cx="10972800" cy="192024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800" spc="-1" strike="noStrike">
                <a:solidFill>
                  <a:schemeClr val="dk1"/>
                </a:solidFill>
                <a:latin typeface="Arial"/>
              </a:rPr>
              <a:t>                     </a:t>
            </a:r>
            <a:r>
              <a:rPr b="1" lang="en-US" sz="1800" spc="-1" strike="noStrike">
                <a:solidFill>
                  <a:schemeClr val="dk1"/>
                </a:solidFill>
                <a:latin typeface="Arial"/>
              </a:rPr>
              <a:t>ASSUMPTION OF SVM</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Margin Optimization: </a:t>
            </a:r>
            <a:r>
              <a:rPr b="0" lang="en-US" sz="1800" spc="-1" strike="noStrike">
                <a:solidFill>
                  <a:schemeClr val="dk1"/>
                </a:solidFill>
                <a:latin typeface="Arial"/>
              </a:rPr>
              <a:t>Assumes the data is separable, or nearly separable, with a clear margin.</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Feature Scaling: </a:t>
            </a:r>
            <a:r>
              <a:rPr b="0" lang="en-US" sz="1800" spc="-1" strike="noStrike">
                <a:solidFill>
                  <a:schemeClr val="dk1"/>
                </a:solidFill>
                <a:latin typeface="Arial"/>
              </a:rPr>
              <a:t>Requires features to be scaled properly since SVMs are sensitive to the magnitude of the data.</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Choice of Kernel:</a:t>
            </a:r>
            <a:r>
              <a:rPr b="0" lang="en-US" sz="1800" spc="-1" strike="noStrike">
                <a:solidFill>
                  <a:schemeClr val="dk1"/>
                </a:solidFill>
                <a:latin typeface="Arial"/>
              </a:rPr>
              <a:t> The performance heavily depends on the choice of the kernel function for non-linear data.</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Balanced Classes:</a:t>
            </a:r>
            <a:r>
              <a:rPr b="0" lang="en-US" sz="1800" spc="-1" strike="noStrike">
                <a:solidFill>
                  <a:schemeClr val="dk1"/>
                </a:solidFill>
                <a:latin typeface="Arial"/>
              </a:rPr>
              <a:t> SVMs work best when the number of data points in each class is roughly balanced.</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861840" y="1015920"/>
            <a:ext cx="10467360" cy="5538960"/>
          </a:xfrm>
          <a:prstGeom prst="rect">
            <a:avLst/>
          </a:prstGeom>
          <a:noFill/>
          <a:ln w="0">
            <a:noFill/>
          </a:ln>
        </p:spPr>
        <p:txBody>
          <a:bodyPr lIns="0" rIns="0" tIns="0" bIns="0" anchor="t">
            <a:noAutofit/>
          </a:bodyPr>
          <a:p>
            <a:pPr marL="343080" indent="-343080">
              <a:lnSpc>
                <a:spcPct val="100000"/>
              </a:lnSpc>
              <a:buClr>
                <a:srgbClr val="000000"/>
              </a:buClr>
              <a:buFont typeface="Wingdings" charset="2"/>
              <a:buChar char=""/>
            </a:pPr>
            <a:r>
              <a:rPr b="1" lang="en-US" sz="2400" spc="-1" strike="noStrike">
                <a:solidFill>
                  <a:schemeClr val="dk1"/>
                </a:solidFill>
                <a:latin typeface="Arial"/>
              </a:rPr>
              <a:t>Real-World Examples where Support Vector Machine Algorithms is been Used</a:t>
            </a:r>
            <a:br>
              <a:rPr sz="2400"/>
            </a:br>
            <a:br>
              <a:rPr sz="2400"/>
            </a:br>
            <a:r>
              <a:rPr b="0" lang="en-US" sz="2400" spc="-1" strike="noStrike">
                <a:solidFill>
                  <a:schemeClr val="dk1"/>
                </a:solidFill>
                <a:latin typeface="Arial"/>
              </a:rPr>
              <a:t>Image Classification: Used to classify images by identifying patterns and edges in high-dimensional pixel spaces.</a:t>
            </a:r>
            <a:br>
              <a:rPr sz="2400"/>
            </a:br>
            <a:r>
              <a:rPr b="0" lang="en-US" sz="2400" spc="-1" strike="noStrike">
                <a:solidFill>
                  <a:schemeClr val="dk1"/>
                </a:solidFill>
                <a:latin typeface="Arial"/>
              </a:rPr>
              <a:t> </a:t>
            </a:r>
            <a:br>
              <a:rPr sz="2400"/>
            </a:br>
            <a:r>
              <a:rPr b="0" lang="en-US" sz="2400" spc="-1" strike="noStrike">
                <a:solidFill>
                  <a:schemeClr val="dk1"/>
                </a:solidFill>
                <a:latin typeface="Arial"/>
              </a:rPr>
              <a:t>Text Classification: Categorizing documents (spam vs. non-spam, sentiment analysis) based on feature vectors derived from text.</a:t>
            </a:r>
            <a:br>
              <a:rPr sz="2400"/>
            </a:br>
            <a:br>
              <a:rPr sz="2400"/>
            </a:br>
            <a:r>
              <a:rPr b="0" lang="en-US" sz="2400" spc="-1" strike="noStrike">
                <a:solidFill>
                  <a:schemeClr val="dk1"/>
                </a:solidFill>
                <a:latin typeface="Arial"/>
              </a:rPr>
              <a:t> Bioinformatics: Classifying genes, proteins, and DNA sequences.</a:t>
            </a:r>
            <a:br>
              <a:rPr sz="2400"/>
            </a:br>
            <a:br>
              <a:rPr sz="2400"/>
            </a:br>
            <a:r>
              <a:rPr b="0" lang="en-US" sz="2400" spc="-1" strike="noStrike">
                <a:solidFill>
                  <a:schemeClr val="dk1"/>
                </a:solidFill>
                <a:latin typeface="Arial"/>
              </a:rPr>
              <a:t> Face Detection: Identifying and classifying human faces in pictures.</a:t>
            </a:r>
            <a:br>
              <a:rPr sz="2400"/>
            </a:br>
            <a:br>
              <a:rPr sz="2400"/>
            </a:br>
            <a:r>
              <a:rPr b="0" lang="en-US" sz="2400" spc="-1" strike="noStrike">
                <a:solidFill>
                  <a:schemeClr val="dk1"/>
                </a:solidFill>
                <a:latin typeface="Arial"/>
              </a:rPr>
              <a:t> Handwriting Recognition: Classifying handwritten characters into corresponding letters or numbers.</a:t>
            </a:r>
            <a:endParaRPr b="0" lang="en-GB"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00" name="object 3"/>
          <p:cNvSpPr/>
          <p:nvPr/>
        </p:nvSpPr>
        <p:spPr>
          <a:xfrm>
            <a:off x="281880" y="174960"/>
            <a:ext cx="10613160" cy="5807520"/>
          </a:xfrm>
          <a:prstGeom prst="rect">
            <a:avLst/>
          </a:prstGeom>
          <a:noFill/>
          <a:ln w="0">
            <a:noFill/>
          </a:ln>
        </p:spPr>
        <p:style>
          <a:lnRef idx="0"/>
          <a:fillRef idx="0"/>
          <a:effectRef idx="0"/>
          <a:fontRef idx="minor"/>
        </p:style>
        <p:txBody>
          <a:bodyPr lIns="0" rIns="0" tIns="12600" bIns="0" anchor="t">
            <a:spAutoFit/>
          </a:bodyPr>
          <a:p>
            <a:pPr marL="92880">
              <a:lnSpc>
                <a:spcPct val="100000"/>
              </a:lnSpc>
              <a:spcBef>
                <a:spcPts val="99"/>
              </a:spcBef>
            </a:pPr>
            <a:r>
              <a:rPr b="1" lang="en-GB" sz="1800" spc="-1" strike="noStrike">
                <a:solidFill>
                  <a:srgbClr val="000000"/>
                </a:solidFill>
                <a:latin typeface="Calibri"/>
              </a:rPr>
              <a:t>Classification</a:t>
            </a:r>
            <a:r>
              <a:rPr b="1" lang="en-GB" sz="1800" spc="-55" strike="noStrike">
                <a:solidFill>
                  <a:srgbClr val="000000"/>
                </a:solidFill>
                <a:latin typeface="Calibri"/>
              </a:rPr>
              <a:t> </a:t>
            </a:r>
            <a:r>
              <a:rPr b="1" lang="en-GB" sz="1800" spc="-1" strike="noStrike">
                <a:solidFill>
                  <a:srgbClr val="000000"/>
                </a:solidFill>
                <a:latin typeface="Calibri"/>
              </a:rPr>
              <a:t>And</a:t>
            </a:r>
            <a:r>
              <a:rPr b="1" lang="en-GB" sz="1800" spc="-55" strike="noStrike">
                <a:solidFill>
                  <a:srgbClr val="000000"/>
                </a:solidFill>
                <a:latin typeface="Calibri"/>
              </a:rPr>
              <a:t> </a:t>
            </a:r>
            <a:r>
              <a:rPr b="1" lang="en-GB" sz="1800" spc="-1" strike="noStrike">
                <a:solidFill>
                  <a:srgbClr val="000000"/>
                </a:solidFill>
                <a:latin typeface="Calibri"/>
              </a:rPr>
              <a:t>Regression</a:t>
            </a:r>
            <a:r>
              <a:rPr b="1" lang="en-GB" sz="1800" spc="-55" strike="noStrike">
                <a:solidFill>
                  <a:srgbClr val="000000"/>
                </a:solidFill>
                <a:latin typeface="Calibri"/>
              </a:rPr>
              <a:t> </a:t>
            </a:r>
            <a:r>
              <a:rPr b="1" lang="en-GB" sz="1800" spc="-1" strike="noStrike">
                <a:solidFill>
                  <a:srgbClr val="000000"/>
                </a:solidFill>
                <a:latin typeface="Calibri"/>
              </a:rPr>
              <a:t>with</a:t>
            </a:r>
            <a:r>
              <a:rPr b="1" lang="en-GB" sz="1800" spc="-55" strike="noStrike">
                <a:solidFill>
                  <a:srgbClr val="000000"/>
                </a:solidFill>
                <a:latin typeface="Calibri"/>
              </a:rPr>
              <a:t> </a:t>
            </a:r>
            <a:r>
              <a:rPr b="1" lang="en-GB" sz="1800" spc="-12" strike="noStrike">
                <a:solidFill>
                  <a:srgbClr val="000000"/>
                </a:solidFill>
                <a:latin typeface="Calibri"/>
              </a:rPr>
              <a:t>Trees</a:t>
            </a:r>
            <a:endParaRPr b="0" lang="en-GB" sz="1800" spc="-1" strike="noStrike">
              <a:solidFill>
                <a:srgbClr val="000000"/>
              </a:solidFill>
              <a:latin typeface="Arial"/>
            </a:endParaRPr>
          </a:p>
          <a:p>
            <a:pPr marL="92880">
              <a:lnSpc>
                <a:spcPct val="100000"/>
              </a:lnSpc>
              <a:spcBef>
                <a:spcPts val="2160"/>
              </a:spcBef>
            </a:pPr>
            <a:r>
              <a:rPr b="0" lang="en-GB" sz="1800" spc="-1" strike="noStrike">
                <a:solidFill>
                  <a:srgbClr val="000000"/>
                </a:solidFill>
                <a:latin typeface="Arial MT"/>
              </a:rPr>
              <a:t>Tree</a:t>
            </a:r>
            <a:r>
              <a:rPr b="0" lang="en-GB" sz="1800" spc="-26" strike="noStrike">
                <a:solidFill>
                  <a:srgbClr val="000000"/>
                </a:solidFill>
                <a:latin typeface="Arial MT"/>
              </a:rPr>
              <a:t> </a:t>
            </a:r>
            <a:r>
              <a:rPr b="0" lang="en-GB" sz="1800" spc="-1" strike="noStrike">
                <a:solidFill>
                  <a:srgbClr val="000000"/>
                </a:solidFill>
                <a:latin typeface="Arial MT"/>
              </a:rPr>
              <a:t>based</a:t>
            </a:r>
            <a:r>
              <a:rPr b="0" lang="en-GB" sz="1800" spc="-26" strike="noStrike">
                <a:solidFill>
                  <a:srgbClr val="000000"/>
                </a:solidFill>
                <a:latin typeface="Arial MT"/>
              </a:rPr>
              <a:t> </a:t>
            </a:r>
            <a:r>
              <a:rPr b="0" lang="en-GB" sz="1800" spc="-1" strike="noStrike">
                <a:solidFill>
                  <a:srgbClr val="000000"/>
                </a:solidFill>
                <a:latin typeface="Arial MT"/>
              </a:rPr>
              <a:t>algorithms</a:t>
            </a:r>
            <a:r>
              <a:rPr b="0" lang="en-GB" sz="1800" spc="-21" strike="noStrike">
                <a:solidFill>
                  <a:srgbClr val="000000"/>
                </a:solidFill>
                <a:latin typeface="Arial MT"/>
              </a:rPr>
              <a:t> </a:t>
            </a:r>
            <a:r>
              <a:rPr b="0" lang="en-GB" sz="1800" spc="-1" strike="noStrike">
                <a:solidFill>
                  <a:srgbClr val="000000"/>
                </a:solidFill>
                <a:latin typeface="Arial MT"/>
              </a:rPr>
              <a:t>are</a:t>
            </a:r>
            <a:r>
              <a:rPr b="0" lang="en-GB" sz="1800" spc="-26" strike="noStrike">
                <a:solidFill>
                  <a:srgbClr val="000000"/>
                </a:solidFill>
                <a:latin typeface="Arial MT"/>
              </a:rPr>
              <a:t> </a:t>
            </a:r>
            <a:r>
              <a:rPr b="0" lang="en-GB" sz="1800" spc="-1" strike="noStrike">
                <a:solidFill>
                  <a:srgbClr val="000000"/>
                </a:solidFill>
                <a:latin typeface="Arial MT"/>
              </a:rPr>
              <a:t>very</a:t>
            </a:r>
            <a:r>
              <a:rPr b="0" lang="en-GB" sz="1800" spc="-21" strike="noStrike">
                <a:solidFill>
                  <a:srgbClr val="000000"/>
                </a:solidFill>
                <a:latin typeface="Arial MT"/>
              </a:rPr>
              <a:t> </a:t>
            </a:r>
            <a:r>
              <a:rPr b="0" lang="en-GB" sz="1800" spc="-1" strike="noStrike">
                <a:solidFill>
                  <a:srgbClr val="000000"/>
                </a:solidFill>
                <a:latin typeface="Arial MT"/>
              </a:rPr>
              <a:t>popular</a:t>
            </a:r>
            <a:r>
              <a:rPr b="0" lang="en-GB" sz="1800" spc="-26" strike="noStrike">
                <a:solidFill>
                  <a:srgbClr val="000000"/>
                </a:solidFill>
                <a:latin typeface="Arial MT"/>
              </a:rPr>
              <a:t> </a:t>
            </a:r>
            <a:r>
              <a:rPr b="0" lang="en-GB" sz="1800" spc="-1" strike="noStrike">
                <a:solidFill>
                  <a:srgbClr val="000000"/>
                </a:solidFill>
                <a:latin typeface="Arial MT"/>
              </a:rPr>
              <a:t>for</a:t>
            </a:r>
            <a:r>
              <a:rPr b="0" lang="en-GB" sz="1800" spc="-21" strike="noStrike">
                <a:solidFill>
                  <a:srgbClr val="000000"/>
                </a:solidFill>
                <a:latin typeface="Arial MT"/>
              </a:rPr>
              <a:t> </a:t>
            </a:r>
            <a:r>
              <a:rPr b="0" lang="en-GB" sz="1800" spc="-1" strike="noStrike">
                <a:solidFill>
                  <a:srgbClr val="000000"/>
                </a:solidFill>
                <a:latin typeface="Arial MT"/>
              </a:rPr>
              <a:t>two</a:t>
            </a:r>
            <a:r>
              <a:rPr b="0" lang="en-GB" sz="1800" spc="-26" strike="noStrike">
                <a:solidFill>
                  <a:srgbClr val="000000"/>
                </a:solidFill>
                <a:latin typeface="Arial MT"/>
              </a:rPr>
              <a:t> </a:t>
            </a:r>
            <a:r>
              <a:rPr b="0" lang="en-GB" sz="1800" spc="-1" strike="noStrike">
                <a:solidFill>
                  <a:srgbClr val="000000"/>
                </a:solidFill>
                <a:latin typeface="Arial MT"/>
              </a:rPr>
              <a:t>reasons:</a:t>
            </a:r>
            <a:r>
              <a:rPr b="0" lang="en-GB" sz="1800" spc="-21" strike="noStrike">
                <a:solidFill>
                  <a:srgbClr val="000000"/>
                </a:solidFill>
                <a:latin typeface="Arial MT"/>
              </a:rPr>
              <a:t> </a:t>
            </a:r>
            <a:r>
              <a:rPr b="0" lang="en-GB" sz="1800" spc="-1" strike="noStrike">
                <a:solidFill>
                  <a:srgbClr val="000000"/>
                </a:solidFill>
                <a:latin typeface="Arial MT"/>
              </a:rPr>
              <a:t>they</a:t>
            </a:r>
            <a:r>
              <a:rPr b="0" lang="en-GB" sz="1800" spc="-26" strike="noStrike">
                <a:solidFill>
                  <a:srgbClr val="000000"/>
                </a:solidFill>
                <a:latin typeface="Arial MT"/>
              </a:rPr>
              <a:t> </a:t>
            </a:r>
            <a:r>
              <a:rPr b="0" lang="en-GB" sz="1800" spc="-1" strike="noStrike">
                <a:solidFill>
                  <a:srgbClr val="000000"/>
                </a:solidFill>
                <a:latin typeface="Arial MT"/>
              </a:rPr>
              <a:t>are</a:t>
            </a:r>
            <a:r>
              <a:rPr b="0" lang="en-GB" sz="1800" spc="-26" strike="noStrike">
                <a:solidFill>
                  <a:srgbClr val="000000"/>
                </a:solidFill>
                <a:latin typeface="Arial MT"/>
              </a:rPr>
              <a:t> </a:t>
            </a:r>
            <a:r>
              <a:rPr b="0" lang="en-GB" sz="1800" spc="-1" strike="noStrike">
                <a:solidFill>
                  <a:srgbClr val="000000"/>
                </a:solidFill>
                <a:latin typeface="Arial MT"/>
              </a:rPr>
              <a:t>interpretable,</a:t>
            </a:r>
            <a:r>
              <a:rPr b="0" lang="en-GB" sz="1800" spc="-21" strike="noStrike">
                <a:solidFill>
                  <a:srgbClr val="000000"/>
                </a:solidFill>
                <a:latin typeface="Arial MT"/>
              </a:rPr>
              <a:t> </a:t>
            </a:r>
            <a:r>
              <a:rPr b="0" lang="en-GB" sz="1800" spc="-1" strike="noStrike">
                <a:solidFill>
                  <a:srgbClr val="000000"/>
                </a:solidFill>
                <a:latin typeface="Arial MT"/>
              </a:rPr>
              <a:t>and</a:t>
            </a:r>
            <a:r>
              <a:rPr b="0" lang="en-GB" sz="1800" spc="-26" strike="noStrike">
                <a:solidFill>
                  <a:srgbClr val="000000"/>
                </a:solidFill>
                <a:latin typeface="Arial MT"/>
              </a:rPr>
              <a:t> </a:t>
            </a:r>
            <a:r>
              <a:rPr b="0" lang="en-GB" sz="1800" spc="-1" strike="noStrike">
                <a:solidFill>
                  <a:srgbClr val="000000"/>
                </a:solidFill>
                <a:latin typeface="Arial MT"/>
              </a:rPr>
              <a:t>they</a:t>
            </a:r>
            <a:r>
              <a:rPr b="0" lang="en-GB" sz="1800" spc="-21" strike="noStrike">
                <a:solidFill>
                  <a:srgbClr val="000000"/>
                </a:solidFill>
                <a:latin typeface="Arial MT"/>
              </a:rPr>
              <a:t> </a:t>
            </a:r>
            <a:r>
              <a:rPr b="0" lang="en-GB" sz="1800" spc="-1" strike="noStrike">
                <a:solidFill>
                  <a:srgbClr val="000000"/>
                </a:solidFill>
                <a:latin typeface="Arial MT"/>
              </a:rPr>
              <a:t>make</a:t>
            </a:r>
            <a:r>
              <a:rPr b="0" lang="en-GB" sz="1800" spc="-26" strike="noStrike">
                <a:solidFill>
                  <a:srgbClr val="000000"/>
                </a:solidFill>
                <a:latin typeface="Arial MT"/>
              </a:rPr>
              <a:t> </a:t>
            </a:r>
            <a:r>
              <a:rPr b="0" lang="en-GB" sz="1800" spc="-12" strike="noStrike">
                <a:solidFill>
                  <a:srgbClr val="000000"/>
                </a:solidFill>
                <a:latin typeface="Arial MT"/>
              </a:rPr>
              <a:t>sound </a:t>
            </a:r>
            <a:r>
              <a:rPr b="0" lang="en-GB" sz="1800" spc="-1" strike="noStrike">
                <a:solidFill>
                  <a:srgbClr val="000000"/>
                </a:solidFill>
                <a:latin typeface="Arial MT"/>
              </a:rPr>
              <a:t>predictions</a:t>
            </a:r>
            <a:r>
              <a:rPr b="0" lang="en-GB" sz="1800" spc="-21" strike="noStrike">
                <a:solidFill>
                  <a:srgbClr val="000000"/>
                </a:solidFill>
                <a:latin typeface="Arial MT"/>
              </a:rPr>
              <a:t> </a:t>
            </a:r>
            <a:r>
              <a:rPr b="0" lang="en-GB" sz="1800" spc="-1" strike="noStrike">
                <a:solidFill>
                  <a:srgbClr val="000000"/>
                </a:solidFill>
                <a:latin typeface="Arial MT"/>
              </a:rPr>
              <a:t>that</a:t>
            </a:r>
            <a:r>
              <a:rPr b="0" lang="en-GB" sz="1800" spc="-21" strike="noStrike">
                <a:solidFill>
                  <a:srgbClr val="000000"/>
                </a:solidFill>
                <a:latin typeface="Arial MT"/>
              </a:rPr>
              <a:t> </a:t>
            </a:r>
            <a:r>
              <a:rPr b="0" lang="en-GB" sz="1800" spc="-1" strike="noStrike">
                <a:solidFill>
                  <a:srgbClr val="000000"/>
                </a:solidFill>
                <a:latin typeface="Arial MT"/>
              </a:rPr>
              <a:t>have</a:t>
            </a:r>
            <a:r>
              <a:rPr b="0" lang="en-GB" sz="1800" spc="-21" strike="noStrike">
                <a:solidFill>
                  <a:srgbClr val="000000"/>
                </a:solidFill>
                <a:latin typeface="Arial MT"/>
              </a:rPr>
              <a:t> </a:t>
            </a:r>
            <a:r>
              <a:rPr b="0" lang="en-GB" sz="1800" spc="-1" strike="noStrike">
                <a:solidFill>
                  <a:srgbClr val="000000"/>
                </a:solidFill>
                <a:latin typeface="Arial MT"/>
              </a:rPr>
              <a:t>won</a:t>
            </a:r>
            <a:r>
              <a:rPr b="0" lang="en-GB" sz="1800" spc="-21" strike="noStrike">
                <a:solidFill>
                  <a:srgbClr val="000000"/>
                </a:solidFill>
                <a:latin typeface="Arial MT"/>
              </a:rPr>
              <a:t> </a:t>
            </a:r>
            <a:r>
              <a:rPr b="0" lang="en-GB" sz="1800" spc="-1" strike="noStrike">
                <a:solidFill>
                  <a:srgbClr val="000000"/>
                </a:solidFill>
                <a:latin typeface="Arial MT"/>
              </a:rPr>
              <a:t>many</a:t>
            </a:r>
            <a:r>
              <a:rPr b="0" lang="en-GB" sz="1800" spc="-21" strike="noStrike">
                <a:solidFill>
                  <a:srgbClr val="000000"/>
                </a:solidFill>
                <a:latin typeface="Arial MT"/>
              </a:rPr>
              <a:t> </a:t>
            </a:r>
            <a:r>
              <a:rPr b="0" lang="en-GB" sz="1800" spc="-1" strike="noStrike">
                <a:solidFill>
                  <a:srgbClr val="000000"/>
                </a:solidFill>
                <a:latin typeface="Arial MT"/>
              </a:rPr>
              <a:t>machine</a:t>
            </a:r>
            <a:r>
              <a:rPr b="0" lang="en-GB" sz="1800" spc="-21" strike="noStrike">
                <a:solidFill>
                  <a:srgbClr val="000000"/>
                </a:solidFill>
                <a:latin typeface="Arial MT"/>
              </a:rPr>
              <a:t> </a:t>
            </a:r>
            <a:r>
              <a:rPr b="0" lang="en-GB" sz="1800" spc="-1" strike="noStrike">
                <a:solidFill>
                  <a:srgbClr val="000000"/>
                </a:solidFill>
                <a:latin typeface="Arial MT"/>
              </a:rPr>
              <a:t>learning</a:t>
            </a:r>
            <a:r>
              <a:rPr b="0" lang="en-GB" sz="1800" spc="-21" strike="noStrike">
                <a:solidFill>
                  <a:srgbClr val="000000"/>
                </a:solidFill>
                <a:latin typeface="Arial MT"/>
              </a:rPr>
              <a:t> </a:t>
            </a:r>
            <a:r>
              <a:rPr b="0" lang="en-GB" sz="1800" spc="-1" strike="noStrike">
                <a:solidFill>
                  <a:srgbClr val="000000"/>
                </a:solidFill>
                <a:latin typeface="Arial MT"/>
              </a:rPr>
              <a:t>competitions</a:t>
            </a:r>
            <a:r>
              <a:rPr b="0" lang="en-GB" sz="1800" spc="-21" strike="noStrike">
                <a:solidFill>
                  <a:srgbClr val="000000"/>
                </a:solidFill>
                <a:latin typeface="Arial MT"/>
              </a:rPr>
              <a:t> </a:t>
            </a:r>
            <a:r>
              <a:rPr b="0" lang="en-GB" sz="1800" spc="-1" strike="noStrike">
                <a:solidFill>
                  <a:srgbClr val="000000"/>
                </a:solidFill>
                <a:latin typeface="Arial MT"/>
              </a:rPr>
              <a:t>on</a:t>
            </a:r>
            <a:r>
              <a:rPr b="0" lang="en-GB" sz="1800" spc="-21" strike="noStrike">
                <a:solidFill>
                  <a:srgbClr val="000000"/>
                </a:solidFill>
                <a:latin typeface="Arial MT"/>
              </a:rPr>
              <a:t> </a:t>
            </a:r>
            <a:r>
              <a:rPr b="0" lang="en-GB" sz="1800" spc="-1" strike="noStrike">
                <a:solidFill>
                  <a:srgbClr val="000000"/>
                </a:solidFill>
                <a:latin typeface="Arial MT"/>
              </a:rPr>
              <a:t>online</a:t>
            </a:r>
            <a:r>
              <a:rPr b="0" lang="en-GB" sz="1800" spc="-21" strike="noStrike">
                <a:solidFill>
                  <a:srgbClr val="000000"/>
                </a:solidFill>
                <a:latin typeface="Arial MT"/>
              </a:rPr>
              <a:t> </a:t>
            </a:r>
            <a:r>
              <a:rPr b="0" lang="en-GB" sz="1800" spc="-1" strike="noStrike">
                <a:solidFill>
                  <a:srgbClr val="000000"/>
                </a:solidFill>
                <a:latin typeface="Arial MT"/>
              </a:rPr>
              <a:t>platforms,</a:t>
            </a:r>
            <a:r>
              <a:rPr b="0" lang="en-GB" sz="1800" spc="-21" strike="noStrike">
                <a:solidFill>
                  <a:srgbClr val="000000"/>
                </a:solidFill>
                <a:latin typeface="Arial MT"/>
              </a:rPr>
              <a:t> </a:t>
            </a:r>
            <a:r>
              <a:rPr b="0" lang="en-GB" sz="1800" spc="-1" strike="noStrike">
                <a:solidFill>
                  <a:srgbClr val="000000"/>
                </a:solidFill>
                <a:latin typeface="Arial MT"/>
              </a:rPr>
              <a:t>such</a:t>
            </a:r>
            <a:r>
              <a:rPr b="0" lang="en-GB" sz="1800" spc="-21" strike="noStrike">
                <a:solidFill>
                  <a:srgbClr val="000000"/>
                </a:solidFill>
                <a:latin typeface="Arial MT"/>
              </a:rPr>
              <a:t> </a:t>
            </a:r>
            <a:r>
              <a:rPr b="0" lang="en-GB" sz="1800" spc="-1" strike="noStrike">
                <a:solidFill>
                  <a:srgbClr val="000000"/>
                </a:solidFill>
                <a:latin typeface="Arial MT"/>
              </a:rPr>
              <a:t>as</a:t>
            </a:r>
            <a:r>
              <a:rPr b="0" lang="en-GB" sz="1800" spc="-21" strike="noStrike">
                <a:solidFill>
                  <a:srgbClr val="000000"/>
                </a:solidFill>
                <a:latin typeface="Arial MT"/>
              </a:rPr>
              <a:t> </a:t>
            </a:r>
            <a:r>
              <a:rPr b="0" lang="en-GB" sz="1800" spc="-12" strike="noStrike">
                <a:solidFill>
                  <a:srgbClr val="000000"/>
                </a:solidFill>
                <a:latin typeface="Arial MT"/>
              </a:rPr>
              <a:t>Kaggle. </a:t>
            </a:r>
            <a:r>
              <a:rPr b="0" lang="en-GB" sz="1800" spc="-1" strike="noStrike">
                <a:solidFill>
                  <a:srgbClr val="000000"/>
                </a:solidFill>
                <a:latin typeface="Arial MT"/>
              </a:rPr>
              <a:t>Furthermore,</a:t>
            </a:r>
            <a:r>
              <a:rPr b="0" lang="en-GB" sz="1800" spc="-26" strike="noStrike">
                <a:solidFill>
                  <a:srgbClr val="000000"/>
                </a:solidFill>
                <a:latin typeface="Arial MT"/>
              </a:rPr>
              <a:t> </a:t>
            </a:r>
            <a:r>
              <a:rPr b="0" lang="en-GB" sz="1800" spc="-1" strike="noStrike">
                <a:solidFill>
                  <a:srgbClr val="000000"/>
                </a:solidFill>
                <a:latin typeface="Arial MT"/>
              </a:rPr>
              <a:t>they</a:t>
            </a:r>
            <a:r>
              <a:rPr b="0" lang="en-GB" sz="1800" spc="-26" strike="noStrike">
                <a:solidFill>
                  <a:srgbClr val="000000"/>
                </a:solidFill>
                <a:latin typeface="Arial MT"/>
              </a:rPr>
              <a:t> </a:t>
            </a:r>
            <a:r>
              <a:rPr b="0" lang="en-GB" sz="1800" spc="-1" strike="noStrike">
                <a:solidFill>
                  <a:srgbClr val="000000"/>
                </a:solidFill>
                <a:latin typeface="Arial MT"/>
              </a:rPr>
              <a:t>have</a:t>
            </a:r>
            <a:r>
              <a:rPr b="0" lang="en-GB" sz="1800" spc="-26" strike="noStrike">
                <a:solidFill>
                  <a:srgbClr val="000000"/>
                </a:solidFill>
                <a:latin typeface="Arial MT"/>
              </a:rPr>
              <a:t> </a:t>
            </a:r>
            <a:r>
              <a:rPr b="0" lang="en-GB" sz="1800" spc="-1" strike="noStrike">
                <a:solidFill>
                  <a:srgbClr val="000000"/>
                </a:solidFill>
                <a:latin typeface="Arial MT"/>
              </a:rPr>
              <a:t>many</a:t>
            </a:r>
            <a:r>
              <a:rPr b="0" lang="en-GB" sz="1800" spc="-26" strike="noStrike">
                <a:solidFill>
                  <a:srgbClr val="000000"/>
                </a:solidFill>
                <a:latin typeface="Arial MT"/>
              </a:rPr>
              <a:t> </a:t>
            </a:r>
            <a:r>
              <a:rPr b="0" lang="en-GB" sz="1800" spc="-1" strike="noStrike">
                <a:solidFill>
                  <a:srgbClr val="000000"/>
                </a:solidFill>
                <a:latin typeface="Arial MT"/>
              </a:rPr>
              <a:t>use</a:t>
            </a:r>
            <a:r>
              <a:rPr b="0" lang="en-GB" sz="1800" spc="-21" strike="noStrike">
                <a:solidFill>
                  <a:srgbClr val="000000"/>
                </a:solidFill>
                <a:latin typeface="Arial MT"/>
              </a:rPr>
              <a:t> </a:t>
            </a:r>
            <a:r>
              <a:rPr b="0" lang="en-GB" sz="1800" spc="-1" strike="noStrike">
                <a:solidFill>
                  <a:srgbClr val="000000"/>
                </a:solidFill>
                <a:latin typeface="Arial MT"/>
              </a:rPr>
              <a:t>cases</a:t>
            </a:r>
            <a:r>
              <a:rPr b="0" lang="en-GB" sz="1800" spc="-26" strike="noStrike">
                <a:solidFill>
                  <a:srgbClr val="000000"/>
                </a:solidFill>
                <a:latin typeface="Arial MT"/>
              </a:rPr>
              <a:t> </a:t>
            </a:r>
            <a:r>
              <a:rPr b="0" lang="en-GB" sz="1800" spc="-1" strike="noStrike">
                <a:solidFill>
                  <a:srgbClr val="000000"/>
                </a:solidFill>
                <a:latin typeface="Arial MT"/>
              </a:rPr>
              <a:t>outside</a:t>
            </a:r>
            <a:r>
              <a:rPr b="0" lang="en-GB" sz="1800" spc="-26" strike="noStrike">
                <a:solidFill>
                  <a:srgbClr val="000000"/>
                </a:solidFill>
                <a:latin typeface="Arial MT"/>
              </a:rPr>
              <a:t> </a:t>
            </a:r>
            <a:r>
              <a:rPr b="0" lang="en-GB" sz="1800" spc="-1" strike="noStrike">
                <a:solidFill>
                  <a:srgbClr val="000000"/>
                </a:solidFill>
                <a:latin typeface="Arial MT"/>
              </a:rPr>
              <a:t>of</a:t>
            </a:r>
            <a:r>
              <a:rPr b="0" lang="en-GB" sz="1800" spc="-26" strike="noStrike">
                <a:solidFill>
                  <a:srgbClr val="000000"/>
                </a:solidFill>
                <a:latin typeface="Arial MT"/>
              </a:rPr>
              <a:t> </a:t>
            </a:r>
            <a:r>
              <a:rPr b="0" lang="en-GB" sz="1800" spc="-1" strike="noStrike">
                <a:solidFill>
                  <a:srgbClr val="000000"/>
                </a:solidFill>
                <a:latin typeface="Arial MT"/>
              </a:rPr>
              <a:t>machine</a:t>
            </a:r>
            <a:r>
              <a:rPr b="0" lang="en-GB" sz="1800" spc="-26" strike="noStrike">
                <a:solidFill>
                  <a:srgbClr val="000000"/>
                </a:solidFill>
                <a:latin typeface="Arial MT"/>
              </a:rPr>
              <a:t> </a:t>
            </a:r>
            <a:r>
              <a:rPr b="0" lang="en-GB" sz="1800" spc="-1" strike="noStrike">
                <a:solidFill>
                  <a:srgbClr val="000000"/>
                </a:solidFill>
                <a:latin typeface="Arial MT"/>
              </a:rPr>
              <a:t>learning</a:t>
            </a:r>
            <a:r>
              <a:rPr b="0" lang="en-GB" sz="1800" spc="-21" strike="noStrike">
                <a:solidFill>
                  <a:srgbClr val="000000"/>
                </a:solidFill>
                <a:latin typeface="Arial MT"/>
              </a:rPr>
              <a:t> </a:t>
            </a:r>
            <a:r>
              <a:rPr b="0" lang="en-GB" sz="1800" spc="-1" strike="noStrike">
                <a:solidFill>
                  <a:srgbClr val="000000"/>
                </a:solidFill>
                <a:latin typeface="Arial MT"/>
              </a:rPr>
              <a:t>for</a:t>
            </a:r>
            <a:r>
              <a:rPr b="0" lang="en-GB" sz="1800" spc="-26" strike="noStrike">
                <a:solidFill>
                  <a:srgbClr val="000000"/>
                </a:solidFill>
                <a:latin typeface="Arial MT"/>
              </a:rPr>
              <a:t> </a:t>
            </a:r>
            <a:r>
              <a:rPr b="0" lang="en-GB" sz="1800" spc="-1" strike="noStrike">
                <a:solidFill>
                  <a:srgbClr val="000000"/>
                </a:solidFill>
                <a:latin typeface="Arial MT"/>
              </a:rPr>
              <a:t>solving</a:t>
            </a:r>
            <a:r>
              <a:rPr b="0" lang="en-GB" sz="1800" spc="-26" strike="noStrike">
                <a:solidFill>
                  <a:srgbClr val="000000"/>
                </a:solidFill>
                <a:latin typeface="Arial MT"/>
              </a:rPr>
              <a:t> </a:t>
            </a:r>
            <a:r>
              <a:rPr b="0" lang="en-GB" sz="1800" spc="-1" strike="noStrike">
                <a:solidFill>
                  <a:srgbClr val="000000"/>
                </a:solidFill>
                <a:latin typeface="Arial MT"/>
              </a:rPr>
              <a:t>problems,</a:t>
            </a:r>
            <a:r>
              <a:rPr b="0" lang="en-GB" sz="1800" spc="-26" strike="noStrike">
                <a:solidFill>
                  <a:srgbClr val="000000"/>
                </a:solidFill>
                <a:latin typeface="Arial MT"/>
              </a:rPr>
              <a:t> </a:t>
            </a:r>
            <a:r>
              <a:rPr b="0" lang="en-GB" sz="1800" spc="-1" strike="noStrike">
                <a:solidFill>
                  <a:srgbClr val="000000"/>
                </a:solidFill>
                <a:latin typeface="Arial MT"/>
              </a:rPr>
              <a:t>both</a:t>
            </a:r>
            <a:r>
              <a:rPr b="0" lang="en-GB" sz="1800" spc="-21" strike="noStrike">
                <a:solidFill>
                  <a:srgbClr val="000000"/>
                </a:solidFill>
                <a:latin typeface="Arial MT"/>
              </a:rPr>
              <a:t> </a:t>
            </a:r>
            <a:r>
              <a:rPr b="0" lang="en-GB" sz="1800" spc="-12" strike="noStrike">
                <a:solidFill>
                  <a:srgbClr val="000000"/>
                </a:solidFill>
                <a:latin typeface="Arial MT"/>
              </a:rPr>
              <a:t>simple </a:t>
            </a:r>
            <a:r>
              <a:rPr b="0" lang="en-GB" sz="1800" spc="-1" strike="noStrike">
                <a:solidFill>
                  <a:srgbClr val="000000"/>
                </a:solidFill>
                <a:latin typeface="Arial MT"/>
              </a:rPr>
              <a:t>and</a:t>
            </a:r>
            <a:r>
              <a:rPr b="0" lang="en-GB" sz="1800" spc="-15" strike="noStrike">
                <a:solidFill>
                  <a:srgbClr val="000000"/>
                </a:solidFill>
                <a:latin typeface="Arial MT"/>
              </a:rPr>
              <a:t> </a:t>
            </a:r>
            <a:r>
              <a:rPr b="0" lang="en-GB" sz="1800" spc="-12" strike="noStrike">
                <a:solidFill>
                  <a:srgbClr val="000000"/>
                </a:solidFill>
                <a:latin typeface="Arial MT"/>
              </a:rPr>
              <a:t>complex.</a:t>
            </a:r>
            <a:endParaRPr b="0" lang="en-GB" sz="1800" spc="-1" strike="noStrike">
              <a:solidFill>
                <a:srgbClr val="000000"/>
              </a:solidFill>
              <a:latin typeface="Arial"/>
            </a:endParaRPr>
          </a:p>
          <a:p>
            <a:pPr marL="92880">
              <a:lnSpc>
                <a:spcPct val="100000"/>
              </a:lnSpc>
            </a:pPr>
            <a:r>
              <a:rPr b="0" lang="en-GB" sz="1800" spc="-1" strike="noStrike">
                <a:solidFill>
                  <a:srgbClr val="000000"/>
                </a:solidFill>
                <a:latin typeface="Arial MT"/>
              </a:rPr>
              <a:t>Building</a:t>
            </a:r>
            <a:r>
              <a:rPr b="0" lang="en-GB" sz="1800" spc="-26" strike="noStrike">
                <a:solidFill>
                  <a:srgbClr val="000000"/>
                </a:solidFill>
                <a:latin typeface="Arial MT"/>
              </a:rPr>
              <a:t> </a:t>
            </a:r>
            <a:r>
              <a:rPr b="0" lang="en-GB" sz="1800" spc="-1" strike="noStrike">
                <a:solidFill>
                  <a:srgbClr val="000000"/>
                </a:solidFill>
                <a:latin typeface="Arial MT"/>
              </a:rPr>
              <a:t>a</a:t>
            </a:r>
            <a:r>
              <a:rPr b="0" lang="en-GB" sz="1800" spc="-21" strike="noStrike">
                <a:solidFill>
                  <a:srgbClr val="000000"/>
                </a:solidFill>
                <a:latin typeface="Arial MT"/>
              </a:rPr>
              <a:t> </a:t>
            </a:r>
            <a:r>
              <a:rPr b="0" lang="en-GB" sz="1800" spc="-1" strike="noStrike">
                <a:solidFill>
                  <a:srgbClr val="000000"/>
                </a:solidFill>
                <a:latin typeface="Arial MT"/>
              </a:rPr>
              <a:t>tree</a:t>
            </a:r>
            <a:r>
              <a:rPr b="0" lang="en-GB" sz="1800" spc="-26" strike="noStrike">
                <a:solidFill>
                  <a:srgbClr val="000000"/>
                </a:solidFill>
                <a:latin typeface="Arial MT"/>
              </a:rPr>
              <a:t> </a:t>
            </a:r>
            <a:r>
              <a:rPr b="0" lang="en-GB" sz="1800" spc="-1" strike="noStrike">
                <a:solidFill>
                  <a:srgbClr val="000000"/>
                </a:solidFill>
                <a:latin typeface="Arial MT"/>
              </a:rPr>
              <a:t>is</a:t>
            </a:r>
            <a:r>
              <a:rPr b="0" lang="en-GB" sz="1800" spc="-21" strike="noStrike">
                <a:solidFill>
                  <a:srgbClr val="000000"/>
                </a:solidFill>
                <a:latin typeface="Arial MT"/>
              </a:rPr>
              <a:t> </a:t>
            </a:r>
            <a:r>
              <a:rPr b="0" lang="en-GB" sz="1800" spc="-1" strike="noStrike">
                <a:solidFill>
                  <a:srgbClr val="000000"/>
                </a:solidFill>
                <a:latin typeface="Arial MT"/>
              </a:rPr>
              <a:t>an</a:t>
            </a:r>
            <a:r>
              <a:rPr b="0" lang="en-GB" sz="1800" spc="-26" strike="noStrike">
                <a:solidFill>
                  <a:srgbClr val="000000"/>
                </a:solidFill>
                <a:latin typeface="Arial MT"/>
              </a:rPr>
              <a:t> </a:t>
            </a:r>
            <a:r>
              <a:rPr b="0" lang="en-GB" sz="1800" spc="-1" strike="noStrike">
                <a:solidFill>
                  <a:srgbClr val="000000"/>
                </a:solidFill>
                <a:latin typeface="Arial MT"/>
              </a:rPr>
              <a:t>approach</a:t>
            </a:r>
            <a:r>
              <a:rPr b="0" lang="en-GB" sz="1800" spc="-21" strike="noStrike">
                <a:solidFill>
                  <a:srgbClr val="000000"/>
                </a:solidFill>
                <a:latin typeface="Arial MT"/>
              </a:rPr>
              <a:t> </a:t>
            </a:r>
            <a:r>
              <a:rPr b="0" lang="en-GB" sz="1800" spc="-1" strike="noStrike">
                <a:solidFill>
                  <a:srgbClr val="000000"/>
                </a:solidFill>
                <a:latin typeface="Arial MT"/>
              </a:rPr>
              <a:t>to</a:t>
            </a:r>
            <a:r>
              <a:rPr b="0" lang="en-GB" sz="1800" spc="-26" strike="noStrike">
                <a:solidFill>
                  <a:srgbClr val="000000"/>
                </a:solidFill>
                <a:latin typeface="Arial MT"/>
              </a:rPr>
              <a:t> </a:t>
            </a:r>
            <a:r>
              <a:rPr b="0" lang="en-GB" sz="1800" spc="-12" strike="noStrike">
                <a:solidFill>
                  <a:srgbClr val="000000"/>
                </a:solidFill>
                <a:latin typeface="Arial MT"/>
              </a:rPr>
              <a:t>decision-</a:t>
            </a:r>
            <a:r>
              <a:rPr b="0" lang="en-GB" sz="1800" spc="-1" strike="noStrike">
                <a:solidFill>
                  <a:srgbClr val="000000"/>
                </a:solidFill>
                <a:latin typeface="Arial MT"/>
              </a:rPr>
              <a:t>making</a:t>
            </a:r>
            <a:r>
              <a:rPr b="0" lang="en-GB" sz="1800" spc="-21" strike="noStrike">
                <a:solidFill>
                  <a:srgbClr val="000000"/>
                </a:solidFill>
                <a:latin typeface="Arial MT"/>
              </a:rPr>
              <a:t> </a:t>
            </a:r>
            <a:r>
              <a:rPr b="0" lang="en-GB" sz="1800" spc="-1" strike="noStrike">
                <a:solidFill>
                  <a:srgbClr val="000000"/>
                </a:solidFill>
                <a:latin typeface="Arial MT"/>
              </a:rPr>
              <a:t>used</a:t>
            </a:r>
            <a:r>
              <a:rPr b="0" lang="en-GB" sz="1800" spc="-21" strike="noStrike">
                <a:solidFill>
                  <a:srgbClr val="000000"/>
                </a:solidFill>
                <a:latin typeface="Arial MT"/>
              </a:rPr>
              <a:t> </a:t>
            </a:r>
            <a:r>
              <a:rPr b="0" lang="en-GB" sz="1800" spc="-1" strike="noStrike">
                <a:solidFill>
                  <a:srgbClr val="000000"/>
                </a:solidFill>
                <a:latin typeface="Arial MT"/>
              </a:rPr>
              <a:t>in</a:t>
            </a:r>
            <a:r>
              <a:rPr b="0" lang="en-GB" sz="1800" spc="-26" strike="noStrike">
                <a:solidFill>
                  <a:srgbClr val="000000"/>
                </a:solidFill>
                <a:latin typeface="Arial MT"/>
              </a:rPr>
              <a:t> </a:t>
            </a:r>
            <a:r>
              <a:rPr b="0" lang="en-GB" sz="1800" spc="-1" strike="noStrike">
                <a:solidFill>
                  <a:srgbClr val="000000"/>
                </a:solidFill>
                <a:latin typeface="Arial MT"/>
              </a:rPr>
              <a:t>almost</a:t>
            </a:r>
            <a:r>
              <a:rPr b="0" lang="en-GB" sz="1800" spc="-21" strike="noStrike">
                <a:solidFill>
                  <a:srgbClr val="000000"/>
                </a:solidFill>
                <a:latin typeface="Arial MT"/>
              </a:rPr>
              <a:t> </a:t>
            </a:r>
            <a:r>
              <a:rPr b="0" lang="en-GB" sz="1800" spc="-1" strike="noStrike">
                <a:solidFill>
                  <a:srgbClr val="000000"/>
                </a:solidFill>
                <a:latin typeface="Arial MT"/>
              </a:rPr>
              <a:t>all</a:t>
            </a:r>
            <a:r>
              <a:rPr b="0" lang="en-GB" sz="1800" spc="-26" strike="noStrike">
                <a:solidFill>
                  <a:srgbClr val="000000"/>
                </a:solidFill>
                <a:latin typeface="Arial MT"/>
              </a:rPr>
              <a:t> </a:t>
            </a:r>
            <a:r>
              <a:rPr b="0" lang="en-GB" sz="1800" spc="-1" strike="noStrike">
                <a:solidFill>
                  <a:srgbClr val="000000"/>
                </a:solidFill>
                <a:latin typeface="Arial MT"/>
              </a:rPr>
              <a:t>industries.</a:t>
            </a:r>
            <a:r>
              <a:rPr b="0" lang="en-GB" sz="1800" spc="-55" strike="noStrike">
                <a:solidFill>
                  <a:srgbClr val="000000"/>
                </a:solidFill>
                <a:latin typeface="Arial MT"/>
              </a:rPr>
              <a:t> </a:t>
            </a:r>
            <a:r>
              <a:rPr b="0" lang="en-GB" sz="1800" spc="-1" strike="noStrike">
                <a:solidFill>
                  <a:srgbClr val="000000"/>
                </a:solidFill>
                <a:latin typeface="Arial MT"/>
              </a:rPr>
              <a:t>Trees</a:t>
            </a:r>
            <a:r>
              <a:rPr b="0" lang="en-GB" sz="1800" spc="-21" strike="noStrike">
                <a:solidFill>
                  <a:srgbClr val="000000"/>
                </a:solidFill>
                <a:latin typeface="Arial MT"/>
              </a:rPr>
              <a:t> </a:t>
            </a:r>
            <a:r>
              <a:rPr b="0" lang="en-GB" sz="1800" spc="-1" strike="noStrike">
                <a:solidFill>
                  <a:srgbClr val="000000"/>
                </a:solidFill>
                <a:latin typeface="Arial MT"/>
              </a:rPr>
              <a:t>can</a:t>
            </a:r>
            <a:r>
              <a:rPr b="0" lang="en-GB" sz="1800" spc="-26" strike="noStrike">
                <a:solidFill>
                  <a:srgbClr val="000000"/>
                </a:solidFill>
                <a:latin typeface="Arial MT"/>
              </a:rPr>
              <a:t> </a:t>
            </a:r>
            <a:r>
              <a:rPr b="0" lang="en-GB" sz="1800" spc="-1" strike="noStrike">
                <a:solidFill>
                  <a:srgbClr val="000000"/>
                </a:solidFill>
                <a:latin typeface="Arial MT"/>
              </a:rPr>
              <a:t>be</a:t>
            </a:r>
            <a:r>
              <a:rPr b="0" lang="en-GB" sz="1800" spc="-21" strike="noStrike">
                <a:solidFill>
                  <a:srgbClr val="000000"/>
                </a:solidFill>
                <a:latin typeface="Arial MT"/>
              </a:rPr>
              <a:t> </a:t>
            </a:r>
            <a:r>
              <a:rPr b="0" lang="en-GB" sz="1800" spc="-1" strike="noStrike">
                <a:solidFill>
                  <a:srgbClr val="000000"/>
                </a:solidFill>
                <a:latin typeface="Arial MT"/>
              </a:rPr>
              <a:t>used</a:t>
            </a:r>
            <a:r>
              <a:rPr b="0" lang="en-GB" sz="1800" spc="-26" strike="noStrike">
                <a:solidFill>
                  <a:srgbClr val="000000"/>
                </a:solidFill>
                <a:latin typeface="Arial MT"/>
              </a:rPr>
              <a:t> to </a:t>
            </a:r>
            <a:r>
              <a:rPr b="0" lang="en-GB" sz="1800" spc="-1" strike="noStrike">
                <a:solidFill>
                  <a:srgbClr val="000000"/>
                </a:solidFill>
                <a:latin typeface="Arial MT"/>
              </a:rPr>
              <a:t>solve</a:t>
            </a:r>
            <a:r>
              <a:rPr b="0" lang="en-GB" sz="1800" spc="-21" strike="noStrike">
                <a:solidFill>
                  <a:srgbClr val="000000"/>
                </a:solidFill>
                <a:latin typeface="Arial MT"/>
              </a:rPr>
              <a:t> </a:t>
            </a:r>
            <a:r>
              <a:rPr b="0" lang="en-GB" sz="1800" spc="-1" strike="noStrike">
                <a:solidFill>
                  <a:srgbClr val="000000"/>
                </a:solidFill>
                <a:latin typeface="Arial MT"/>
              </a:rPr>
              <a:t>both</a:t>
            </a:r>
            <a:r>
              <a:rPr b="0" lang="en-GB" sz="1800" spc="-15" strike="noStrike">
                <a:solidFill>
                  <a:srgbClr val="000000"/>
                </a:solidFill>
                <a:latin typeface="Arial MT"/>
              </a:rPr>
              <a:t> </a:t>
            </a:r>
            <a:r>
              <a:rPr b="0" lang="en-GB" sz="1800" spc="-1" strike="noStrike">
                <a:solidFill>
                  <a:srgbClr val="000000"/>
                </a:solidFill>
                <a:latin typeface="Arial MT"/>
              </a:rPr>
              <a:t>classification-</a:t>
            </a:r>
            <a:r>
              <a:rPr b="0" lang="en-GB" sz="1800" spc="-15" strike="noStrike">
                <a:solidFill>
                  <a:srgbClr val="000000"/>
                </a:solidFill>
                <a:latin typeface="Arial MT"/>
              </a:rPr>
              <a:t> </a:t>
            </a:r>
            <a:r>
              <a:rPr b="0" lang="en-GB" sz="1800" spc="-1" strike="noStrike">
                <a:solidFill>
                  <a:srgbClr val="000000"/>
                </a:solidFill>
                <a:latin typeface="Arial MT"/>
              </a:rPr>
              <a:t>and</a:t>
            </a:r>
            <a:r>
              <a:rPr b="0" lang="en-GB" sz="1800" spc="-15" strike="noStrike">
                <a:solidFill>
                  <a:srgbClr val="000000"/>
                </a:solidFill>
                <a:latin typeface="Arial MT"/>
              </a:rPr>
              <a:t> </a:t>
            </a:r>
            <a:r>
              <a:rPr b="0" lang="en-GB" sz="1800" spc="-12" strike="noStrike">
                <a:solidFill>
                  <a:srgbClr val="000000"/>
                </a:solidFill>
                <a:latin typeface="Arial MT"/>
              </a:rPr>
              <a:t>regression-</a:t>
            </a:r>
            <a:r>
              <a:rPr b="0" lang="en-GB" sz="1800" spc="-1" strike="noStrike">
                <a:solidFill>
                  <a:srgbClr val="000000"/>
                </a:solidFill>
                <a:latin typeface="Arial MT"/>
              </a:rPr>
              <a:t>based</a:t>
            </a:r>
            <a:r>
              <a:rPr b="0" lang="en-GB" sz="1800" spc="-21" strike="noStrike">
                <a:solidFill>
                  <a:srgbClr val="000000"/>
                </a:solidFill>
                <a:latin typeface="Arial MT"/>
              </a:rPr>
              <a:t> </a:t>
            </a:r>
            <a:r>
              <a:rPr b="0" lang="en-GB" sz="1800" spc="-1" strike="noStrike">
                <a:solidFill>
                  <a:srgbClr val="000000"/>
                </a:solidFill>
                <a:latin typeface="Arial MT"/>
              </a:rPr>
              <a:t>problems,</a:t>
            </a:r>
            <a:r>
              <a:rPr b="0" lang="en-GB" sz="1800" spc="-15" strike="noStrike">
                <a:solidFill>
                  <a:srgbClr val="000000"/>
                </a:solidFill>
                <a:latin typeface="Arial MT"/>
              </a:rPr>
              <a:t> </a:t>
            </a:r>
            <a:r>
              <a:rPr b="0" lang="en-GB" sz="1800" spc="-1" strike="noStrike">
                <a:solidFill>
                  <a:srgbClr val="000000"/>
                </a:solidFill>
                <a:latin typeface="Arial MT"/>
              </a:rPr>
              <a:t>and</a:t>
            </a:r>
            <a:r>
              <a:rPr b="0" lang="en-GB" sz="1800" spc="-15" strike="noStrike">
                <a:solidFill>
                  <a:srgbClr val="000000"/>
                </a:solidFill>
                <a:latin typeface="Arial MT"/>
              </a:rPr>
              <a:t> </a:t>
            </a:r>
            <a:r>
              <a:rPr b="0" lang="en-GB" sz="1800" spc="-1" strike="noStrike">
                <a:solidFill>
                  <a:srgbClr val="000000"/>
                </a:solidFill>
                <a:latin typeface="Arial MT"/>
              </a:rPr>
              <a:t>have</a:t>
            </a:r>
            <a:r>
              <a:rPr b="0" lang="en-GB" sz="1800" spc="-15" strike="noStrike">
                <a:solidFill>
                  <a:srgbClr val="000000"/>
                </a:solidFill>
                <a:latin typeface="Arial MT"/>
              </a:rPr>
              <a:t> </a:t>
            </a:r>
            <a:r>
              <a:rPr b="0" lang="en-GB" sz="1800" spc="-1" strike="noStrike">
                <a:solidFill>
                  <a:srgbClr val="000000"/>
                </a:solidFill>
                <a:latin typeface="Arial MT"/>
              </a:rPr>
              <a:t>several</a:t>
            </a:r>
            <a:r>
              <a:rPr b="0" lang="en-GB" sz="1800" spc="-21" strike="noStrike">
                <a:solidFill>
                  <a:srgbClr val="000000"/>
                </a:solidFill>
                <a:latin typeface="Arial MT"/>
              </a:rPr>
              <a:t> </a:t>
            </a:r>
            <a:r>
              <a:rPr b="0" lang="en-GB" sz="1800" spc="-1" strike="noStrike">
                <a:solidFill>
                  <a:srgbClr val="000000"/>
                </a:solidFill>
                <a:latin typeface="Arial MT"/>
              </a:rPr>
              <a:t>use</a:t>
            </a:r>
            <a:r>
              <a:rPr b="0" lang="en-GB" sz="1800" spc="-15" strike="noStrike">
                <a:solidFill>
                  <a:srgbClr val="000000"/>
                </a:solidFill>
                <a:latin typeface="Arial MT"/>
              </a:rPr>
              <a:t> </a:t>
            </a:r>
            <a:r>
              <a:rPr b="0" lang="en-GB" sz="1800" spc="-1" strike="noStrike">
                <a:solidFill>
                  <a:srgbClr val="000000"/>
                </a:solidFill>
                <a:latin typeface="Arial MT"/>
              </a:rPr>
              <a:t>cases</a:t>
            </a:r>
            <a:r>
              <a:rPr b="0" lang="en-GB" sz="1800" spc="-15" strike="noStrike">
                <a:solidFill>
                  <a:srgbClr val="000000"/>
                </a:solidFill>
                <a:latin typeface="Arial MT"/>
              </a:rPr>
              <a:t> </a:t>
            </a:r>
            <a:r>
              <a:rPr b="0" lang="en-GB" sz="1800" spc="-1" strike="noStrike">
                <a:solidFill>
                  <a:srgbClr val="000000"/>
                </a:solidFill>
                <a:latin typeface="Arial MT"/>
              </a:rPr>
              <a:t>that</a:t>
            </a:r>
            <a:r>
              <a:rPr b="0" lang="en-GB" sz="1800" spc="-15" strike="noStrike">
                <a:solidFill>
                  <a:srgbClr val="000000"/>
                </a:solidFill>
                <a:latin typeface="Arial MT"/>
              </a:rPr>
              <a:t> </a:t>
            </a:r>
            <a:r>
              <a:rPr b="0" lang="en-GB" sz="1800" spc="-1" strike="noStrike">
                <a:solidFill>
                  <a:srgbClr val="000000"/>
                </a:solidFill>
                <a:latin typeface="Arial MT"/>
              </a:rPr>
              <a:t>make</a:t>
            </a:r>
            <a:r>
              <a:rPr b="0" lang="en-GB" sz="1800" spc="-15" strike="noStrike">
                <a:solidFill>
                  <a:srgbClr val="000000"/>
                </a:solidFill>
                <a:latin typeface="Arial MT"/>
              </a:rPr>
              <a:t> </a:t>
            </a:r>
            <a:r>
              <a:rPr b="0" lang="en-GB" sz="1800" spc="-21" strike="noStrike">
                <a:solidFill>
                  <a:srgbClr val="000000"/>
                </a:solidFill>
                <a:latin typeface="Arial MT"/>
              </a:rPr>
              <a:t>them </a:t>
            </a:r>
            <a:r>
              <a:rPr b="0" lang="en-GB" sz="1800" spc="-1" strike="noStrike">
                <a:solidFill>
                  <a:srgbClr val="000000"/>
                </a:solidFill>
                <a:latin typeface="Arial MT"/>
              </a:rPr>
              <a:t>the</a:t>
            </a:r>
            <a:r>
              <a:rPr b="0" lang="en-GB" sz="1800" spc="-7" strike="noStrike">
                <a:solidFill>
                  <a:srgbClr val="000000"/>
                </a:solidFill>
                <a:latin typeface="Arial MT"/>
              </a:rPr>
              <a:t> </a:t>
            </a:r>
            <a:r>
              <a:rPr b="0" lang="en-GB" sz="1800" spc="-12" strike="noStrike">
                <a:solidFill>
                  <a:srgbClr val="000000"/>
                </a:solidFill>
                <a:latin typeface="Arial MT"/>
              </a:rPr>
              <a:t>go-</a:t>
            </a:r>
            <a:r>
              <a:rPr b="0" lang="en-GB" sz="1800" spc="-1" strike="noStrike">
                <a:solidFill>
                  <a:srgbClr val="000000"/>
                </a:solidFill>
                <a:latin typeface="Arial MT"/>
              </a:rPr>
              <a:t>to</a:t>
            </a:r>
            <a:r>
              <a:rPr b="0" lang="en-GB" sz="1800" spc="-7" strike="noStrike">
                <a:solidFill>
                  <a:srgbClr val="000000"/>
                </a:solidFill>
                <a:latin typeface="Arial MT"/>
              </a:rPr>
              <a:t> </a:t>
            </a:r>
            <a:r>
              <a:rPr b="0" lang="en-GB" sz="1800" spc="-12" strike="noStrike">
                <a:solidFill>
                  <a:srgbClr val="000000"/>
                </a:solidFill>
                <a:latin typeface="Arial MT"/>
              </a:rPr>
              <a:t>solution!</a:t>
            </a:r>
            <a:endParaRPr b="0" lang="en-GB" sz="1800" spc="-1" strike="noStrike">
              <a:solidFill>
                <a:srgbClr val="000000"/>
              </a:solidFill>
              <a:latin typeface="Arial"/>
            </a:endParaRPr>
          </a:p>
          <a:p>
            <a:pPr marL="92880">
              <a:lnSpc>
                <a:spcPct val="100000"/>
              </a:lnSpc>
            </a:pPr>
            <a:r>
              <a:rPr b="0" lang="en-GB" sz="1800" spc="-1" strike="noStrike">
                <a:solidFill>
                  <a:srgbClr val="000000"/>
                </a:solidFill>
                <a:latin typeface="Arial MT"/>
              </a:rPr>
              <a:t>We</a:t>
            </a:r>
            <a:r>
              <a:rPr b="0" lang="en-GB" sz="1800" spc="-41" strike="noStrike">
                <a:solidFill>
                  <a:srgbClr val="000000"/>
                </a:solidFill>
                <a:latin typeface="Arial MT"/>
              </a:rPr>
              <a:t> </a:t>
            </a:r>
            <a:r>
              <a:rPr b="0" lang="en-GB" sz="1800" spc="-1" strike="noStrike">
                <a:solidFill>
                  <a:srgbClr val="000000"/>
                </a:solidFill>
                <a:latin typeface="Arial MT"/>
              </a:rPr>
              <a:t>have</a:t>
            </a:r>
            <a:r>
              <a:rPr b="0" lang="en-GB" sz="1800" spc="-41" strike="noStrike">
                <a:solidFill>
                  <a:srgbClr val="000000"/>
                </a:solidFill>
                <a:latin typeface="Arial MT"/>
              </a:rPr>
              <a:t> </a:t>
            </a:r>
            <a:r>
              <a:rPr b="0" lang="en-GB" sz="1800" spc="-1" strike="noStrike">
                <a:solidFill>
                  <a:srgbClr val="000000"/>
                </a:solidFill>
                <a:latin typeface="Arial MT"/>
              </a:rPr>
              <a:t>both</a:t>
            </a:r>
            <a:r>
              <a:rPr b="0" lang="en-GB" sz="1800" spc="-41" strike="noStrike">
                <a:solidFill>
                  <a:srgbClr val="000000"/>
                </a:solidFill>
                <a:latin typeface="Arial MT"/>
              </a:rPr>
              <a:t> </a:t>
            </a:r>
            <a:r>
              <a:rPr b="0" lang="en-GB" sz="1800" spc="-1" strike="noStrike">
                <a:solidFill>
                  <a:srgbClr val="000000"/>
                </a:solidFill>
                <a:latin typeface="Arial MT"/>
              </a:rPr>
              <a:t>classification</a:t>
            </a:r>
            <a:r>
              <a:rPr b="0" lang="en-GB" sz="1800" spc="-35" strike="noStrike">
                <a:solidFill>
                  <a:srgbClr val="000000"/>
                </a:solidFill>
                <a:latin typeface="Arial MT"/>
              </a:rPr>
              <a:t> </a:t>
            </a:r>
            <a:r>
              <a:rPr b="0" lang="en-GB" sz="1800" spc="-1" strike="noStrike">
                <a:solidFill>
                  <a:srgbClr val="000000"/>
                </a:solidFill>
                <a:latin typeface="Arial MT"/>
              </a:rPr>
              <a:t>and</a:t>
            </a:r>
            <a:r>
              <a:rPr b="0" lang="en-GB" sz="1800" spc="-41" strike="noStrike">
                <a:solidFill>
                  <a:srgbClr val="000000"/>
                </a:solidFill>
                <a:latin typeface="Arial MT"/>
              </a:rPr>
              <a:t> </a:t>
            </a:r>
            <a:r>
              <a:rPr b="0" lang="en-GB" sz="1800" spc="-1" strike="noStrike">
                <a:solidFill>
                  <a:srgbClr val="000000"/>
                </a:solidFill>
                <a:latin typeface="Arial MT"/>
              </a:rPr>
              <a:t>regression</a:t>
            </a:r>
            <a:r>
              <a:rPr b="0" lang="en-GB" sz="1800" spc="-41" strike="noStrike">
                <a:solidFill>
                  <a:srgbClr val="000000"/>
                </a:solidFill>
                <a:latin typeface="Arial MT"/>
              </a:rPr>
              <a:t> </a:t>
            </a:r>
            <a:r>
              <a:rPr b="0" lang="en-GB" sz="1800" spc="-12" strike="noStrike">
                <a:solidFill>
                  <a:srgbClr val="000000"/>
                </a:solidFill>
                <a:latin typeface="Arial MT"/>
              </a:rPr>
              <a:t>trees</a:t>
            </a:r>
            <a:endParaRPr b="0" lang="en-GB" sz="1800" spc="-1" strike="noStrike">
              <a:solidFill>
                <a:srgbClr val="000000"/>
              </a:solidFill>
              <a:latin typeface="Arial"/>
            </a:endParaRPr>
          </a:p>
          <a:p>
            <a:pPr marL="92880">
              <a:lnSpc>
                <a:spcPct val="100000"/>
              </a:lnSpc>
              <a:spcBef>
                <a:spcPts val="91"/>
              </a:spcBef>
            </a:pPr>
            <a:endParaRPr b="0" lang="en-GB" sz="1800" spc="-1" strike="noStrike">
              <a:solidFill>
                <a:srgbClr val="000000"/>
              </a:solidFill>
              <a:latin typeface="Arial"/>
            </a:endParaRPr>
          </a:p>
          <a:p>
            <a:pPr marL="92880">
              <a:lnSpc>
                <a:spcPct val="100000"/>
              </a:lnSpc>
            </a:pPr>
            <a:r>
              <a:rPr b="1" lang="en-GB" sz="1800" spc="-1" strike="noStrike">
                <a:solidFill>
                  <a:srgbClr val="000000"/>
                </a:solidFill>
                <a:latin typeface="Arial"/>
              </a:rPr>
              <a:t>Classification</a:t>
            </a:r>
            <a:r>
              <a:rPr b="1" lang="en-GB" sz="1800" spc="-72" strike="noStrike">
                <a:solidFill>
                  <a:srgbClr val="000000"/>
                </a:solidFill>
                <a:latin typeface="Arial"/>
              </a:rPr>
              <a:t> </a:t>
            </a:r>
            <a:r>
              <a:rPr b="1" lang="en-GB" sz="1800" spc="-12" strike="noStrike">
                <a:solidFill>
                  <a:srgbClr val="000000"/>
                </a:solidFill>
                <a:latin typeface="Arial"/>
              </a:rPr>
              <a:t>Trees</a:t>
            </a:r>
            <a:endParaRPr b="0" lang="en-GB" sz="1800" spc="-1" strike="noStrike">
              <a:solidFill>
                <a:srgbClr val="000000"/>
              </a:solidFill>
              <a:latin typeface="Arial"/>
            </a:endParaRPr>
          </a:p>
          <a:p>
            <a:pPr marL="92880">
              <a:lnSpc>
                <a:spcPct val="100000"/>
              </a:lnSpc>
              <a:spcBef>
                <a:spcPts val="91"/>
              </a:spcBef>
            </a:pPr>
            <a:endParaRPr b="0" lang="en-GB" sz="1800" spc="-1" strike="noStrike">
              <a:solidFill>
                <a:srgbClr val="000000"/>
              </a:solidFill>
              <a:latin typeface="Arial"/>
            </a:endParaRPr>
          </a:p>
          <a:p>
            <a:pPr marL="92880" algn="just">
              <a:lnSpc>
                <a:spcPct val="100000"/>
              </a:lnSpc>
            </a:pPr>
            <a:r>
              <a:rPr b="0" lang="en-GB" sz="1800" spc="-1" strike="noStrike">
                <a:solidFill>
                  <a:srgbClr val="000000"/>
                </a:solidFill>
                <a:latin typeface="Arial MT"/>
              </a:rPr>
              <a:t>Classification</a:t>
            </a:r>
            <a:r>
              <a:rPr b="0" lang="en-GB" sz="1800" spc="-21" strike="noStrike">
                <a:solidFill>
                  <a:srgbClr val="000000"/>
                </a:solidFill>
                <a:latin typeface="Arial MT"/>
              </a:rPr>
              <a:t> </a:t>
            </a:r>
            <a:r>
              <a:rPr b="0" lang="en-GB" sz="1800" spc="-1" strike="noStrike">
                <a:solidFill>
                  <a:srgbClr val="000000"/>
                </a:solidFill>
                <a:latin typeface="Arial MT"/>
              </a:rPr>
              <a:t>trees</a:t>
            </a:r>
            <a:r>
              <a:rPr b="0" lang="en-GB" sz="1800" spc="-21" strike="noStrike">
                <a:solidFill>
                  <a:srgbClr val="000000"/>
                </a:solidFill>
                <a:latin typeface="Arial MT"/>
              </a:rPr>
              <a:t> </a:t>
            </a:r>
            <a:r>
              <a:rPr b="0" lang="en-GB" sz="1800" spc="-1" strike="noStrike">
                <a:solidFill>
                  <a:srgbClr val="000000"/>
                </a:solidFill>
                <a:latin typeface="Arial MT"/>
              </a:rPr>
              <a:t>are</a:t>
            </a:r>
            <a:r>
              <a:rPr b="0" lang="en-GB" sz="1800" spc="-21" strike="noStrike">
                <a:solidFill>
                  <a:srgbClr val="000000"/>
                </a:solidFill>
                <a:latin typeface="Arial MT"/>
              </a:rPr>
              <a:t> </a:t>
            </a:r>
            <a:r>
              <a:rPr b="0" lang="en-GB" sz="1800" spc="-1" strike="noStrike">
                <a:solidFill>
                  <a:srgbClr val="000000"/>
                </a:solidFill>
                <a:latin typeface="Arial MT"/>
              </a:rPr>
              <a:t>used</a:t>
            </a:r>
            <a:r>
              <a:rPr b="0" lang="en-GB" sz="1800" spc="-21" strike="noStrike">
                <a:solidFill>
                  <a:srgbClr val="000000"/>
                </a:solidFill>
                <a:latin typeface="Arial MT"/>
              </a:rPr>
              <a:t> </a:t>
            </a:r>
            <a:r>
              <a:rPr b="0" lang="en-GB" sz="1800" spc="-1" strike="noStrike">
                <a:solidFill>
                  <a:srgbClr val="000000"/>
                </a:solidFill>
                <a:latin typeface="Arial MT"/>
              </a:rPr>
              <a:t>to</a:t>
            </a:r>
            <a:r>
              <a:rPr b="0" lang="en-GB" sz="1800" spc="-21" strike="noStrike">
                <a:solidFill>
                  <a:srgbClr val="000000"/>
                </a:solidFill>
                <a:latin typeface="Arial MT"/>
              </a:rPr>
              <a:t> </a:t>
            </a:r>
            <a:r>
              <a:rPr b="0" lang="en-GB" sz="1800" spc="-1" strike="noStrike">
                <a:solidFill>
                  <a:srgbClr val="000000"/>
                </a:solidFill>
                <a:latin typeface="Arial MT"/>
              </a:rPr>
              <a:t>predict</a:t>
            </a:r>
            <a:r>
              <a:rPr b="0" lang="en-GB" sz="1800" spc="-21" strike="noStrike">
                <a:solidFill>
                  <a:srgbClr val="000000"/>
                </a:solidFill>
                <a:latin typeface="Arial MT"/>
              </a:rPr>
              <a:t> </a:t>
            </a:r>
            <a:r>
              <a:rPr b="0" lang="en-GB" sz="1800" spc="-1" strike="noStrike">
                <a:solidFill>
                  <a:srgbClr val="000000"/>
                </a:solidFill>
                <a:latin typeface="Arial MT"/>
              </a:rPr>
              <a:t>a</a:t>
            </a:r>
            <a:r>
              <a:rPr b="0" lang="en-GB" sz="1800" spc="-21" strike="noStrike">
                <a:solidFill>
                  <a:srgbClr val="000000"/>
                </a:solidFill>
                <a:latin typeface="Arial MT"/>
              </a:rPr>
              <a:t> </a:t>
            </a:r>
            <a:r>
              <a:rPr b="0" lang="en-GB" sz="1800" spc="-1" strike="noStrike">
                <a:solidFill>
                  <a:srgbClr val="000000"/>
                </a:solidFill>
                <a:latin typeface="Arial MT"/>
              </a:rPr>
              <a:t>category</a:t>
            </a:r>
            <a:r>
              <a:rPr b="0" lang="en-GB" sz="1800" spc="-21" strike="noStrike">
                <a:solidFill>
                  <a:srgbClr val="000000"/>
                </a:solidFill>
                <a:latin typeface="Arial MT"/>
              </a:rPr>
              <a:t> </a:t>
            </a:r>
            <a:r>
              <a:rPr b="0" lang="en-GB" sz="1800" spc="-1" strike="noStrike">
                <a:solidFill>
                  <a:srgbClr val="000000"/>
                </a:solidFill>
                <a:latin typeface="Arial MT"/>
              </a:rPr>
              <a:t>or</a:t>
            </a:r>
            <a:r>
              <a:rPr b="0" lang="en-GB" sz="1800" spc="-15" strike="noStrike">
                <a:solidFill>
                  <a:srgbClr val="000000"/>
                </a:solidFill>
                <a:latin typeface="Arial MT"/>
              </a:rPr>
              <a:t> </a:t>
            </a:r>
            <a:r>
              <a:rPr b="0" lang="en-GB" sz="1800" spc="-1" strike="noStrike">
                <a:solidFill>
                  <a:srgbClr val="000000"/>
                </a:solidFill>
                <a:latin typeface="Arial MT"/>
              </a:rPr>
              <a:t>class.</a:t>
            </a:r>
            <a:r>
              <a:rPr b="0" lang="en-GB" sz="1800" spc="-55" strike="noStrike">
                <a:solidFill>
                  <a:srgbClr val="000000"/>
                </a:solidFill>
                <a:latin typeface="Arial MT"/>
              </a:rPr>
              <a:t> </a:t>
            </a:r>
            <a:r>
              <a:rPr b="0" lang="en-GB" sz="1800" spc="-1" strike="noStrike">
                <a:solidFill>
                  <a:srgbClr val="000000"/>
                </a:solidFill>
                <a:latin typeface="Arial MT"/>
              </a:rPr>
              <a:t>This</a:t>
            </a:r>
            <a:r>
              <a:rPr b="0" lang="en-GB" sz="1800" spc="-21" strike="noStrike">
                <a:solidFill>
                  <a:srgbClr val="000000"/>
                </a:solidFill>
                <a:latin typeface="Arial MT"/>
              </a:rPr>
              <a:t> </a:t>
            </a:r>
            <a:r>
              <a:rPr b="0" lang="en-GB" sz="1800" spc="-1" strike="noStrike">
                <a:solidFill>
                  <a:srgbClr val="000000"/>
                </a:solidFill>
                <a:latin typeface="Arial MT"/>
              </a:rPr>
              <a:t>is</a:t>
            </a:r>
            <a:r>
              <a:rPr b="0" lang="en-GB" sz="1800" spc="-21" strike="noStrike">
                <a:solidFill>
                  <a:srgbClr val="000000"/>
                </a:solidFill>
                <a:latin typeface="Arial MT"/>
              </a:rPr>
              <a:t> </a:t>
            </a:r>
            <a:r>
              <a:rPr b="0" lang="en-GB" sz="1800" spc="-1" strike="noStrike">
                <a:solidFill>
                  <a:srgbClr val="000000"/>
                </a:solidFill>
                <a:latin typeface="Arial MT"/>
              </a:rPr>
              <a:t>similar</a:t>
            </a:r>
            <a:r>
              <a:rPr b="0" lang="en-GB" sz="1800" spc="-21" strike="noStrike">
                <a:solidFill>
                  <a:srgbClr val="000000"/>
                </a:solidFill>
                <a:latin typeface="Arial MT"/>
              </a:rPr>
              <a:t> </a:t>
            </a:r>
            <a:r>
              <a:rPr b="0" lang="en-GB" sz="1800" spc="-1" strike="noStrike">
                <a:solidFill>
                  <a:srgbClr val="000000"/>
                </a:solidFill>
                <a:latin typeface="Arial MT"/>
              </a:rPr>
              <a:t>to</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classification</a:t>
            </a:r>
            <a:r>
              <a:rPr b="0" lang="en-GB" sz="1800" spc="-15" strike="noStrike">
                <a:solidFill>
                  <a:srgbClr val="000000"/>
                </a:solidFill>
                <a:latin typeface="Arial MT"/>
              </a:rPr>
              <a:t> </a:t>
            </a:r>
            <a:r>
              <a:rPr b="0" lang="en-GB" sz="1800" spc="-12" strike="noStrike">
                <a:solidFill>
                  <a:srgbClr val="000000"/>
                </a:solidFill>
                <a:latin typeface="Arial MT"/>
              </a:rPr>
              <a:t>algorithms </a:t>
            </a:r>
            <a:r>
              <a:rPr b="0" lang="en-GB" sz="1800" spc="-1" strike="noStrike">
                <a:solidFill>
                  <a:srgbClr val="000000"/>
                </a:solidFill>
                <a:latin typeface="Arial MT"/>
              </a:rPr>
              <a:t>that</a:t>
            </a:r>
            <a:r>
              <a:rPr b="0" lang="en-GB" sz="1800" spc="-32" strike="noStrike">
                <a:solidFill>
                  <a:srgbClr val="000000"/>
                </a:solidFill>
                <a:latin typeface="Arial MT"/>
              </a:rPr>
              <a:t> </a:t>
            </a:r>
            <a:r>
              <a:rPr b="0" lang="en-GB" sz="1800" spc="-1" strike="noStrike">
                <a:solidFill>
                  <a:srgbClr val="000000"/>
                </a:solidFill>
                <a:latin typeface="Arial MT"/>
              </a:rPr>
              <a:t>you</a:t>
            </a:r>
            <a:r>
              <a:rPr b="0" lang="en-GB" sz="1800" spc="-15" strike="noStrike">
                <a:solidFill>
                  <a:srgbClr val="000000"/>
                </a:solidFill>
                <a:latin typeface="Arial MT"/>
              </a:rPr>
              <a:t> </a:t>
            </a:r>
            <a:r>
              <a:rPr b="0" lang="en-GB" sz="1800" spc="-1" strike="noStrike">
                <a:solidFill>
                  <a:srgbClr val="000000"/>
                </a:solidFill>
                <a:latin typeface="Arial MT"/>
              </a:rPr>
              <a:t>have</a:t>
            </a:r>
            <a:r>
              <a:rPr b="0" lang="en-GB" sz="1800" spc="-15" strike="noStrike">
                <a:solidFill>
                  <a:srgbClr val="000000"/>
                </a:solidFill>
                <a:latin typeface="Arial MT"/>
              </a:rPr>
              <a:t> </a:t>
            </a:r>
            <a:r>
              <a:rPr b="0" lang="en-GB" sz="1800" spc="-1" strike="noStrike">
                <a:solidFill>
                  <a:srgbClr val="000000"/>
                </a:solidFill>
                <a:latin typeface="Arial MT"/>
              </a:rPr>
              <a:t>learned</a:t>
            </a:r>
            <a:r>
              <a:rPr b="0" lang="en-GB" sz="1800" spc="-21" strike="noStrike">
                <a:solidFill>
                  <a:srgbClr val="000000"/>
                </a:solidFill>
                <a:latin typeface="Arial MT"/>
              </a:rPr>
              <a:t> </a:t>
            </a:r>
            <a:r>
              <a:rPr b="0" lang="en-GB" sz="1800" spc="-1" strike="noStrike">
                <a:solidFill>
                  <a:srgbClr val="000000"/>
                </a:solidFill>
                <a:latin typeface="Arial MT"/>
              </a:rPr>
              <a:t>about</a:t>
            </a:r>
            <a:r>
              <a:rPr b="0" lang="en-GB" sz="1800" spc="-15" strike="noStrike">
                <a:solidFill>
                  <a:srgbClr val="000000"/>
                </a:solidFill>
                <a:latin typeface="Arial MT"/>
              </a:rPr>
              <a:t> </a:t>
            </a:r>
            <a:r>
              <a:rPr b="0" lang="en-GB" sz="1800" spc="-12" strike="noStrike">
                <a:solidFill>
                  <a:srgbClr val="000000"/>
                </a:solidFill>
                <a:latin typeface="Arial MT"/>
              </a:rPr>
              <a:t>previously,</a:t>
            </a:r>
            <a:r>
              <a:rPr b="0" lang="en-GB" sz="1800" spc="-15" strike="noStrike">
                <a:solidFill>
                  <a:srgbClr val="000000"/>
                </a:solidFill>
                <a:latin typeface="Arial MT"/>
              </a:rPr>
              <a:t> </a:t>
            </a:r>
            <a:r>
              <a:rPr b="0" lang="en-GB" sz="1800" spc="-1" strike="noStrike">
                <a:solidFill>
                  <a:srgbClr val="000000"/>
                </a:solidFill>
                <a:latin typeface="Arial MT"/>
              </a:rPr>
              <a:t>such</a:t>
            </a:r>
            <a:r>
              <a:rPr b="0" lang="en-GB" sz="1800" spc="-15" strike="noStrike">
                <a:solidFill>
                  <a:srgbClr val="000000"/>
                </a:solidFill>
                <a:latin typeface="Arial MT"/>
              </a:rPr>
              <a:t> </a:t>
            </a:r>
            <a:r>
              <a:rPr b="0" lang="en-GB" sz="1800" spc="-1" strike="noStrike">
                <a:solidFill>
                  <a:srgbClr val="000000"/>
                </a:solidFill>
                <a:latin typeface="Arial MT"/>
              </a:rPr>
              <a:t>as</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2" strike="noStrike">
                <a:solidFill>
                  <a:srgbClr val="000000"/>
                </a:solidFill>
                <a:latin typeface="Arial MT"/>
              </a:rPr>
              <a:t>k-</a:t>
            </a:r>
            <a:r>
              <a:rPr b="0" lang="en-GB" sz="1800" spc="-1" strike="noStrike">
                <a:solidFill>
                  <a:srgbClr val="000000"/>
                </a:solidFill>
                <a:latin typeface="Arial MT"/>
              </a:rPr>
              <a:t>nearest</a:t>
            </a:r>
            <a:r>
              <a:rPr b="0" lang="en-GB" sz="1800" spc="-15" strike="noStrike">
                <a:solidFill>
                  <a:srgbClr val="000000"/>
                </a:solidFill>
                <a:latin typeface="Arial MT"/>
              </a:rPr>
              <a:t> </a:t>
            </a:r>
            <a:r>
              <a:rPr b="0" lang="en-GB" sz="1800" spc="-1" strike="noStrike">
                <a:solidFill>
                  <a:srgbClr val="000000"/>
                </a:solidFill>
                <a:latin typeface="Arial MT"/>
              </a:rPr>
              <a:t>neighbors</a:t>
            </a:r>
            <a:r>
              <a:rPr b="0" lang="en-GB" sz="1800" spc="-21" strike="noStrike">
                <a:solidFill>
                  <a:srgbClr val="000000"/>
                </a:solidFill>
                <a:latin typeface="Arial MT"/>
              </a:rPr>
              <a:t> </a:t>
            </a:r>
            <a:r>
              <a:rPr b="0" lang="en-GB" sz="1800" spc="-1" strike="noStrike">
                <a:solidFill>
                  <a:srgbClr val="000000"/>
                </a:solidFill>
                <a:latin typeface="Arial MT"/>
              </a:rPr>
              <a:t>algorithm</a:t>
            </a:r>
            <a:r>
              <a:rPr b="0" lang="en-GB" sz="1800" spc="-15" strike="noStrike">
                <a:solidFill>
                  <a:srgbClr val="000000"/>
                </a:solidFill>
                <a:latin typeface="Arial MT"/>
              </a:rPr>
              <a:t> </a:t>
            </a:r>
            <a:r>
              <a:rPr b="0" lang="en-GB" sz="1800" spc="-1" strike="noStrike">
                <a:solidFill>
                  <a:srgbClr val="000000"/>
                </a:solidFill>
                <a:latin typeface="Arial MT"/>
              </a:rPr>
              <a:t>or</a:t>
            </a:r>
            <a:r>
              <a:rPr b="0" lang="en-GB" sz="1800" spc="-15" strike="noStrike">
                <a:solidFill>
                  <a:srgbClr val="000000"/>
                </a:solidFill>
                <a:latin typeface="Arial MT"/>
              </a:rPr>
              <a:t> </a:t>
            </a:r>
            <a:r>
              <a:rPr b="0" lang="en-GB" sz="1800" spc="-1" strike="noStrike">
                <a:solidFill>
                  <a:srgbClr val="000000"/>
                </a:solidFill>
                <a:latin typeface="Arial MT"/>
              </a:rPr>
              <a:t>logistic</a:t>
            </a:r>
            <a:r>
              <a:rPr b="0" lang="en-GB" sz="1800" spc="-15" strike="noStrike">
                <a:solidFill>
                  <a:srgbClr val="000000"/>
                </a:solidFill>
                <a:latin typeface="Arial MT"/>
              </a:rPr>
              <a:t> </a:t>
            </a:r>
            <a:r>
              <a:rPr b="0" lang="en-GB" sz="1800" spc="-12" strike="noStrike">
                <a:solidFill>
                  <a:srgbClr val="000000"/>
                </a:solidFill>
                <a:latin typeface="Arial MT"/>
              </a:rPr>
              <a:t>regression. </a:t>
            </a:r>
            <a:r>
              <a:rPr b="0" lang="en-GB" sz="1800" spc="-1" strike="noStrike">
                <a:solidFill>
                  <a:srgbClr val="000000"/>
                </a:solidFill>
                <a:latin typeface="Arial MT"/>
              </a:rPr>
              <a:t>Broadly</a:t>
            </a:r>
            <a:r>
              <a:rPr b="0" lang="en-GB" sz="1800" spc="-26" strike="noStrike">
                <a:solidFill>
                  <a:srgbClr val="000000"/>
                </a:solidFill>
                <a:latin typeface="Arial MT"/>
              </a:rPr>
              <a:t> </a:t>
            </a:r>
            <a:r>
              <a:rPr b="0" lang="en-GB" sz="1800" spc="-1" strike="noStrike">
                <a:solidFill>
                  <a:srgbClr val="000000"/>
                </a:solidFill>
                <a:latin typeface="Arial MT"/>
              </a:rPr>
              <a:t>speaking,</a:t>
            </a:r>
            <a:r>
              <a:rPr b="0" lang="en-GB" sz="1800" spc="-26" strike="noStrike">
                <a:solidFill>
                  <a:srgbClr val="000000"/>
                </a:solidFill>
                <a:latin typeface="Arial MT"/>
              </a:rPr>
              <a:t> </a:t>
            </a:r>
            <a:r>
              <a:rPr b="0" lang="en-GB" sz="1800" spc="-1" strike="noStrike">
                <a:solidFill>
                  <a:srgbClr val="000000"/>
                </a:solidFill>
                <a:latin typeface="Arial MT"/>
              </a:rPr>
              <a:t>there</a:t>
            </a:r>
            <a:r>
              <a:rPr b="0" lang="en-GB" sz="1800" spc="-21" strike="noStrike">
                <a:solidFill>
                  <a:srgbClr val="000000"/>
                </a:solidFill>
                <a:latin typeface="Arial MT"/>
              </a:rPr>
              <a:t> </a:t>
            </a:r>
            <a:r>
              <a:rPr b="0" lang="en-GB" sz="1800" spc="-1" strike="noStrike">
                <a:solidFill>
                  <a:srgbClr val="000000"/>
                </a:solidFill>
                <a:latin typeface="Arial MT"/>
              </a:rPr>
              <a:t>are</a:t>
            </a:r>
            <a:r>
              <a:rPr b="0" lang="en-GB" sz="1800" spc="-26" strike="noStrike">
                <a:solidFill>
                  <a:srgbClr val="000000"/>
                </a:solidFill>
                <a:latin typeface="Arial MT"/>
              </a:rPr>
              <a:t> </a:t>
            </a:r>
            <a:r>
              <a:rPr b="0" lang="en-GB" sz="1800" spc="-1" strike="noStrike">
                <a:solidFill>
                  <a:srgbClr val="000000"/>
                </a:solidFill>
                <a:latin typeface="Arial MT"/>
              </a:rPr>
              <a:t>three</a:t>
            </a:r>
            <a:r>
              <a:rPr b="0" lang="en-GB" sz="1800" spc="-26" strike="noStrike">
                <a:solidFill>
                  <a:srgbClr val="000000"/>
                </a:solidFill>
                <a:latin typeface="Arial MT"/>
              </a:rPr>
              <a:t> </a:t>
            </a:r>
            <a:r>
              <a:rPr b="0" lang="en-GB" sz="1800" spc="-1" strike="noStrike">
                <a:solidFill>
                  <a:srgbClr val="000000"/>
                </a:solidFill>
                <a:latin typeface="Arial MT"/>
              </a:rPr>
              <a:t>tree</a:t>
            </a:r>
            <a:r>
              <a:rPr b="0" lang="en-GB" sz="1800" spc="-21" strike="noStrike">
                <a:solidFill>
                  <a:srgbClr val="000000"/>
                </a:solidFill>
                <a:latin typeface="Arial MT"/>
              </a:rPr>
              <a:t> </a:t>
            </a:r>
            <a:r>
              <a:rPr b="0" lang="en-GB" sz="1800" spc="-1" strike="noStrike">
                <a:solidFill>
                  <a:srgbClr val="000000"/>
                </a:solidFill>
                <a:latin typeface="Arial MT"/>
              </a:rPr>
              <a:t>based</a:t>
            </a:r>
            <a:r>
              <a:rPr b="0" lang="en-GB" sz="1800" spc="-26" strike="noStrike">
                <a:solidFill>
                  <a:srgbClr val="000000"/>
                </a:solidFill>
                <a:latin typeface="Arial MT"/>
              </a:rPr>
              <a:t> </a:t>
            </a:r>
            <a:r>
              <a:rPr b="0" lang="en-GB" sz="1800" spc="-1" strike="noStrike">
                <a:solidFill>
                  <a:srgbClr val="000000"/>
                </a:solidFill>
                <a:latin typeface="Arial MT"/>
              </a:rPr>
              <a:t>algorithms</a:t>
            </a:r>
            <a:r>
              <a:rPr b="0" lang="en-GB" sz="1800" spc="-26" strike="noStrike">
                <a:solidFill>
                  <a:srgbClr val="000000"/>
                </a:solidFill>
                <a:latin typeface="Arial MT"/>
              </a:rPr>
              <a:t> </a:t>
            </a:r>
            <a:r>
              <a:rPr b="0" lang="en-GB" sz="1800" spc="-1" strike="noStrike">
                <a:solidFill>
                  <a:srgbClr val="000000"/>
                </a:solidFill>
                <a:latin typeface="Arial MT"/>
              </a:rPr>
              <a:t>that</a:t>
            </a:r>
            <a:r>
              <a:rPr b="0" lang="en-GB" sz="1800" spc="-21" strike="noStrike">
                <a:solidFill>
                  <a:srgbClr val="000000"/>
                </a:solidFill>
                <a:latin typeface="Arial MT"/>
              </a:rPr>
              <a:t> </a:t>
            </a:r>
            <a:r>
              <a:rPr b="0" lang="en-GB" sz="1800" spc="-1" strike="noStrike">
                <a:solidFill>
                  <a:srgbClr val="000000"/>
                </a:solidFill>
                <a:latin typeface="Arial MT"/>
              </a:rPr>
              <a:t>are</a:t>
            </a:r>
            <a:r>
              <a:rPr b="0" lang="en-GB" sz="1800" spc="-26" strike="noStrike">
                <a:solidFill>
                  <a:srgbClr val="000000"/>
                </a:solidFill>
                <a:latin typeface="Arial MT"/>
              </a:rPr>
              <a:t> </a:t>
            </a:r>
            <a:r>
              <a:rPr b="0" lang="en-GB" sz="1800" spc="-1" strike="noStrike">
                <a:solidFill>
                  <a:srgbClr val="000000"/>
                </a:solidFill>
                <a:latin typeface="Arial MT"/>
              </a:rPr>
              <a:t>used</a:t>
            </a:r>
            <a:r>
              <a:rPr b="0" lang="en-GB" sz="1800" spc="-26" strike="noStrike">
                <a:solidFill>
                  <a:srgbClr val="000000"/>
                </a:solidFill>
                <a:latin typeface="Arial MT"/>
              </a:rPr>
              <a:t> </a:t>
            </a:r>
            <a:r>
              <a:rPr b="0" lang="en-GB" sz="1800" spc="-1" strike="noStrike">
                <a:solidFill>
                  <a:srgbClr val="000000"/>
                </a:solidFill>
                <a:latin typeface="Arial MT"/>
              </a:rPr>
              <a:t>to</a:t>
            </a:r>
            <a:r>
              <a:rPr b="0" lang="en-GB" sz="1800" spc="-21" strike="noStrike">
                <a:solidFill>
                  <a:srgbClr val="000000"/>
                </a:solidFill>
                <a:latin typeface="Arial MT"/>
              </a:rPr>
              <a:t> </a:t>
            </a:r>
            <a:r>
              <a:rPr b="0" lang="en-GB" sz="1800" spc="-1" strike="noStrike">
                <a:solidFill>
                  <a:srgbClr val="000000"/>
                </a:solidFill>
                <a:latin typeface="Arial MT"/>
              </a:rPr>
              <a:t>solve</a:t>
            </a:r>
            <a:r>
              <a:rPr b="0" lang="en-GB" sz="1800" spc="-26" strike="noStrike">
                <a:solidFill>
                  <a:srgbClr val="000000"/>
                </a:solidFill>
                <a:latin typeface="Arial MT"/>
              </a:rPr>
              <a:t> </a:t>
            </a:r>
            <a:r>
              <a:rPr b="0" lang="en-GB" sz="1800" spc="-1" strike="noStrike">
                <a:solidFill>
                  <a:srgbClr val="000000"/>
                </a:solidFill>
                <a:latin typeface="Arial MT"/>
              </a:rPr>
              <a:t>classification</a:t>
            </a:r>
            <a:r>
              <a:rPr b="0" lang="en-GB" sz="1800" spc="-21" strike="noStrike">
                <a:solidFill>
                  <a:srgbClr val="000000"/>
                </a:solidFill>
                <a:latin typeface="Arial MT"/>
              </a:rPr>
              <a:t> </a:t>
            </a:r>
            <a:r>
              <a:rPr b="0" lang="en-GB" sz="1800" spc="-12" strike="noStrike">
                <a:solidFill>
                  <a:srgbClr val="000000"/>
                </a:solidFill>
                <a:latin typeface="Arial MT"/>
              </a:rPr>
              <a:t>problems:</a:t>
            </a:r>
            <a:endParaRPr b="0" lang="en-GB" sz="1800" spc="-1" strike="noStrike">
              <a:solidFill>
                <a:srgbClr val="000000"/>
              </a:solidFill>
              <a:latin typeface="Arial"/>
            </a:endParaRPr>
          </a:p>
          <a:p>
            <a:pPr marL="92880">
              <a:lnSpc>
                <a:spcPct val="100000"/>
              </a:lnSpc>
              <a:spcBef>
                <a:spcPts val="91"/>
              </a:spcBef>
            </a:pPr>
            <a:endParaRPr b="0" lang="en-GB" sz="1800" spc="-1" strike="noStrike">
              <a:solidFill>
                <a:srgbClr val="000000"/>
              </a:solidFill>
              <a:latin typeface="Arial"/>
            </a:endParaRPr>
          </a:p>
          <a:p>
            <a:pPr marL="92880" indent="-88920">
              <a:lnSpc>
                <a:spcPct val="100000"/>
              </a:lnSpc>
              <a:buClr>
                <a:srgbClr val="000000"/>
              </a:buClr>
              <a:buSzPct val="94000"/>
              <a:buFont typeface="Symbol" charset="2"/>
              <a:buChar char=""/>
              <a:tabLst>
                <a:tab algn="l" pos="92880"/>
              </a:tabLst>
            </a:pP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decision</a:t>
            </a:r>
            <a:r>
              <a:rPr b="0" lang="en-GB" sz="1800" spc="-26" strike="noStrike">
                <a:solidFill>
                  <a:srgbClr val="000000"/>
                </a:solidFill>
                <a:latin typeface="Arial MT"/>
              </a:rPr>
              <a:t> </a:t>
            </a:r>
            <a:r>
              <a:rPr b="0" lang="en-GB" sz="1800" spc="-1" strike="noStrike">
                <a:solidFill>
                  <a:srgbClr val="000000"/>
                </a:solidFill>
                <a:latin typeface="Arial MT"/>
              </a:rPr>
              <a:t>tree</a:t>
            </a:r>
            <a:r>
              <a:rPr b="0" lang="en-GB" sz="1800" spc="-26" strike="noStrike">
                <a:solidFill>
                  <a:srgbClr val="000000"/>
                </a:solidFill>
                <a:latin typeface="Arial MT"/>
              </a:rPr>
              <a:t> </a:t>
            </a:r>
            <a:r>
              <a:rPr b="0" lang="en-GB" sz="1800" spc="-12" strike="noStrike">
                <a:solidFill>
                  <a:srgbClr val="000000"/>
                </a:solidFill>
                <a:latin typeface="Arial MT"/>
              </a:rPr>
              <a:t>classifier</a:t>
            </a:r>
            <a:endParaRPr b="0" lang="en-GB" sz="1800" spc="-1" strike="noStrike">
              <a:solidFill>
                <a:srgbClr val="000000"/>
              </a:solidFill>
              <a:latin typeface="Arial"/>
            </a:endParaRPr>
          </a:p>
          <a:p>
            <a:pPr marL="92880" indent="-88920">
              <a:lnSpc>
                <a:spcPct val="100000"/>
              </a:lnSpc>
              <a:buClr>
                <a:srgbClr val="000000"/>
              </a:buClr>
              <a:buSzPct val="94000"/>
              <a:buFont typeface="Symbol" charset="2"/>
              <a:buChar char=""/>
              <a:tabLst>
                <a:tab algn="l" pos="92880"/>
              </a:tabLst>
            </a:pP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random</a:t>
            </a:r>
            <a:r>
              <a:rPr b="0" lang="en-GB" sz="1800" spc="-15" strike="noStrike">
                <a:solidFill>
                  <a:srgbClr val="000000"/>
                </a:solidFill>
                <a:latin typeface="Arial MT"/>
              </a:rPr>
              <a:t> </a:t>
            </a:r>
            <a:r>
              <a:rPr b="0" lang="en-GB" sz="1800" spc="-1" strike="noStrike">
                <a:solidFill>
                  <a:srgbClr val="000000"/>
                </a:solidFill>
                <a:latin typeface="Arial MT"/>
              </a:rPr>
              <a:t>forest</a:t>
            </a:r>
            <a:r>
              <a:rPr b="0" lang="en-GB" sz="1800" spc="-15" strike="noStrike">
                <a:solidFill>
                  <a:srgbClr val="000000"/>
                </a:solidFill>
                <a:latin typeface="Arial MT"/>
              </a:rPr>
              <a:t> </a:t>
            </a:r>
            <a:r>
              <a:rPr b="0" lang="en-GB" sz="1800" spc="-12" strike="noStrike">
                <a:solidFill>
                  <a:srgbClr val="000000"/>
                </a:solidFill>
                <a:latin typeface="Arial MT"/>
              </a:rPr>
              <a:t>classifier</a:t>
            </a:r>
            <a:endParaRPr b="0" lang="en-GB" sz="1800" spc="-1" strike="noStrike">
              <a:solidFill>
                <a:srgbClr val="000000"/>
              </a:solidFill>
              <a:latin typeface="Arial"/>
            </a:endParaRPr>
          </a:p>
          <a:p>
            <a:pPr marL="92880" indent="-88920">
              <a:lnSpc>
                <a:spcPct val="100000"/>
              </a:lnSpc>
              <a:buClr>
                <a:srgbClr val="000000"/>
              </a:buClr>
              <a:buSzPct val="94000"/>
              <a:buFont typeface="Symbol" charset="2"/>
              <a:buChar char=""/>
              <a:tabLst>
                <a:tab algn="l" pos="92880"/>
              </a:tabLst>
            </a:pPr>
            <a:r>
              <a:rPr b="0" lang="en-GB" sz="1800" spc="-1" strike="noStrike">
                <a:solidFill>
                  <a:srgbClr val="000000"/>
                </a:solidFill>
                <a:latin typeface="Arial MT"/>
              </a:rPr>
              <a:t>The</a:t>
            </a:r>
            <a:r>
              <a:rPr b="0" lang="en-GB" sz="1800" spc="-126" strike="noStrike">
                <a:solidFill>
                  <a:srgbClr val="000000"/>
                </a:solidFill>
                <a:latin typeface="Arial MT"/>
              </a:rPr>
              <a:t> </a:t>
            </a:r>
            <a:r>
              <a:rPr b="0" lang="en-GB" sz="1800" spc="-1" strike="noStrike">
                <a:solidFill>
                  <a:srgbClr val="000000"/>
                </a:solidFill>
                <a:latin typeface="Arial MT"/>
              </a:rPr>
              <a:t>AdaBoost</a:t>
            </a:r>
            <a:r>
              <a:rPr b="0" lang="en-GB" sz="1800" spc="-32" strike="noStrike">
                <a:solidFill>
                  <a:srgbClr val="000000"/>
                </a:solidFill>
                <a:latin typeface="Arial MT"/>
              </a:rPr>
              <a:t> </a:t>
            </a:r>
            <a:r>
              <a:rPr b="0" lang="en-GB" sz="1800" spc="-12" strike="noStrike">
                <a:solidFill>
                  <a:srgbClr val="000000"/>
                </a:solidFill>
                <a:latin typeface="Arial MT"/>
              </a:rPr>
              <a:t>classifier</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01" name="object 3"/>
          <p:cNvSpPr/>
          <p:nvPr/>
        </p:nvSpPr>
        <p:spPr>
          <a:xfrm>
            <a:off x="412560" y="88920"/>
            <a:ext cx="4847400" cy="358992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1" lang="en-GB" sz="1800" spc="-1" strike="noStrike">
                <a:solidFill>
                  <a:srgbClr val="000000"/>
                </a:solidFill>
                <a:latin typeface="Calibri"/>
              </a:rPr>
              <a:t>The</a:t>
            </a:r>
            <a:r>
              <a:rPr b="1" lang="en-GB" sz="1800" spc="-60" strike="noStrike">
                <a:solidFill>
                  <a:srgbClr val="000000"/>
                </a:solidFill>
                <a:latin typeface="Calibri"/>
              </a:rPr>
              <a:t> </a:t>
            </a:r>
            <a:r>
              <a:rPr b="1" lang="en-GB" sz="1800" spc="-1" strike="noStrike">
                <a:solidFill>
                  <a:srgbClr val="000000"/>
                </a:solidFill>
                <a:latin typeface="Calibri"/>
              </a:rPr>
              <a:t>Decision</a:t>
            </a:r>
            <a:r>
              <a:rPr b="1" lang="en-GB" sz="1800" spc="-52" strike="noStrike">
                <a:solidFill>
                  <a:srgbClr val="000000"/>
                </a:solidFill>
                <a:latin typeface="Calibri"/>
              </a:rPr>
              <a:t> </a:t>
            </a:r>
            <a:r>
              <a:rPr b="1" lang="en-GB" sz="1800" spc="-12" strike="noStrike">
                <a:solidFill>
                  <a:srgbClr val="000000"/>
                </a:solidFill>
                <a:latin typeface="Calibri"/>
              </a:rPr>
              <a:t>Tree</a:t>
            </a:r>
            <a:r>
              <a:rPr b="1" lang="en-GB" sz="1800" spc="-46" strike="noStrike">
                <a:solidFill>
                  <a:srgbClr val="000000"/>
                </a:solidFill>
                <a:latin typeface="Calibri"/>
              </a:rPr>
              <a:t> </a:t>
            </a:r>
            <a:r>
              <a:rPr b="1" lang="en-GB" sz="1800" spc="-12" strike="noStrike">
                <a:solidFill>
                  <a:srgbClr val="000000"/>
                </a:solidFill>
                <a:latin typeface="Calibri"/>
              </a:rPr>
              <a:t>Classifier</a:t>
            </a:r>
            <a:endParaRPr b="0" lang="en-GB" sz="1800" spc="-1" strike="noStrike">
              <a:solidFill>
                <a:srgbClr val="000000"/>
              </a:solidFill>
              <a:latin typeface="Arial"/>
            </a:endParaRPr>
          </a:p>
          <a:p>
            <a:pPr marL="12600">
              <a:lnSpc>
                <a:spcPct val="100000"/>
              </a:lnSpc>
              <a:spcBef>
                <a:spcPts val="2160"/>
              </a:spcBef>
            </a:pPr>
            <a:r>
              <a:rPr b="0" lang="en-GB" sz="1800" spc="-1" strike="noStrike">
                <a:solidFill>
                  <a:srgbClr val="000000"/>
                </a:solidFill>
                <a:latin typeface="Arial MT"/>
              </a:rPr>
              <a:t>The</a:t>
            </a:r>
            <a:r>
              <a:rPr b="0" lang="en-GB" sz="1800" spc="-35" strike="noStrike">
                <a:solidFill>
                  <a:srgbClr val="000000"/>
                </a:solidFill>
                <a:latin typeface="Arial MT"/>
              </a:rPr>
              <a:t> </a:t>
            </a:r>
            <a:r>
              <a:rPr b="0" lang="en-GB" sz="1800" spc="-1" strike="noStrike">
                <a:solidFill>
                  <a:srgbClr val="000000"/>
                </a:solidFill>
                <a:latin typeface="Arial MT"/>
              </a:rPr>
              <a:t>decision</a:t>
            </a:r>
            <a:r>
              <a:rPr b="0" lang="en-GB" sz="1800" spc="-21" strike="noStrike">
                <a:solidFill>
                  <a:srgbClr val="000000"/>
                </a:solidFill>
                <a:latin typeface="Arial MT"/>
              </a:rPr>
              <a:t> </a:t>
            </a:r>
            <a:r>
              <a:rPr b="0" lang="en-GB" sz="1800" spc="-1" strike="noStrike">
                <a:solidFill>
                  <a:srgbClr val="000000"/>
                </a:solidFill>
                <a:latin typeface="Arial MT"/>
              </a:rPr>
              <a:t>tree</a:t>
            </a:r>
            <a:r>
              <a:rPr b="0" lang="en-GB" sz="1800" spc="-26" strike="noStrike">
                <a:solidFill>
                  <a:srgbClr val="000000"/>
                </a:solidFill>
                <a:latin typeface="Arial MT"/>
              </a:rPr>
              <a:t> </a:t>
            </a:r>
            <a:r>
              <a:rPr b="0" lang="en-GB" sz="1800" spc="-1" strike="noStrike">
                <a:solidFill>
                  <a:srgbClr val="000000"/>
                </a:solidFill>
                <a:latin typeface="Arial MT"/>
              </a:rPr>
              <a:t>is</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simplest</a:t>
            </a:r>
            <a:r>
              <a:rPr b="0" lang="en-GB" sz="1800" spc="-21" strike="noStrike">
                <a:solidFill>
                  <a:srgbClr val="000000"/>
                </a:solidFill>
                <a:latin typeface="Arial MT"/>
              </a:rPr>
              <a:t> </a:t>
            </a:r>
            <a:r>
              <a:rPr b="0" lang="en-GB" sz="1800" spc="-1" strike="noStrike">
                <a:solidFill>
                  <a:srgbClr val="000000"/>
                </a:solidFill>
                <a:latin typeface="Arial MT"/>
              </a:rPr>
              <a:t>tree</a:t>
            </a:r>
            <a:r>
              <a:rPr b="0" lang="en-GB" sz="1800" spc="-21" strike="noStrike">
                <a:solidFill>
                  <a:srgbClr val="000000"/>
                </a:solidFill>
                <a:latin typeface="Arial MT"/>
              </a:rPr>
              <a:t> </a:t>
            </a:r>
            <a:r>
              <a:rPr b="0" lang="en-GB" sz="1800" spc="-12" strike="noStrike">
                <a:solidFill>
                  <a:srgbClr val="000000"/>
                </a:solidFill>
                <a:latin typeface="Arial MT"/>
              </a:rPr>
              <a:t>based </a:t>
            </a:r>
            <a:r>
              <a:rPr b="0" lang="en-GB" sz="1800" spc="-1" strike="noStrike">
                <a:solidFill>
                  <a:srgbClr val="000000"/>
                </a:solidFill>
                <a:latin typeface="Arial MT"/>
              </a:rPr>
              <a:t>algorithm,</a:t>
            </a:r>
            <a:r>
              <a:rPr b="0" lang="en-GB" sz="1800" spc="-35" strike="noStrike">
                <a:solidFill>
                  <a:srgbClr val="000000"/>
                </a:solidFill>
                <a:latin typeface="Arial MT"/>
              </a:rPr>
              <a:t> </a:t>
            </a:r>
            <a:r>
              <a:rPr b="0" lang="en-GB" sz="1800" spc="-1" strike="noStrike">
                <a:solidFill>
                  <a:srgbClr val="000000"/>
                </a:solidFill>
                <a:latin typeface="Arial MT"/>
              </a:rPr>
              <a:t>and</a:t>
            </a:r>
            <a:r>
              <a:rPr b="0" lang="en-GB" sz="1800" spc="-21" strike="noStrike">
                <a:solidFill>
                  <a:srgbClr val="000000"/>
                </a:solidFill>
                <a:latin typeface="Arial MT"/>
              </a:rPr>
              <a:t> </a:t>
            </a:r>
            <a:r>
              <a:rPr b="0" lang="en-GB" sz="1800" spc="-1" strike="noStrike">
                <a:solidFill>
                  <a:srgbClr val="000000"/>
                </a:solidFill>
                <a:latin typeface="Arial MT"/>
              </a:rPr>
              <a:t>serves</a:t>
            </a:r>
            <a:r>
              <a:rPr b="0" lang="en-GB" sz="1800" spc="-21" strike="noStrike">
                <a:solidFill>
                  <a:srgbClr val="000000"/>
                </a:solidFill>
                <a:latin typeface="Arial MT"/>
              </a:rPr>
              <a:t> </a:t>
            </a:r>
            <a:r>
              <a:rPr b="0" lang="en-GB" sz="1800" spc="-1" strike="noStrike">
                <a:solidFill>
                  <a:srgbClr val="000000"/>
                </a:solidFill>
                <a:latin typeface="Arial MT"/>
              </a:rPr>
              <a:t>as</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foundation</a:t>
            </a:r>
            <a:r>
              <a:rPr b="0" lang="en-GB" sz="1800" spc="-21" strike="noStrike">
                <a:solidFill>
                  <a:srgbClr val="000000"/>
                </a:solidFill>
                <a:latin typeface="Arial MT"/>
              </a:rPr>
              <a:t> </a:t>
            </a:r>
            <a:r>
              <a:rPr b="0" lang="en-GB" sz="1800" spc="-1" strike="noStrike">
                <a:solidFill>
                  <a:srgbClr val="000000"/>
                </a:solidFill>
                <a:latin typeface="Arial MT"/>
              </a:rPr>
              <a:t>for</a:t>
            </a:r>
            <a:r>
              <a:rPr b="0" lang="en-GB" sz="1800" spc="-21" strike="noStrike">
                <a:solidFill>
                  <a:srgbClr val="000000"/>
                </a:solidFill>
                <a:latin typeface="Arial MT"/>
              </a:rPr>
              <a:t> </a:t>
            </a:r>
            <a:r>
              <a:rPr b="0" lang="en-GB" sz="1800" spc="-26" strike="noStrike">
                <a:solidFill>
                  <a:srgbClr val="000000"/>
                </a:solidFill>
                <a:latin typeface="Arial MT"/>
              </a:rPr>
              <a:t>the </a:t>
            </a:r>
            <a:r>
              <a:rPr b="0" lang="en-GB" sz="1800" spc="-1" strike="noStrike">
                <a:solidFill>
                  <a:srgbClr val="000000"/>
                </a:solidFill>
                <a:latin typeface="Arial MT"/>
              </a:rPr>
              <a:t>other</a:t>
            </a:r>
            <a:r>
              <a:rPr b="0" lang="en-GB" sz="1800" spc="-21" strike="noStrike">
                <a:solidFill>
                  <a:srgbClr val="000000"/>
                </a:solidFill>
                <a:latin typeface="Arial MT"/>
              </a:rPr>
              <a:t> </a:t>
            </a:r>
            <a:r>
              <a:rPr b="0" lang="en-GB" sz="1800" spc="-1" strike="noStrike">
                <a:solidFill>
                  <a:srgbClr val="000000"/>
                </a:solidFill>
                <a:latin typeface="Arial MT"/>
              </a:rPr>
              <a:t>two</a:t>
            </a:r>
            <a:r>
              <a:rPr b="0" lang="en-GB" sz="1800" spc="-12" strike="noStrike">
                <a:solidFill>
                  <a:srgbClr val="000000"/>
                </a:solidFill>
                <a:latin typeface="Arial MT"/>
              </a:rPr>
              <a:t> algorithms</a:t>
            </a:r>
            <a:endParaRPr b="0" lang="en-GB" sz="1800" spc="-1" strike="noStrike">
              <a:solidFill>
                <a:srgbClr val="000000"/>
              </a:solidFill>
              <a:latin typeface="Arial"/>
            </a:endParaRPr>
          </a:p>
          <a:p>
            <a:pPr marL="12600">
              <a:lnSpc>
                <a:spcPct val="100000"/>
              </a:lnSpc>
            </a:pPr>
            <a:r>
              <a:rPr b="0" lang="en-GB" sz="1800" spc="-1" strike="noStrike">
                <a:solidFill>
                  <a:srgbClr val="000000"/>
                </a:solidFill>
                <a:latin typeface="Arial MT"/>
              </a:rPr>
              <a:t>A</a:t>
            </a:r>
            <a:r>
              <a:rPr b="0" lang="en-GB" sz="1800" spc="-126" strike="noStrike">
                <a:solidFill>
                  <a:srgbClr val="000000"/>
                </a:solidFill>
                <a:latin typeface="Arial MT"/>
              </a:rPr>
              <a:t> </a:t>
            </a:r>
            <a:r>
              <a:rPr b="0" lang="en-GB" sz="1800" spc="-1" strike="noStrike">
                <a:solidFill>
                  <a:srgbClr val="000000"/>
                </a:solidFill>
                <a:latin typeface="Arial MT"/>
              </a:rPr>
              <a:t>simple</a:t>
            </a:r>
            <a:r>
              <a:rPr b="0" lang="en-GB" sz="1800" spc="-26" strike="noStrike">
                <a:solidFill>
                  <a:srgbClr val="000000"/>
                </a:solidFill>
                <a:latin typeface="Arial MT"/>
              </a:rPr>
              <a:t> </a:t>
            </a:r>
            <a:r>
              <a:rPr b="0" lang="en-GB" sz="1800" spc="-1" strike="noStrike">
                <a:solidFill>
                  <a:srgbClr val="000000"/>
                </a:solidFill>
                <a:latin typeface="Arial MT"/>
              </a:rPr>
              <a:t>decision</a:t>
            </a:r>
            <a:r>
              <a:rPr b="0" lang="en-GB" sz="1800" spc="-26" strike="noStrike">
                <a:solidFill>
                  <a:srgbClr val="000000"/>
                </a:solidFill>
                <a:latin typeface="Arial MT"/>
              </a:rPr>
              <a:t> </a:t>
            </a:r>
            <a:r>
              <a:rPr b="0" lang="en-GB" sz="1800" spc="-21" strike="noStrike">
                <a:solidFill>
                  <a:srgbClr val="000000"/>
                </a:solidFill>
                <a:latin typeface="Arial MT"/>
              </a:rPr>
              <a:t>tree</a:t>
            </a:r>
            <a:endParaRPr b="0" lang="en-GB" sz="1800" spc="-1" strike="noStrike">
              <a:solidFill>
                <a:srgbClr val="000000"/>
              </a:solidFill>
              <a:latin typeface="Arial"/>
            </a:endParaRPr>
          </a:p>
          <a:p>
            <a:pPr marL="12600">
              <a:lnSpc>
                <a:spcPct val="100000"/>
              </a:lnSpc>
            </a:pPr>
            <a:r>
              <a:rPr b="0" lang="en-GB" sz="1800" spc="-1" strike="noStrike">
                <a:solidFill>
                  <a:srgbClr val="000000"/>
                </a:solidFill>
                <a:latin typeface="Arial MT"/>
              </a:rPr>
              <a:t>A</a:t>
            </a:r>
            <a:r>
              <a:rPr b="0" lang="en-GB" sz="1800" spc="-131" strike="noStrike">
                <a:solidFill>
                  <a:srgbClr val="000000"/>
                </a:solidFill>
                <a:latin typeface="Arial MT"/>
              </a:rPr>
              <a:t> </a:t>
            </a:r>
            <a:r>
              <a:rPr b="0" lang="en-GB" sz="1800" spc="-1" strike="noStrike">
                <a:solidFill>
                  <a:srgbClr val="000000"/>
                </a:solidFill>
                <a:latin typeface="Arial MT"/>
              </a:rPr>
              <a:t>decision</a:t>
            </a:r>
            <a:r>
              <a:rPr b="0" lang="en-GB" sz="1800" spc="-15" strike="noStrike">
                <a:solidFill>
                  <a:srgbClr val="000000"/>
                </a:solidFill>
                <a:latin typeface="Arial MT"/>
              </a:rPr>
              <a:t> </a:t>
            </a:r>
            <a:r>
              <a:rPr b="0" lang="en-GB" sz="1800" spc="-1" strike="noStrike">
                <a:solidFill>
                  <a:srgbClr val="000000"/>
                </a:solidFill>
                <a:latin typeface="Arial MT"/>
              </a:rPr>
              <a:t>tree,</a:t>
            </a:r>
            <a:r>
              <a:rPr b="0" lang="en-GB" sz="1800" spc="-21" strike="noStrike">
                <a:solidFill>
                  <a:srgbClr val="000000"/>
                </a:solidFill>
                <a:latin typeface="Arial MT"/>
              </a:rPr>
              <a:t> </a:t>
            </a:r>
            <a:r>
              <a:rPr b="0" lang="en-GB" sz="1800" spc="-1" strike="noStrike">
                <a:solidFill>
                  <a:srgbClr val="000000"/>
                </a:solidFill>
                <a:latin typeface="Arial MT"/>
              </a:rPr>
              <a:t>in</a:t>
            </a:r>
            <a:r>
              <a:rPr b="0" lang="en-GB" sz="1800" spc="-15" strike="noStrike">
                <a:solidFill>
                  <a:srgbClr val="000000"/>
                </a:solidFill>
                <a:latin typeface="Arial MT"/>
              </a:rPr>
              <a:t> </a:t>
            </a:r>
            <a:r>
              <a:rPr b="0" lang="en-GB" sz="1800" spc="-1" strike="noStrike">
                <a:solidFill>
                  <a:srgbClr val="000000"/>
                </a:solidFill>
                <a:latin typeface="Arial MT"/>
              </a:rPr>
              <a:t>simple</a:t>
            </a:r>
            <a:r>
              <a:rPr b="0" lang="en-GB" sz="1800" spc="-21" strike="noStrike">
                <a:solidFill>
                  <a:srgbClr val="000000"/>
                </a:solidFill>
                <a:latin typeface="Arial MT"/>
              </a:rPr>
              <a:t> </a:t>
            </a:r>
            <a:r>
              <a:rPr b="0" lang="en-GB" sz="1800" spc="-1" strike="noStrike">
                <a:solidFill>
                  <a:srgbClr val="000000"/>
                </a:solidFill>
                <a:latin typeface="Arial MT"/>
              </a:rPr>
              <a:t>terms,</a:t>
            </a:r>
            <a:r>
              <a:rPr b="0" lang="en-GB" sz="1800" spc="-15" strike="noStrike">
                <a:solidFill>
                  <a:srgbClr val="000000"/>
                </a:solidFill>
                <a:latin typeface="Arial MT"/>
              </a:rPr>
              <a:t> </a:t>
            </a:r>
            <a:r>
              <a:rPr b="0" lang="en-GB" sz="1800" spc="-1" strike="noStrike">
                <a:solidFill>
                  <a:srgbClr val="000000"/>
                </a:solidFill>
                <a:latin typeface="Arial MT"/>
              </a:rPr>
              <a:t>is</a:t>
            </a:r>
            <a:r>
              <a:rPr b="0" lang="en-GB" sz="1800" spc="-21" strike="noStrike">
                <a:solidFill>
                  <a:srgbClr val="000000"/>
                </a:solidFill>
                <a:latin typeface="Arial MT"/>
              </a:rPr>
              <a:t> </a:t>
            </a:r>
            <a:r>
              <a:rPr b="0" lang="en-GB" sz="1800" spc="-1" strike="noStrike">
                <a:solidFill>
                  <a:srgbClr val="000000"/>
                </a:solidFill>
                <a:latin typeface="Arial MT"/>
              </a:rPr>
              <a:t>a</a:t>
            </a:r>
            <a:r>
              <a:rPr b="0" lang="en-GB" sz="1800" spc="-15" strike="noStrike">
                <a:solidFill>
                  <a:srgbClr val="000000"/>
                </a:solidFill>
                <a:latin typeface="Arial MT"/>
              </a:rPr>
              <a:t> </a:t>
            </a:r>
            <a:r>
              <a:rPr b="0" lang="en-GB" sz="1800" spc="-1" strike="noStrike">
                <a:solidFill>
                  <a:srgbClr val="000000"/>
                </a:solidFill>
                <a:latin typeface="Arial MT"/>
              </a:rPr>
              <a:t>set</a:t>
            </a:r>
            <a:r>
              <a:rPr b="0" lang="en-GB" sz="1800" spc="-21" strike="noStrike">
                <a:solidFill>
                  <a:srgbClr val="000000"/>
                </a:solidFill>
                <a:latin typeface="Arial MT"/>
              </a:rPr>
              <a:t> </a:t>
            </a:r>
            <a:r>
              <a:rPr b="0" lang="en-GB" sz="1800" spc="-1" strike="noStrike">
                <a:solidFill>
                  <a:srgbClr val="000000"/>
                </a:solidFill>
                <a:latin typeface="Arial MT"/>
              </a:rPr>
              <a:t>of</a:t>
            </a:r>
            <a:r>
              <a:rPr b="0" lang="en-GB" sz="1800" spc="-15" strike="noStrike">
                <a:solidFill>
                  <a:srgbClr val="000000"/>
                </a:solidFill>
                <a:latin typeface="Arial MT"/>
              </a:rPr>
              <a:t> </a:t>
            </a:r>
            <a:r>
              <a:rPr b="0" lang="en-GB" sz="1800" spc="-12" strike="noStrike">
                <a:solidFill>
                  <a:srgbClr val="000000"/>
                </a:solidFill>
                <a:latin typeface="Arial MT"/>
              </a:rPr>
              <a:t>rules </a:t>
            </a:r>
            <a:r>
              <a:rPr b="0" lang="en-GB" sz="1800" spc="-1" strike="noStrike">
                <a:solidFill>
                  <a:srgbClr val="000000"/>
                </a:solidFill>
                <a:latin typeface="Arial MT"/>
              </a:rPr>
              <a:t>that</a:t>
            </a:r>
            <a:r>
              <a:rPr b="0" lang="en-GB" sz="1800" spc="-15" strike="noStrike">
                <a:solidFill>
                  <a:srgbClr val="000000"/>
                </a:solidFill>
                <a:latin typeface="Arial MT"/>
              </a:rPr>
              <a:t> </a:t>
            </a:r>
            <a:r>
              <a:rPr b="0" lang="en-GB" sz="1800" spc="-1" strike="noStrike">
                <a:solidFill>
                  <a:srgbClr val="000000"/>
                </a:solidFill>
                <a:latin typeface="Arial MT"/>
              </a:rPr>
              <a:t>help</a:t>
            </a:r>
            <a:r>
              <a:rPr b="0" lang="en-GB" sz="1800" spc="-12" strike="noStrike">
                <a:solidFill>
                  <a:srgbClr val="000000"/>
                </a:solidFill>
                <a:latin typeface="Arial MT"/>
              </a:rPr>
              <a:t> </a:t>
            </a:r>
            <a:r>
              <a:rPr b="0" lang="en-GB" sz="1800" spc="-1" strike="noStrike">
                <a:solidFill>
                  <a:srgbClr val="000000"/>
                </a:solidFill>
                <a:latin typeface="Arial MT"/>
              </a:rPr>
              <a:t>us</a:t>
            </a:r>
            <a:r>
              <a:rPr b="0" lang="en-GB" sz="1800" spc="-15" strike="noStrike">
                <a:solidFill>
                  <a:srgbClr val="000000"/>
                </a:solidFill>
                <a:latin typeface="Arial MT"/>
              </a:rPr>
              <a:t> </a:t>
            </a:r>
            <a:r>
              <a:rPr b="0" lang="en-GB" sz="1800" spc="-1" strike="noStrike">
                <a:solidFill>
                  <a:srgbClr val="000000"/>
                </a:solidFill>
                <a:latin typeface="Arial MT"/>
              </a:rPr>
              <a:t>classify</a:t>
            </a:r>
            <a:r>
              <a:rPr b="0" lang="en-GB" sz="1800" spc="-12" strike="noStrike">
                <a:solidFill>
                  <a:srgbClr val="000000"/>
                </a:solidFill>
                <a:latin typeface="Arial MT"/>
              </a:rPr>
              <a:t> </a:t>
            </a:r>
            <a:r>
              <a:rPr b="0" lang="en-GB" sz="1800" spc="-1" strike="noStrike">
                <a:solidFill>
                  <a:srgbClr val="000000"/>
                </a:solidFill>
                <a:latin typeface="Arial MT"/>
              </a:rPr>
              <a:t>observations</a:t>
            </a:r>
            <a:r>
              <a:rPr b="0" lang="en-GB" sz="1800" spc="-15" strike="noStrike">
                <a:solidFill>
                  <a:srgbClr val="000000"/>
                </a:solidFill>
                <a:latin typeface="Arial MT"/>
              </a:rPr>
              <a:t> </a:t>
            </a:r>
            <a:r>
              <a:rPr b="0" lang="en-GB" sz="1800" spc="-1" strike="noStrike">
                <a:solidFill>
                  <a:srgbClr val="000000"/>
                </a:solidFill>
                <a:latin typeface="Arial MT"/>
              </a:rPr>
              <a:t>into</a:t>
            </a:r>
            <a:r>
              <a:rPr b="0" lang="en-GB" sz="1800" spc="-12" strike="noStrike">
                <a:solidFill>
                  <a:srgbClr val="000000"/>
                </a:solidFill>
                <a:latin typeface="Arial MT"/>
              </a:rPr>
              <a:t> distinct </a:t>
            </a:r>
            <a:r>
              <a:rPr b="0" lang="en-GB" sz="1800" spc="-1" strike="noStrike">
                <a:solidFill>
                  <a:srgbClr val="000000"/>
                </a:solidFill>
                <a:latin typeface="Arial MT"/>
              </a:rPr>
              <a:t>groups.</a:t>
            </a:r>
            <a:r>
              <a:rPr b="0" lang="en-GB" sz="1800" spc="-32" strike="noStrike">
                <a:solidFill>
                  <a:srgbClr val="000000"/>
                </a:solidFill>
                <a:latin typeface="Arial MT"/>
              </a:rPr>
              <a:t> </a:t>
            </a:r>
            <a:r>
              <a:rPr b="0" lang="en-GB" sz="1800" spc="-1" strike="noStrike">
                <a:solidFill>
                  <a:srgbClr val="000000"/>
                </a:solidFill>
                <a:latin typeface="Arial MT"/>
              </a:rPr>
              <a:t>In</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previous</a:t>
            </a:r>
            <a:r>
              <a:rPr b="0" lang="en-GB" sz="1800" spc="-21" strike="noStrike">
                <a:solidFill>
                  <a:srgbClr val="000000"/>
                </a:solidFill>
                <a:latin typeface="Arial MT"/>
              </a:rPr>
              <a:t> </a:t>
            </a:r>
            <a:r>
              <a:rPr b="0" lang="en-GB" sz="1800" spc="-1" strike="noStrike">
                <a:solidFill>
                  <a:srgbClr val="000000"/>
                </a:solidFill>
                <a:latin typeface="Arial MT"/>
              </a:rPr>
              <a:t>diagram,</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rule</a:t>
            </a:r>
            <a:r>
              <a:rPr b="0" lang="en-GB" sz="1800" spc="-21" strike="noStrike">
                <a:solidFill>
                  <a:srgbClr val="000000"/>
                </a:solidFill>
                <a:latin typeface="Arial MT"/>
              </a:rPr>
              <a:t> </a:t>
            </a:r>
            <a:r>
              <a:rPr b="0" lang="en-GB" sz="1800" spc="-12" strike="noStrike">
                <a:solidFill>
                  <a:srgbClr val="000000"/>
                </a:solidFill>
                <a:latin typeface="Arial MT"/>
              </a:rPr>
              <a:t>could </a:t>
            </a:r>
            <a:r>
              <a:rPr b="0" lang="en-GB" sz="1800" spc="-1" strike="noStrike">
                <a:solidFill>
                  <a:srgbClr val="000000"/>
                </a:solidFill>
                <a:latin typeface="Arial MT"/>
              </a:rPr>
              <a:t>be</a:t>
            </a:r>
            <a:r>
              <a:rPr b="0" lang="en-GB" sz="1800" spc="-21" strike="noStrike">
                <a:solidFill>
                  <a:srgbClr val="000000"/>
                </a:solidFill>
                <a:latin typeface="Arial MT"/>
              </a:rPr>
              <a:t> </a:t>
            </a:r>
            <a:r>
              <a:rPr b="0" lang="en-GB" sz="1800" spc="-1" strike="noStrike">
                <a:solidFill>
                  <a:srgbClr val="000000"/>
                </a:solidFill>
                <a:latin typeface="Arial MT"/>
              </a:rPr>
              <a:t>written</a:t>
            </a:r>
            <a:r>
              <a:rPr b="0" lang="en-GB" sz="1800" spc="-15" strike="noStrike">
                <a:solidFill>
                  <a:srgbClr val="000000"/>
                </a:solidFill>
                <a:latin typeface="Arial MT"/>
              </a:rPr>
              <a:t> </a:t>
            </a:r>
            <a:r>
              <a:rPr b="0" lang="en-GB" sz="1800" spc="-1" strike="noStrike">
                <a:solidFill>
                  <a:srgbClr val="000000"/>
                </a:solidFill>
                <a:latin typeface="Arial MT"/>
              </a:rPr>
              <a:t>as</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2" strike="noStrike">
                <a:solidFill>
                  <a:srgbClr val="000000"/>
                </a:solidFill>
                <a:latin typeface="Arial MT"/>
              </a:rPr>
              <a:t>following:</a:t>
            </a:r>
            <a:endParaRPr b="0" lang="en-GB" sz="1800" spc="-1" strike="noStrike">
              <a:solidFill>
                <a:srgbClr val="000000"/>
              </a:solidFill>
              <a:latin typeface="Arial"/>
            </a:endParaRPr>
          </a:p>
          <a:p>
            <a:pPr marL="12600">
              <a:lnSpc>
                <a:spcPct val="100000"/>
              </a:lnSpc>
              <a:spcBef>
                <a:spcPts val="91"/>
              </a:spcBef>
            </a:pPr>
            <a:endParaRPr b="0" lang="en-GB" sz="1800" spc="-1" strike="noStrike">
              <a:solidFill>
                <a:srgbClr val="000000"/>
              </a:solidFill>
              <a:latin typeface="Arial"/>
            </a:endParaRPr>
          </a:p>
          <a:p>
            <a:pPr marL="12600">
              <a:lnSpc>
                <a:spcPct val="100000"/>
              </a:lnSpc>
            </a:pPr>
            <a:r>
              <a:rPr b="0" lang="en-GB" sz="1800" spc="-1" strike="noStrike">
                <a:solidFill>
                  <a:srgbClr val="000000"/>
                </a:solidFill>
                <a:latin typeface="Arial MT"/>
              </a:rPr>
              <a:t>Let's</a:t>
            </a:r>
            <a:r>
              <a:rPr b="0" lang="en-GB" sz="1800" spc="-35" strike="noStrike">
                <a:solidFill>
                  <a:srgbClr val="000000"/>
                </a:solidFill>
                <a:latin typeface="Arial MT"/>
              </a:rPr>
              <a:t> </a:t>
            </a:r>
            <a:r>
              <a:rPr b="0" lang="en-GB" sz="1800" spc="-1" strike="noStrike">
                <a:solidFill>
                  <a:srgbClr val="000000"/>
                </a:solidFill>
                <a:latin typeface="Arial MT"/>
              </a:rPr>
              <a:t>consider</a:t>
            </a:r>
            <a:r>
              <a:rPr b="0" lang="en-GB" sz="1800" spc="-26"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following</a:t>
            </a:r>
            <a:r>
              <a:rPr b="0" lang="en-GB" sz="1800" spc="-26" strike="noStrike">
                <a:solidFill>
                  <a:srgbClr val="000000"/>
                </a:solidFill>
                <a:latin typeface="Arial MT"/>
              </a:rPr>
              <a:t> </a:t>
            </a:r>
            <a:r>
              <a:rPr b="0" lang="en-GB" sz="1800" spc="-1" strike="noStrike">
                <a:solidFill>
                  <a:srgbClr val="000000"/>
                </a:solidFill>
                <a:latin typeface="Arial MT"/>
              </a:rPr>
              <a:t>simple</a:t>
            </a:r>
            <a:r>
              <a:rPr b="0" lang="en-GB" sz="1800" spc="-26" strike="noStrike">
                <a:solidFill>
                  <a:srgbClr val="000000"/>
                </a:solidFill>
                <a:latin typeface="Arial MT"/>
              </a:rPr>
              <a:t> </a:t>
            </a:r>
            <a:r>
              <a:rPr b="0" lang="en-GB" sz="1800" spc="-1" strike="noStrike">
                <a:solidFill>
                  <a:srgbClr val="000000"/>
                </a:solidFill>
                <a:latin typeface="Arial MT"/>
              </a:rPr>
              <a:t>decision</a:t>
            </a:r>
            <a:r>
              <a:rPr b="0" lang="en-GB" sz="1800" spc="-21" strike="noStrike">
                <a:solidFill>
                  <a:srgbClr val="000000"/>
                </a:solidFill>
                <a:latin typeface="Arial MT"/>
              </a:rPr>
              <a:t> tree</a:t>
            </a:r>
            <a:endParaRPr b="0" lang="en-GB" sz="1800" spc="-1" strike="noStrike">
              <a:solidFill>
                <a:srgbClr val="000000"/>
              </a:solidFill>
              <a:latin typeface="Arial"/>
            </a:endParaRPr>
          </a:p>
        </p:txBody>
      </p:sp>
      <p:sp>
        <p:nvSpPr>
          <p:cNvPr id="102" name="object 4"/>
          <p:cNvSpPr/>
          <p:nvPr/>
        </p:nvSpPr>
        <p:spPr>
          <a:xfrm>
            <a:off x="412560" y="3655080"/>
            <a:ext cx="4847400" cy="110952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tabLst>
                <a:tab algn="l" pos="414000"/>
                <a:tab algn="l" pos="547920"/>
                <a:tab algn="l" pos="681840"/>
                <a:tab algn="l" pos="1351800"/>
                <a:tab algn="l" pos="1753920"/>
                <a:tab algn="l" pos="1887840"/>
                <a:tab algn="l" pos="2021040"/>
                <a:tab algn="l" pos="2423880"/>
                <a:tab algn="l" pos="2557800"/>
                <a:tab algn="l" pos="2825640"/>
                <a:tab algn="l" pos="2959560"/>
                <a:tab algn="l" pos="3227040"/>
                <a:tab algn="l" pos="3494880"/>
                <a:tab algn="l" pos="3897000"/>
                <a:tab algn="l" pos="4299120"/>
                <a:tab algn="l" pos="4566960"/>
              </a:tabLst>
            </a:pPr>
            <a:r>
              <a:rPr b="0" i="1" lang="en-GB" sz="1800" spc="316" strike="noStrike">
                <a:solidFill>
                  <a:srgbClr val="454a55"/>
                </a:solidFill>
                <a:latin typeface="Verdana"/>
              </a:rPr>
              <a:t>If</a:t>
            </a:r>
            <a:r>
              <a:rPr b="0" i="1" lang="en-GB" sz="1800" spc="-1" strike="noStrike">
                <a:solidFill>
                  <a:srgbClr val="454a55"/>
                </a:solidFill>
                <a:latin typeface="Verdana"/>
              </a:rPr>
              <a:t>	</a:t>
            </a:r>
            <a:r>
              <a:rPr b="0" i="1" lang="en-GB" sz="1800" spc="80" strike="noStrike">
                <a:solidFill>
                  <a:srgbClr val="454a55"/>
                </a:solidFill>
                <a:latin typeface="Verdana"/>
              </a:rPr>
              <a:t>(value</a:t>
            </a:r>
            <a:r>
              <a:rPr b="0" i="1" lang="en-GB" sz="1800" spc="-1" strike="noStrike">
                <a:solidFill>
                  <a:srgbClr val="454a55"/>
                </a:solidFill>
                <a:latin typeface="Verdana"/>
              </a:rPr>
              <a:t>	</a:t>
            </a:r>
            <a:r>
              <a:rPr b="0" i="1" lang="en-GB" sz="1800" spc="154" strike="noStrike">
                <a:solidFill>
                  <a:srgbClr val="454a55"/>
                </a:solidFill>
                <a:latin typeface="Verdana"/>
              </a:rPr>
              <a:t>of</a:t>
            </a:r>
            <a:r>
              <a:rPr b="0" i="1" lang="en-GB" sz="1800" spc="-1" strike="noStrike">
                <a:solidFill>
                  <a:srgbClr val="454a55"/>
                </a:solidFill>
                <a:latin typeface="Verdana"/>
              </a:rPr>
              <a:t>	</a:t>
            </a:r>
            <a:r>
              <a:rPr b="0" i="1" lang="en-GB" sz="1800" spc="109" strike="noStrike">
                <a:solidFill>
                  <a:srgbClr val="454a55"/>
                </a:solidFill>
                <a:latin typeface="Verdana"/>
              </a:rPr>
              <a:t>feature</a:t>
            </a:r>
            <a:r>
              <a:rPr b="0" i="1" lang="en-GB" sz="1800" spc="-1" strike="noStrike">
                <a:solidFill>
                  <a:srgbClr val="454a55"/>
                </a:solidFill>
                <a:latin typeface="Verdana"/>
              </a:rPr>
              <a:t>	</a:t>
            </a:r>
            <a:r>
              <a:rPr b="0" i="1" lang="en-GB" sz="1800" spc="296" strike="noStrike">
                <a:solidFill>
                  <a:srgbClr val="454a55"/>
                </a:solidFill>
                <a:latin typeface="Verdana"/>
              </a:rPr>
              <a:t>is</a:t>
            </a:r>
            <a:r>
              <a:rPr b="0" i="1" lang="en-GB" sz="1800" spc="-1" strike="noStrike">
                <a:solidFill>
                  <a:srgbClr val="454a55"/>
                </a:solidFill>
                <a:latin typeface="Verdana"/>
              </a:rPr>
              <a:t>	</a:t>
            </a:r>
            <a:r>
              <a:rPr b="0" i="1" lang="en-GB" sz="1800" spc="160" strike="noStrike">
                <a:solidFill>
                  <a:srgbClr val="454a55"/>
                </a:solidFill>
                <a:latin typeface="Verdana"/>
              </a:rPr>
              <a:t>less</a:t>
            </a:r>
            <a:r>
              <a:rPr b="0" i="1" lang="en-GB" sz="1800" spc="-1" strike="noStrike">
                <a:solidFill>
                  <a:srgbClr val="454a55"/>
                </a:solidFill>
                <a:latin typeface="Verdana"/>
              </a:rPr>
              <a:t>	</a:t>
            </a:r>
            <a:r>
              <a:rPr b="0" i="1" lang="en-GB" sz="1800" spc="-21" strike="noStrike">
                <a:solidFill>
                  <a:srgbClr val="454a55"/>
                </a:solidFill>
                <a:latin typeface="Verdana"/>
              </a:rPr>
              <a:t>than </a:t>
            </a:r>
            <a:r>
              <a:rPr b="0" i="1" lang="en-GB" sz="1800" spc="35" strike="noStrike">
                <a:solidFill>
                  <a:srgbClr val="454a55"/>
                </a:solidFill>
                <a:latin typeface="Verdana"/>
              </a:rPr>
              <a:t>50);</a:t>
            </a:r>
            <a:r>
              <a:rPr b="0" i="1" lang="en-GB" sz="1800" spc="-1" strike="noStrike">
                <a:solidFill>
                  <a:srgbClr val="454a55"/>
                </a:solidFill>
                <a:latin typeface="Verdana"/>
              </a:rPr>
              <a:t>	</a:t>
            </a:r>
            <a:r>
              <a:rPr b="0" i="1" lang="en-GB" sz="1800" spc="-21" strike="noStrike">
                <a:solidFill>
                  <a:srgbClr val="454a55"/>
                </a:solidFill>
                <a:latin typeface="Verdana"/>
              </a:rPr>
              <a:t>then</a:t>
            </a:r>
            <a:r>
              <a:rPr b="0" i="1" lang="en-GB" sz="1800" spc="-1" strike="noStrike">
                <a:solidFill>
                  <a:srgbClr val="454a55"/>
                </a:solidFill>
                <a:latin typeface="Verdana"/>
              </a:rPr>
              <a:t>	</a:t>
            </a:r>
            <a:r>
              <a:rPr b="0" i="1" lang="en-GB" sz="1800" spc="75" strike="noStrike">
                <a:solidFill>
                  <a:srgbClr val="454a55"/>
                </a:solidFill>
                <a:latin typeface="Verdana"/>
              </a:rPr>
              <a:t>(put</a:t>
            </a:r>
            <a:r>
              <a:rPr b="0" i="1" lang="en-GB" sz="1800" spc="-1" strike="noStrike">
                <a:solidFill>
                  <a:srgbClr val="454a55"/>
                </a:solidFill>
                <a:latin typeface="Verdana"/>
              </a:rPr>
              <a:t>	</a:t>
            </a:r>
            <a:r>
              <a:rPr b="0" i="1" lang="en-GB" sz="1800" spc="41" strike="noStrike">
                <a:solidFill>
                  <a:srgbClr val="454a55"/>
                </a:solidFill>
                <a:latin typeface="Verdana"/>
              </a:rPr>
              <a:t>the</a:t>
            </a:r>
            <a:r>
              <a:rPr b="0" i="1" lang="en-GB" sz="1800" spc="-1" strike="noStrike">
                <a:solidFill>
                  <a:srgbClr val="454a55"/>
                </a:solidFill>
                <a:latin typeface="Verdana"/>
              </a:rPr>
              <a:t>	</a:t>
            </a:r>
            <a:r>
              <a:rPr b="0" i="1" lang="en-GB" sz="1800" spc="160" strike="noStrike">
                <a:solidFill>
                  <a:srgbClr val="454a55"/>
                </a:solidFill>
                <a:latin typeface="Verdana"/>
              </a:rPr>
              <a:t>triangles</a:t>
            </a:r>
            <a:r>
              <a:rPr b="0" i="1" lang="en-GB" sz="1800" spc="-1" strike="noStrike">
                <a:solidFill>
                  <a:srgbClr val="454a55"/>
                </a:solidFill>
                <a:latin typeface="Verdana"/>
              </a:rPr>
              <a:t>	</a:t>
            </a:r>
            <a:r>
              <a:rPr b="0" i="1" lang="en-GB" sz="1800" spc="199" strike="noStrike">
                <a:solidFill>
                  <a:srgbClr val="454a55"/>
                </a:solidFill>
                <a:latin typeface="Verdana"/>
              </a:rPr>
              <a:t>in</a:t>
            </a:r>
            <a:r>
              <a:rPr b="0" i="1" lang="en-GB" sz="1800" spc="-1" strike="noStrike">
                <a:solidFill>
                  <a:srgbClr val="454a55"/>
                </a:solidFill>
                <a:latin typeface="Verdana"/>
              </a:rPr>
              <a:t>	</a:t>
            </a:r>
            <a:r>
              <a:rPr b="0" i="1" lang="en-GB" sz="1800" spc="41" strike="noStrike">
                <a:solidFill>
                  <a:srgbClr val="454a55"/>
                </a:solidFill>
                <a:latin typeface="Verdana"/>
              </a:rPr>
              <a:t>the </a:t>
            </a:r>
            <a:r>
              <a:rPr b="0" i="1" lang="en-GB" sz="1800" spc="100" strike="noStrike">
                <a:solidFill>
                  <a:srgbClr val="454a55"/>
                </a:solidFill>
                <a:latin typeface="Verdana"/>
              </a:rPr>
              <a:t>left-</a:t>
            </a:r>
            <a:r>
              <a:rPr b="0" i="1" lang="en-GB" sz="1800" spc="134" strike="noStrike">
                <a:solidFill>
                  <a:srgbClr val="454a55"/>
                </a:solidFill>
                <a:latin typeface="Verdana"/>
              </a:rPr>
              <a:t>hand</a:t>
            </a:r>
            <a:r>
              <a:rPr b="0" i="1" lang="en-GB" sz="1800" spc="-1" strike="noStrike">
                <a:solidFill>
                  <a:srgbClr val="454a55"/>
                </a:solidFill>
                <a:latin typeface="Verdana"/>
              </a:rPr>
              <a:t>	</a:t>
            </a:r>
            <a:r>
              <a:rPr b="0" i="1" lang="en-GB" sz="1800" spc="-60" strike="noStrike">
                <a:solidFill>
                  <a:srgbClr val="454a55"/>
                </a:solidFill>
                <a:latin typeface="Verdana"/>
              </a:rPr>
              <a:t>box</a:t>
            </a:r>
            <a:r>
              <a:rPr b="0" i="1" lang="en-GB" sz="1800" spc="-1" strike="noStrike">
                <a:solidFill>
                  <a:srgbClr val="454a55"/>
                </a:solidFill>
                <a:latin typeface="Verdana"/>
              </a:rPr>
              <a:t>	</a:t>
            </a:r>
            <a:r>
              <a:rPr b="0" i="1" lang="en-GB" sz="1800" spc="-26" strike="noStrike">
                <a:solidFill>
                  <a:srgbClr val="454a55"/>
                </a:solidFill>
                <a:latin typeface="Verdana"/>
              </a:rPr>
              <a:t>and</a:t>
            </a:r>
            <a:r>
              <a:rPr b="0" i="1" lang="en-GB" sz="1800" spc="-1" strike="noStrike">
                <a:solidFill>
                  <a:srgbClr val="454a55"/>
                </a:solidFill>
                <a:latin typeface="Verdana"/>
              </a:rPr>
              <a:t>	</a:t>
            </a:r>
            <a:r>
              <a:rPr b="0" i="1" lang="en-GB" sz="1800" spc="26" strike="noStrike">
                <a:solidFill>
                  <a:srgbClr val="454a55"/>
                </a:solidFill>
                <a:latin typeface="Verdana"/>
              </a:rPr>
              <a:t>put</a:t>
            </a:r>
            <a:r>
              <a:rPr b="0" i="1" lang="en-GB" sz="1800" spc="-1" strike="noStrike">
                <a:solidFill>
                  <a:srgbClr val="454a55"/>
                </a:solidFill>
                <a:latin typeface="Verdana"/>
              </a:rPr>
              <a:t>	</a:t>
            </a:r>
            <a:r>
              <a:rPr b="0" i="1" lang="en-GB" sz="1800" spc="41" strike="noStrike">
                <a:solidFill>
                  <a:srgbClr val="454a55"/>
                </a:solidFill>
                <a:latin typeface="Verdana"/>
              </a:rPr>
              <a:t>the</a:t>
            </a:r>
            <a:r>
              <a:rPr b="0" i="1" lang="en-GB" sz="1800" spc="-1" strike="noStrike">
                <a:solidFill>
                  <a:srgbClr val="454a55"/>
                </a:solidFill>
                <a:latin typeface="Verdana"/>
              </a:rPr>
              <a:t>	</a:t>
            </a:r>
            <a:r>
              <a:rPr b="0" i="1" lang="en-GB" sz="1800" spc="-1" strike="noStrike">
                <a:solidFill>
                  <a:srgbClr val="454a55"/>
                </a:solidFill>
                <a:latin typeface="Verdana"/>
              </a:rPr>
              <a:t>	</a:t>
            </a:r>
            <a:r>
              <a:rPr b="0" i="1" lang="en-GB" sz="1800" spc="219" strike="noStrike">
                <a:solidFill>
                  <a:srgbClr val="454a55"/>
                </a:solidFill>
                <a:latin typeface="Verdana"/>
              </a:rPr>
              <a:t>circles</a:t>
            </a:r>
            <a:r>
              <a:rPr b="0" i="1" lang="en-GB" sz="1800" spc="-1" strike="noStrike">
                <a:solidFill>
                  <a:srgbClr val="454a55"/>
                </a:solidFill>
                <a:latin typeface="Verdana"/>
              </a:rPr>
              <a:t>	</a:t>
            </a:r>
            <a:r>
              <a:rPr b="0" i="1" lang="en-GB" sz="1800" spc="199" strike="noStrike">
                <a:solidFill>
                  <a:srgbClr val="454a55"/>
                </a:solidFill>
                <a:latin typeface="Verdana"/>
              </a:rPr>
              <a:t>in </a:t>
            </a:r>
            <a:r>
              <a:rPr b="0" i="1" lang="en-GB" sz="1800" spc="41" strike="noStrike">
                <a:solidFill>
                  <a:srgbClr val="454a55"/>
                </a:solidFill>
                <a:latin typeface="Verdana"/>
              </a:rPr>
              <a:t>the</a:t>
            </a:r>
            <a:r>
              <a:rPr b="0" i="1" lang="en-GB" sz="1800" spc="-1" strike="noStrike">
                <a:solidFill>
                  <a:srgbClr val="454a55"/>
                </a:solidFill>
                <a:latin typeface="Verdana"/>
              </a:rPr>
              <a:t>	</a:t>
            </a:r>
            <a:r>
              <a:rPr b="0" i="1" lang="en-GB" sz="1800" spc="-1" strike="noStrike">
                <a:solidFill>
                  <a:srgbClr val="454a55"/>
                </a:solidFill>
                <a:latin typeface="Verdana"/>
              </a:rPr>
              <a:t>	</a:t>
            </a:r>
            <a:r>
              <a:rPr b="0" i="1" lang="en-GB" sz="1800" spc="69" strike="noStrike">
                <a:solidFill>
                  <a:srgbClr val="454a55"/>
                </a:solidFill>
                <a:latin typeface="Verdana"/>
              </a:rPr>
              <a:t>right-</a:t>
            </a:r>
            <a:r>
              <a:rPr b="0" i="1" lang="en-GB" sz="1800" spc="80" strike="noStrike">
                <a:solidFill>
                  <a:srgbClr val="454a55"/>
                </a:solidFill>
                <a:latin typeface="Verdana"/>
              </a:rPr>
              <a:t>hand</a:t>
            </a:r>
            <a:r>
              <a:rPr b="0" i="1" lang="en-GB" sz="1800" spc="-1" strike="noStrike">
                <a:solidFill>
                  <a:srgbClr val="454a55"/>
                </a:solidFill>
                <a:latin typeface="Verdana"/>
              </a:rPr>
              <a:t>	</a:t>
            </a:r>
            <a:r>
              <a:rPr b="0" i="1" lang="en-GB" sz="1800" spc="80" strike="noStrike">
                <a:solidFill>
                  <a:srgbClr val="454a55"/>
                </a:solidFill>
                <a:latin typeface="Verdana"/>
              </a:rPr>
              <a:t>box).</a:t>
            </a:r>
            <a:endParaRPr b="0" lang="en-GB" sz="1800" spc="-1" strike="noStrike">
              <a:solidFill>
                <a:srgbClr val="000000"/>
              </a:solidFill>
              <a:latin typeface="Arial"/>
            </a:endParaRPr>
          </a:p>
        </p:txBody>
      </p:sp>
      <p:sp>
        <p:nvSpPr>
          <p:cNvPr id="103" name="object 5"/>
          <p:cNvSpPr/>
          <p:nvPr/>
        </p:nvSpPr>
        <p:spPr>
          <a:xfrm>
            <a:off x="412560" y="5026680"/>
            <a:ext cx="4857840" cy="193248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decision</a:t>
            </a:r>
            <a:r>
              <a:rPr b="0" lang="en-GB" sz="1800" spc="-15" strike="noStrike">
                <a:solidFill>
                  <a:srgbClr val="000000"/>
                </a:solidFill>
                <a:latin typeface="Arial MT"/>
              </a:rPr>
              <a:t> </a:t>
            </a:r>
            <a:r>
              <a:rPr b="0" lang="en-GB" sz="1800" spc="-1" strike="noStrike">
                <a:solidFill>
                  <a:srgbClr val="000000"/>
                </a:solidFill>
                <a:latin typeface="Arial MT"/>
              </a:rPr>
              <a:t>tree</a:t>
            </a:r>
            <a:r>
              <a:rPr b="0" lang="en-GB" sz="1800" spc="-21" strike="noStrike">
                <a:solidFill>
                  <a:srgbClr val="000000"/>
                </a:solidFill>
                <a:latin typeface="Arial MT"/>
              </a:rPr>
              <a:t> </a:t>
            </a:r>
            <a:r>
              <a:rPr b="0" lang="en-GB" sz="1800" spc="-1" strike="noStrike">
                <a:solidFill>
                  <a:srgbClr val="000000"/>
                </a:solidFill>
                <a:latin typeface="Arial MT"/>
              </a:rPr>
              <a:t>perfectly</a:t>
            </a:r>
            <a:r>
              <a:rPr b="0" lang="en-GB" sz="1800" spc="-15" strike="noStrike">
                <a:solidFill>
                  <a:srgbClr val="000000"/>
                </a:solidFill>
                <a:latin typeface="Arial MT"/>
              </a:rPr>
              <a:t> </a:t>
            </a:r>
            <a:r>
              <a:rPr b="0" lang="en-GB" sz="1800" spc="-1" strike="noStrike">
                <a:solidFill>
                  <a:srgbClr val="000000"/>
                </a:solidFill>
                <a:latin typeface="Arial MT"/>
              </a:rPr>
              <a:t>divides</a:t>
            </a:r>
            <a:r>
              <a:rPr b="0" lang="en-GB" sz="1800" spc="-15" strike="noStrike">
                <a:solidFill>
                  <a:srgbClr val="000000"/>
                </a:solidFill>
                <a:latin typeface="Arial MT"/>
              </a:rPr>
              <a:t> </a:t>
            </a:r>
            <a:r>
              <a:rPr b="0" lang="en-GB" sz="1800" spc="-26" strike="noStrike">
                <a:solidFill>
                  <a:srgbClr val="000000"/>
                </a:solidFill>
                <a:latin typeface="Arial MT"/>
              </a:rPr>
              <a:t>the </a:t>
            </a:r>
            <a:r>
              <a:rPr b="0" lang="en-GB" sz="1800" spc="-1" strike="noStrike">
                <a:solidFill>
                  <a:srgbClr val="000000"/>
                </a:solidFill>
                <a:latin typeface="Arial MT"/>
              </a:rPr>
              <a:t>observations</a:t>
            </a:r>
            <a:r>
              <a:rPr b="0" lang="en-GB" sz="1800" spc="-32" strike="noStrike">
                <a:solidFill>
                  <a:srgbClr val="000000"/>
                </a:solidFill>
                <a:latin typeface="Arial MT"/>
              </a:rPr>
              <a:t> </a:t>
            </a:r>
            <a:r>
              <a:rPr b="0" lang="en-GB" sz="1800" spc="-1" strike="noStrike">
                <a:solidFill>
                  <a:srgbClr val="000000"/>
                </a:solidFill>
                <a:latin typeface="Arial MT"/>
              </a:rPr>
              <a:t>into</a:t>
            </a:r>
            <a:r>
              <a:rPr b="0" lang="en-GB" sz="1800" spc="-21" strike="noStrike">
                <a:solidFill>
                  <a:srgbClr val="000000"/>
                </a:solidFill>
                <a:latin typeface="Arial MT"/>
              </a:rPr>
              <a:t> </a:t>
            </a:r>
            <a:r>
              <a:rPr b="0" lang="en-GB" sz="1800" spc="-1" strike="noStrike">
                <a:solidFill>
                  <a:srgbClr val="000000"/>
                </a:solidFill>
                <a:latin typeface="Arial MT"/>
              </a:rPr>
              <a:t>two</a:t>
            </a:r>
            <a:r>
              <a:rPr b="0" lang="en-GB" sz="1800" spc="-15" strike="noStrike">
                <a:solidFill>
                  <a:srgbClr val="000000"/>
                </a:solidFill>
                <a:latin typeface="Arial MT"/>
              </a:rPr>
              <a:t> </a:t>
            </a:r>
            <a:r>
              <a:rPr b="0" lang="en-GB" sz="1800" spc="-1" strike="noStrike">
                <a:solidFill>
                  <a:srgbClr val="000000"/>
                </a:solidFill>
                <a:latin typeface="Arial MT"/>
              </a:rPr>
              <a:t>distinct</a:t>
            </a:r>
            <a:r>
              <a:rPr b="0" lang="en-GB" sz="1800" spc="-21" strike="noStrike">
                <a:solidFill>
                  <a:srgbClr val="000000"/>
                </a:solidFill>
                <a:latin typeface="Arial MT"/>
              </a:rPr>
              <a:t> </a:t>
            </a:r>
            <a:r>
              <a:rPr b="0" lang="en-GB" sz="1800" spc="-1" strike="noStrike">
                <a:solidFill>
                  <a:srgbClr val="000000"/>
                </a:solidFill>
                <a:latin typeface="Arial MT"/>
              </a:rPr>
              <a:t>groups.</a:t>
            </a:r>
            <a:r>
              <a:rPr b="0" lang="en-GB" sz="1800" spc="-52" strike="noStrike">
                <a:solidFill>
                  <a:srgbClr val="000000"/>
                </a:solidFill>
                <a:latin typeface="Arial MT"/>
              </a:rPr>
              <a:t> </a:t>
            </a:r>
            <a:r>
              <a:rPr b="0" lang="en-GB" sz="1800" spc="-1" strike="noStrike">
                <a:solidFill>
                  <a:srgbClr val="000000"/>
                </a:solidFill>
                <a:latin typeface="Arial MT"/>
              </a:rPr>
              <a:t>This</a:t>
            </a:r>
            <a:r>
              <a:rPr b="0" lang="en-GB" sz="1800" spc="-21" strike="noStrike">
                <a:solidFill>
                  <a:srgbClr val="000000"/>
                </a:solidFill>
                <a:latin typeface="Arial MT"/>
              </a:rPr>
              <a:t> </a:t>
            </a:r>
            <a:r>
              <a:rPr b="0" lang="en-GB" sz="1800" spc="-1" strike="noStrike">
                <a:solidFill>
                  <a:srgbClr val="000000"/>
                </a:solidFill>
                <a:latin typeface="Arial MT"/>
              </a:rPr>
              <a:t>is</a:t>
            </a:r>
            <a:r>
              <a:rPr b="0" lang="en-GB" sz="1800" spc="-15" strike="noStrike">
                <a:solidFill>
                  <a:srgbClr val="000000"/>
                </a:solidFill>
                <a:latin typeface="Arial MT"/>
              </a:rPr>
              <a:t> </a:t>
            </a:r>
            <a:r>
              <a:rPr b="0" lang="en-GB" sz="1800" spc="-52" strike="noStrike">
                <a:solidFill>
                  <a:srgbClr val="000000"/>
                </a:solidFill>
                <a:latin typeface="Arial MT"/>
              </a:rPr>
              <a:t>a </a:t>
            </a:r>
            <a:r>
              <a:rPr b="0" lang="en-GB" sz="1800" spc="-1" strike="noStrike">
                <a:solidFill>
                  <a:srgbClr val="000000"/>
                </a:solidFill>
                <a:latin typeface="Arial MT"/>
              </a:rPr>
              <a:t>characteristic</a:t>
            </a:r>
            <a:r>
              <a:rPr b="0" lang="en-GB" sz="1800" spc="-32"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ideal</a:t>
            </a:r>
            <a:r>
              <a:rPr b="0" lang="en-GB" sz="1800" spc="-21" strike="noStrike">
                <a:solidFill>
                  <a:srgbClr val="000000"/>
                </a:solidFill>
                <a:latin typeface="Arial MT"/>
              </a:rPr>
              <a:t> </a:t>
            </a:r>
            <a:r>
              <a:rPr b="0" lang="en-GB" sz="1800" spc="-1" strike="noStrike">
                <a:solidFill>
                  <a:srgbClr val="000000"/>
                </a:solidFill>
                <a:latin typeface="Arial MT"/>
              </a:rPr>
              <a:t>decision</a:t>
            </a:r>
            <a:r>
              <a:rPr b="0" lang="en-GB" sz="1800" spc="-21" strike="noStrike">
                <a:solidFill>
                  <a:srgbClr val="000000"/>
                </a:solidFill>
                <a:latin typeface="Arial MT"/>
              </a:rPr>
              <a:t> </a:t>
            </a:r>
            <a:r>
              <a:rPr b="0" lang="en-GB" sz="1800" spc="-1" strike="noStrike">
                <a:solidFill>
                  <a:srgbClr val="000000"/>
                </a:solidFill>
                <a:latin typeface="Arial MT"/>
              </a:rPr>
              <a:t>tree.</a:t>
            </a:r>
            <a:r>
              <a:rPr b="0" lang="en-GB" sz="1800" spc="-55"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2" strike="noStrike">
                <a:solidFill>
                  <a:srgbClr val="000000"/>
                </a:solidFill>
                <a:latin typeface="Arial MT"/>
              </a:rPr>
              <a:t>first </a:t>
            </a:r>
            <a:r>
              <a:rPr b="0" lang="en-GB" sz="1800" spc="-1" strike="noStrike">
                <a:solidFill>
                  <a:srgbClr val="000000"/>
                </a:solidFill>
                <a:latin typeface="Arial MT"/>
              </a:rPr>
              <a:t>box</a:t>
            </a:r>
            <a:r>
              <a:rPr b="0" lang="en-GB" sz="1800" spc="-32" strike="noStrike">
                <a:solidFill>
                  <a:srgbClr val="000000"/>
                </a:solidFill>
                <a:latin typeface="Arial MT"/>
              </a:rPr>
              <a:t> </a:t>
            </a:r>
            <a:r>
              <a:rPr b="0" lang="en-GB" sz="1800" spc="-1" strike="noStrike">
                <a:solidFill>
                  <a:srgbClr val="000000"/>
                </a:solidFill>
                <a:latin typeface="Arial MT"/>
              </a:rPr>
              <a:t>on</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top</a:t>
            </a:r>
            <a:r>
              <a:rPr b="0" lang="en-GB" sz="1800" spc="-15" strike="noStrike">
                <a:solidFill>
                  <a:srgbClr val="000000"/>
                </a:solidFill>
                <a:latin typeface="Arial MT"/>
              </a:rPr>
              <a:t> </a:t>
            </a:r>
            <a:r>
              <a:rPr b="0" lang="en-GB" sz="1800" spc="-1" strike="noStrike">
                <a:solidFill>
                  <a:srgbClr val="000000"/>
                </a:solidFill>
                <a:latin typeface="Arial MT"/>
              </a:rPr>
              <a:t>is</a:t>
            </a:r>
            <a:r>
              <a:rPr b="0" lang="en-GB" sz="1800" spc="-15" strike="noStrike">
                <a:solidFill>
                  <a:srgbClr val="000000"/>
                </a:solidFill>
                <a:latin typeface="Arial MT"/>
              </a:rPr>
              <a:t> </a:t>
            </a:r>
            <a:r>
              <a:rPr b="0" lang="en-GB" sz="1800" spc="-1" strike="noStrike">
                <a:solidFill>
                  <a:srgbClr val="000000"/>
                </a:solidFill>
                <a:latin typeface="Arial MT"/>
              </a:rPr>
              <a:t>called</a:t>
            </a:r>
            <a:r>
              <a:rPr b="0" lang="en-GB" sz="1800" spc="-21" strike="noStrike">
                <a:solidFill>
                  <a:srgbClr val="000000"/>
                </a:solidFill>
                <a:latin typeface="Arial MT"/>
              </a:rPr>
              <a:t> </a:t>
            </a:r>
            <a:r>
              <a:rPr b="0" lang="en-GB" sz="1800" spc="-1" strike="noStrike">
                <a:solidFill>
                  <a:srgbClr val="000000"/>
                </a:solidFill>
                <a:latin typeface="Arial MT"/>
              </a:rPr>
              <a:t>the </a:t>
            </a:r>
            <a:r>
              <a:rPr b="1" lang="en-GB" sz="1800" spc="-1" strike="noStrike">
                <a:solidFill>
                  <a:srgbClr val="000000"/>
                </a:solidFill>
                <a:latin typeface="Arial"/>
              </a:rPr>
              <a:t>root</a:t>
            </a:r>
            <a:r>
              <a:rPr b="1" lang="en-GB" sz="1800" spc="-15" strike="noStrike">
                <a:solidFill>
                  <a:srgbClr val="000000"/>
                </a:solidFill>
                <a:latin typeface="Arial"/>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tree,</a:t>
            </a:r>
            <a:r>
              <a:rPr b="0" lang="en-GB" sz="1800" spc="-15" strike="noStrike">
                <a:solidFill>
                  <a:srgbClr val="000000"/>
                </a:solidFill>
                <a:latin typeface="Arial MT"/>
              </a:rPr>
              <a:t> </a:t>
            </a:r>
            <a:r>
              <a:rPr b="0" lang="en-GB" sz="1800" spc="-26" strike="noStrike">
                <a:solidFill>
                  <a:srgbClr val="000000"/>
                </a:solidFill>
                <a:latin typeface="Arial MT"/>
              </a:rPr>
              <a:t>and </a:t>
            </a:r>
            <a:r>
              <a:rPr b="0" lang="en-GB" sz="1800" spc="-1" strike="noStrike">
                <a:solidFill>
                  <a:srgbClr val="000000"/>
                </a:solidFill>
                <a:latin typeface="Arial MT"/>
              </a:rPr>
              <a:t>is</a:t>
            </a:r>
            <a:r>
              <a:rPr b="0" lang="en-GB" sz="1800" spc="-32"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most</a:t>
            </a:r>
            <a:r>
              <a:rPr b="0" lang="en-GB" sz="1800" spc="-26" strike="noStrike">
                <a:solidFill>
                  <a:srgbClr val="000000"/>
                </a:solidFill>
                <a:latin typeface="Arial MT"/>
              </a:rPr>
              <a:t> </a:t>
            </a:r>
            <a:r>
              <a:rPr b="0" lang="en-GB" sz="1800" spc="-1" strike="noStrike">
                <a:solidFill>
                  <a:srgbClr val="000000"/>
                </a:solidFill>
                <a:latin typeface="Arial MT"/>
              </a:rPr>
              <a:t>important</a:t>
            </a:r>
            <a:r>
              <a:rPr b="0" lang="en-GB" sz="1800" spc="-21" strike="noStrike">
                <a:solidFill>
                  <a:srgbClr val="000000"/>
                </a:solidFill>
                <a:latin typeface="Arial MT"/>
              </a:rPr>
              <a:t> </a:t>
            </a:r>
            <a:r>
              <a:rPr b="0" lang="en-GB" sz="1800" spc="-1" strike="noStrike">
                <a:solidFill>
                  <a:srgbClr val="000000"/>
                </a:solidFill>
                <a:latin typeface="Arial MT"/>
              </a:rPr>
              <a:t>feature</a:t>
            </a:r>
            <a:r>
              <a:rPr b="0" lang="en-GB" sz="1800" spc="-21" strike="noStrike">
                <a:solidFill>
                  <a:srgbClr val="000000"/>
                </a:solidFill>
                <a:latin typeface="Arial MT"/>
              </a:rPr>
              <a:t> </a:t>
            </a:r>
            <a:r>
              <a:rPr b="0" lang="en-GB" sz="1800" spc="-1" strike="noStrike">
                <a:solidFill>
                  <a:srgbClr val="000000"/>
                </a:solidFill>
                <a:latin typeface="Arial MT"/>
              </a:rPr>
              <a:t>of</a:t>
            </a:r>
            <a:r>
              <a:rPr b="0" lang="en-GB" sz="1800" spc="-26"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tree</a:t>
            </a:r>
            <a:r>
              <a:rPr b="0" lang="en-GB" sz="1800" spc="-26" strike="noStrike">
                <a:solidFill>
                  <a:srgbClr val="000000"/>
                </a:solidFill>
                <a:latin typeface="Arial MT"/>
              </a:rPr>
              <a:t> </a:t>
            </a:r>
            <a:r>
              <a:rPr b="0" lang="en-GB" sz="1800" spc="-1" strike="noStrike">
                <a:solidFill>
                  <a:srgbClr val="000000"/>
                </a:solidFill>
                <a:latin typeface="Arial MT"/>
              </a:rPr>
              <a:t>when</a:t>
            </a:r>
            <a:r>
              <a:rPr b="0" lang="en-GB" sz="1800" spc="-21" strike="noStrike">
                <a:solidFill>
                  <a:srgbClr val="000000"/>
                </a:solidFill>
                <a:latin typeface="Arial MT"/>
              </a:rPr>
              <a:t> </a:t>
            </a:r>
            <a:r>
              <a:rPr b="0" lang="en-GB" sz="1800" spc="-26" strike="noStrike">
                <a:solidFill>
                  <a:srgbClr val="000000"/>
                </a:solidFill>
                <a:latin typeface="Arial MT"/>
              </a:rPr>
              <a:t>it </a:t>
            </a:r>
            <a:r>
              <a:rPr b="0" lang="en-GB" sz="1800" spc="-1" strike="noStrike">
                <a:solidFill>
                  <a:srgbClr val="000000"/>
                </a:solidFill>
                <a:latin typeface="Arial MT"/>
              </a:rPr>
              <a:t>comes</a:t>
            </a:r>
            <a:r>
              <a:rPr b="0" lang="en-GB" sz="1800" spc="-32" strike="noStrike">
                <a:solidFill>
                  <a:srgbClr val="000000"/>
                </a:solidFill>
                <a:latin typeface="Arial MT"/>
              </a:rPr>
              <a:t> </a:t>
            </a:r>
            <a:r>
              <a:rPr b="0" lang="en-GB" sz="1800" spc="-1" strike="noStrike">
                <a:solidFill>
                  <a:srgbClr val="000000"/>
                </a:solidFill>
                <a:latin typeface="Arial MT"/>
              </a:rPr>
              <a:t>to</a:t>
            </a:r>
            <a:r>
              <a:rPr b="0" lang="en-GB" sz="1800" spc="-15" strike="noStrike">
                <a:solidFill>
                  <a:srgbClr val="000000"/>
                </a:solidFill>
                <a:latin typeface="Arial MT"/>
              </a:rPr>
              <a:t> </a:t>
            </a:r>
            <a:r>
              <a:rPr b="0" lang="en-GB" sz="1800" spc="-1" strike="noStrike">
                <a:solidFill>
                  <a:srgbClr val="000000"/>
                </a:solidFill>
                <a:latin typeface="Arial MT"/>
              </a:rPr>
              <a:t>deciding</a:t>
            </a:r>
            <a:r>
              <a:rPr b="0" lang="en-GB" sz="1800" spc="-21" strike="noStrike">
                <a:solidFill>
                  <a:srgbClr val="000000"/>
                </a:solidFill>
                <a:latin typeface="Arial MT"/>
              </a:rPr>
              <a:t> </a:t>
            </a:r>
            <a:r>
              <a:rPr b="0" lang="en-GB" sz="1800" spc="-1" strike="noStrike">
                <a:solidFill>
                  <a:srgbClr val="000000"/>
                </a:solidFill>
                <a:latin typeface="Arial MT"/>
              </a:rPr>
              <a:t>how</a:t>
            </a:r>
            <a:r>
              <a:rPr b="0" lang="en-GB" sz="1800" spc="-15" strike="noStrike">
                <a:solidFill>
                  <a:srgbClr val="000000"/>
                </a:solidFill>
                <a:latin typeface="Arial MT"/>
              </a:rPr>
              <a:t> </a:t>
            </a:r>
            <a:r>
              <a:rPr b="0" lang="en-GB" sz="1800" spc="-1" strike="noStrike">
                <a:solidFill>
                  <a:srgbClr val="000000"/>
                </a:solidFill>
                <a:latin typeface="Arial MT"/>
              </a:rPr>
              <a:t>to</a:t>
            </a:r>
            <a:r>
              <a:rPr b="0" lang="en-GB" sz="1800" spc="-21" strike="noStrike">
                <a:solidFill>
                  <a:srgbClr val="000000"/>
                </a:solidFill>
                <a:latin typeface="Arial MT"/>
              </a:rPr>
              <a:t> </a:t>
            </a:r>
            <a:r>
              <a:rPr b="0" lang="en-GB" sz="1800" spc="-1" strike="noStrike">
                <a:solidFill>
                  <a:srgbClr val="000000"/>
                </a:solidFill>
                <a:latin typeface="Arial MT"/>
              </a:rPr>
              <a:t>group</a:t>
            </a:r>
            <a:r>
              <a:rPr b="0" lang="en-GB" sz="1800" spc="-15" strike="noStrike">
                <a:solidFill>
                  <a:srgbClr val="000000"/>
                </a:solidFill>
                <a:latin typeface="Arial MT"/>
              </a:rPr>
              <a:t> </a:t>
            </a:r>
            <a:r>
              <a:rPr b="0" lang="en-GB" sz="1800" spc="-26" strike="noStrike">
                <a:solidFill>
                  <a:srgbClr val="000000"/>
                </a:solidFill>
                <a:latin typeface="Arial MT"/>
              </a:rPr>
              <a:t>the </a:t>
            </a:r>
            <a:r>
              <a:rPr b="0" lang="en-GB" sz="1800" spc="-12" strike="noStrike">
                <a:solidFill>
                  <a:srgbClr val="000000"/>
                </a:solidFill>
                <a:latin typeface="Arial MT"/>
              </a:rPr>
              <a:t>observations.</a:t>
            </a:r>
            <a:endParaRPr b="0" lang="en-GB" sz="1800" spc="-1" strike="noStrike">
              <a:solidFill>
                <a:srgbClr val="000000"/>
              </a:solidFill>
              <a:latin typeface="Arial"/>
            </a:endParaRPr>
          </a:p>
        </p:txBody>
      </p:sp>
      <p:pic>
        <p:nvPicPr>
          <p:cNvPr id="104" name="object 6" descr=""/>
          <p:cNvPicPr/>
          <p:nvPr/>
        </p:nvPicPr>
        <p:blipFill>
          <a:blip r:embed="rId1"/>
          <a:stretch/>
        </p:blipFill>
        <p:spPr>
          <a:xfrm>
            <a:off x="6322320" y="144360"/>
            <a:ext cx="4433040" cy="3370680"/>
          </a:xfrm>
          <a:prstGeom prst="rect">
            <a:avLst/>
          </a:prstGeom>
          <a:ln w="0">
            <a:noFill/>
          </a:ln>
        </p:spPr>
      </p:pic>
      <p:sp>
        <p:nvSpPr>
          <p:cNvPr id="105" name="object 7"/>
          <p:cNvSpPr/>
          <p:nvPr/>
        </p:nvSpPr>
        <p:spPr>
          <a:xfrm>
            <a:off x="5946480" y="4205520"/>
            <a:ext cx="4764240" cy="220680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boxes</a:t>
            </a:r>
            <a:r>
              <a:rPr b="0" lang="en-GB" sz="1800" spc="-15" strike="noStrike">
                <a:solidFill>
                  <a:srgbClr val="000000"/>
                </a:solidFill>
                <a:latin typeface="Arial MT"/>
              </a:rPr>
              <a:t> </a:t>
            </a:r>
            <a:r>
              <a:rPr b="0" lang="en-GB" sz="1800" spc="-1" strike="noStrike">
                <a:solidFill>
                  <a:srgbClr val="000000"/>
                </a:solidFill>
                <a:latin typeface="Arial MT"/>
              </a:rPr>
              <a:t>under</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root</a:t>
            </a:r>
            <a:r>
              <a:rPr b="0" lang="en-GB" sz="1800" spc="-15" strike="noStrike">
                <a:solidFill>
                  <a:srgbClr val="000000"/>
                </a:solidFill>
                <a:latin typeface="Arial MT"/>
              </a:rPr>
              <a:t> </a:t>
            </a:r>
            <a:r>
              <a:rPr b="0" lang="en-GB" sz="1800" spc="-1" strike="noStrike">
                <a:solidFill>
                  <a:srgbClr val="000000"/>
                </a:solidFill>
                <a:latin typeface="Arial MT"/>
              </a:rPr>
              <a:t>node</a:t>
            </a:r>
            <a:r>
              <a:rPr b="0" lang="en-GB" sz="1800" spc="-15" strike="noStrike">
                <a:solidFill>
                  <a:srgbClr val="000000"/>
                </a:solidFill>
                <a:latin typeface="Arial MT"/>
              </a:rPr>
              <a:t> </a:t>
            </a:r>
            <a:r>
              <a:rPr b="0" lang="en-GB" sz="1800" spc="-1" strike="noStrike">
                <a:solidFill>
                  <a:srgbClr val="000000"/>
                </a:solidFill>
                <a:latin typeface="Arial MT"/>
              </a:rPr>
              <a:t>are</a:t>
            </a:r>
            <a:r>
              <a:rPr b="0" lang="en-GB" sz="1800" spc="-15" strike="noStrike">
                <a:solidFill>
                  <a:srgbClr val="000000"/>
                </a:solidFill>
                <a:latin typeface="Arial MT"/>
              </a:rPr>
              <a:t> </a:t>
            </a:r>
            <a:r>
              <a:rPr b="0" lang="en-GB" sz="1800" spc="-1" strike="noStrike">
                <a:solidFill>
                  <a:srgbClr val="000000"/>
                </a:solidFill>
                <a:latin typeface="Arial MT"/>
              </a:rPr>
              <a:t>known</a:t>
            </a:r>
            <a:r>
              <a:rPr b="0" lang="en-GB" sz="1800" spc="-15" strike="noStrike">
                <a:solidFill>
                  <a:srgbClr val="000000"/>
                </a:solidFill>
                <a:latin typeface="Arial MT"/>
              </a:rPr>
              <a:t> </a:t>
            </a:r>
            <a:r>
              <a:rPr b="0" lang="en-GB" sz="1800" spc="-26" strike="noStrike">
                <a:solidFill>
                  <a:srgbClr val="000000"/>
                </a:solidFill>
                <a:latin typeface="Arial MT"/>
              </a:rPr>
              <a:t>as </a:t>
            </a:r>
            <a:r>
              <a:rPr b="0" lang="en-GB" sz="1800" spc="-1" strike="noStrike">
                <a:solidFill>
                  <a:srgbClr val="000000"/>
                </a:solidFill>
                <a:latin typeface="Arial MT"/>
              </a:rPr>
              <a:t>the</a:t>
            </a:r>
            <a:r>
              <a:rPr b="0" lang="en-GB" sz="1800" spc="-21" strike="noStrike">
                <a:solidFill>
                  <a:srgbClr val="000000"/>
                </a:solidFill>
                <a:latin typeface="Arial MT"/>
              </a:rPr>
              <a:t> </a:t>
            </a:r>
            <a:r>
              <a:rPr b="1" lang="en-GB" sz="1800" spc="-1" strike="noStrike">
                <a:solidFill>
                  <a:srgbClr val="000000"/>
                </a:solidFill>
                <a:latin typeface="Arial"/>
              </a:rPr>
              <a:t>children</a:t>
            </a:r>
            <a:r>
              <a:rPr b="0" lang="en-GB" sz="1800" spc="-1" strike="noStrike">
                <a:solidFill>
                  <a:srgbClr val="000000"/>
                </a:solidFill>
                <a:latin typeface="Arial MT"/>
              </a:rPr>
              <a:t>.</a:t>
            </a:r>
            <a:r>
              <a:rPr b="0" lang="en-GB" sz="1800" spc="-26" strike="noStrike">
                <a:solidFill>
                  <a:srgbClr val="000000"/>
                </a:solidFill>
                <a:latin typeface="Arial MT"/>
              </a:rPr>
              <a:t> </a:t>
            </a:r>
            <a:r>
              <a:rPr b="0" lang="en-GB" sz="1800" spc="-1" strike="noStrike">
                <a:solidFill>
                  <a:srgbClr val="000000"/>
                </a:solidFill>
                <a:latin typeface="Arial MT"/>
              </a:rPr>
              <a:t>In</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preceding</a:t>
            </a:r>
            <a:r>
              <a:rPr b="0" lang="en-GB" sz="1800" spc="-21" strike="noStrike">
                <a:solidFill>
                  <a:srgbClr val="000000"/>
                </a:solidFill>
                <a:latin typeface="Arial MT"/>
              </a:rPr>
              <a:t> </a:t>
            </a:r>
            <a:r>
              <a:rPr b="0" lang="en-GB" sz="1800" spc="-12" strike="noStrike">
                <a:solidFill>
                  <a:srgbClr val="000000"/>
                </a:solidFill>
                <a:latin typeface="Arial MT"/>
              </a:rPr>
              <a:t>tree,</a:t>
            </a:r>
            <a:endParaRPr b="0" lang="en-GB" sz="1800" spc="-1" strike="noStrike">
              <a:solidFill>
                <a:srgbClr val="000000"/>
              </a:solidFill>
              <a:latin typeface="Arial"/>
            </a:endParaRPr>
          </a:p>
          <a:p>
            <a:pPr marL="12600">
              <a:lnSpc>
                <a:spcPct val="100000"/>
              </a:lnSpc>
            </a:pPr>
            <a:r>
              <a:rPr b="0" lang="en-GB" sz="1800" spc="-1" strike="noStrike">
                <a:solidFill>
                  <a:srgbClr val="000000"/>
                </a:solidFill>
                <a:latin typeface="Arial MT"/>
              </a:rPr>
              <a:t>the</a:t>
            </a:r>
            <a:r>
              <a:rPr b="0" lang="en-GB" sz="1800" spc="-26" strike="noStrike">
                <a:solidFill>
                  <a:srgbClr val="000000"/>
                </a:solidFill>
                <a:latin typeface="Arial MT"/>
              </a:rPr>
              <a:t> </a:t>
            </a:r>
            <a:r>
              <a:rPr b="1" lang="en-GB" sz="1800" spc="-1" strike="noStrike">
                <a:solidFill>
                  <a:srgbClr val="000000"/>
                </a:solidFill>
                <a:latin typeface="Arial"/>
              </a:rPr>
              <a:t>children</a:t>
            </a:r>
            <a:r>
              <a:rPr b="1" lang="en-GB" sz="1800" spc="-12" strike="noStrike">
                <a:solidFill>
                  <a:srgbClr val="000000"/>
                </a:solidFill>
                <a:latin typeface="Arial"/>
              </a:rPr>
              <a:t> </a:t>
            </a:r>
            <a:r>
              <a:rPr b="0" lang="en-GB" sz="1800" spc="-1" strike="noStrike">
                <a:solidFill>
                  <a:srgbClr val="000000"/>
                </a:solidFill>
                <a:latin typeface="Arial MT"/>
              </a:rPr>
              <a:t>are</a:t>
            </a:r>
            <a:r>
              <a:rPr b="0" lang="en-GB" sz="1800" spc="-21" strike="noStrike">
                <a:solidFill>
                  <a:srgbClr val="000000"/>
                </a:solidFill>
                <a:latin typeface="Arial MT"/>
              </a:rPr>
              <a:t> </a:t>
            </a:r>
            <a:r>
              <a:rPr b="0" lang="en-GB" sz="1800" spc="-1" strike="noStrike">
                <a:solidFill>
                  <a:srgbClr val="000000"/>
                </a:solidFill>
                <a:latin typeface="Arial MT"/>
              </a:rPr>
              <a:t>also</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2" strike="noStrike">
                <a:solidFill>
                  <a:srgbClr val="000000"/>
                </a:solidFill>
                <a:latin typeface="Arial MT"/>
              </a:rPr>
              <a:t> </a:t>
            </a:r>
            <a:r>
              <a:rPr b="1" lang="en-GB" sz="1800" spc="-1" strike="noStrike">
                <a:solidFill>
                  <a:srgbClr val="000000"/>
                </a:solidFill>
                <a:latin typeface="Arial"/>
              </a:rPr>
              <a:t>leaf</a:t>
            </a:r>
            <a:r>
              <a:rPr b="1" lang="en-GB" sz="1800" spc="-15" strike="noStrike">
                <a:solidFill>
                  <a:srgbClr val="000000"/>
                </a:solidFill>
                <a:latin typeface="Arial"/>
              </a:rPr>
              <a:t> </a:t>
            </a:r>
            <a:r>
              <a:rPr b="0" lang="en-GB" sz="1800" spc="-12" strike="noStrike">
                <a:solidFill>
                  <a:srgbClr val="000000"/>
                </a:solidFill>
                <a:latin typeface="Arial MT"/>
              </a:rPr>
              <a:t>nodes.</a:t>
            </a:r>
            <a:endParaRPr b="0" lang="en-GB" sz="1800" spc="-1" strike="noStrike">
              <a:solidFill>
                <a:srgbClr val="000000"/>
              </a:solidFill>
              <a:latin typeface="Arial"/>
            </a:endParaRPr>
          </a:p>
          <a:p>
            <a:pPr marL="12600">
              <a:lnSpc>
                <a:spcPct val="100000"/>
              </a:lnSpc>
            </a:pPr>
            <a:r>
              <a:rPr b="0" lang="en-GB" sz="1800" spc="-1" strike="noStrike">
                <a:solidFill>
                  <a:srgbClr val="000000"/>
                </a:solidFill>
                <a:latin typeface="Arial MT"/>
              </a:rPr>
              <a:t>The</a:t>
            </a:r>
            <a:r>
              <a:rPr b="0" lang="en-GB" sz="1800" spc="-21" strike="noStrike">
                <a:solidFill>
                  <a:srgbClr val="000000"/>
                </a:solidFill>
                <a:latin typeface="Arial MT"/>
              </a:rPr>
              <a:t> </a:t>
            </a:r>
            <a:r>
              <a:rPr b="1" lang="en-GB" sz="1800" spc="-1" strike="noStrike">
                <a:solidFill>
                  <a:srgbClr val="000000"/>
                </a:solidFill>
                <a:latin typeface="Arial"/>
              </a:rPr>
              <a:t>leaf</a:t>
            </a:r>
            <a:r>
              <a:rPr b="1" lang="en-GB" sz="1800" spc="-15" strike="noStrike">
                <a:solidFill>
                  <a:srgbClr val="000000"/>
                </a:solidFill>
                <a:latin typeface="Arial"/>
              </a:rPr>
              <a:t> </a:t>
            </a:r>
            <a:r>
              <a:rPr b="0" lang="en-GB" sz="1800" spc="-1" strike="noStrike">
                <a:solidFill>
                  <a:srgbClr val="000000"/>
                </a:solidFill>
                <a:latin typeface="Arial MT"/>
              </a:rPr>
              <a:t>is</a:t>
            </a:r>
            <a:r>
              <a:rPr b="0" lang="en-GB" sz="1800" spc="-12"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last</a:t>
            </a:r>
            <a:r>
              <a:rPr b="0" lang="en-GB" sz="1800" spc="-12" strike="noStrike">
                <a:solidFill>
                  <a:srgbClr val="000000"/>
                </a:solidFill>
                <a:latin typeface="Arial MT"/>
              </a:rPr>
              <a:t> </a:t>
            </a:r>
            <a:r>
              <a:rPr b="0" lang="en-GB" sz="1800" spc="-1" strike="noStrike">
                <a:solidFill>
                  <a:srgbClr val="000000"/>
                </a:solidFill>
                <a:latin typeface="Arial MT"/>
              </a:rPr>
              <a:t>set</a:t>
            </a:r>
            <a:r>
              <a:rPr b="0" lang="en-GB" sz="1800" spc="-15" strike="noStrike">
                <a:solidFill>
                  <a:srgbClr val="000000"/>
                </a:solidFill>
                <a:latin typeface="Arial MT"/>
              </a:rPr>
              <a:t> </a:t>
            </a:r>
            <a:r>
              <a:rPr b="0" lang="en-GB" sz="1800" spc="-1" strike="noStrike">
                <a:solidFill>
                  <a:srgbClr val="000000"/>
                </a:solidFill>
                <a:latin typeface="Arial MT"/>
              </a:rPr>
              <a:t>of</a:t>
            </a:r>
            <a:r>
              <a:rPr b="0" lang="en-GB" sz="1800" spc="-15" strike="noStrike">
                <a:solidFill>
                  <a:srgbClr val="000000"/>
                </a:solidFill>
                <a:latin typeface="Arial MT"/>
              </a:rPr>
              <a:t> </a:t>
            </a:r>
            <a:r>
              <a:rPr b="0" lang="en-GB" sz="1800" spc="-1" strike="noStrike">
                <a:solidFill>
                  <a:srgbClr val="000000"/>
                </a:solidFill>
                <a:latin typeface="Arial MT"/>
              </a:rPr>
              <a:t>boxes,</a:t>
            </a:r>
            <a:r>
              <a:rPr b="0" lang="en-GB" sz="1800" spc="-12" strike="noStrike">
                <a:solidFill>
                  <a:srgbClr val="000000"/>
                </a:solidFill>
                <a:latin typeface="Arial MT"/>
              </a:rPr>
              <a:t> </a:t>
            </a:r>
            <a:r>
              <a:rPr b="0" lang="en-GB" sz="1800" spc="-1" strike="noStrike">
                <a:solidFill>
                  <a:srgbClr val="000000"/>
                </a:solidFill>
                <a:latin typeface="Arial MT"/>
              </a:rPr>
              <a:t>usually</a:t>
            </a:r>
            <a:r>
              <a:rPr b="0" lang="en-GB" sz="1800" spc="-15" strike="noStrike">
                <a:solidFill>
                  <a:srgbClr val="000000"/>
                </a:solidFill>
                <a:latin typeface="Arial MT"/>
              </a:rPr>
              <a:t> </a:t>
            </a:r>
            <a:r>
              <a:rPr b="0" lang="en-GB" sz="1800" spc="-1" strike="noStrike">
                <a:solidFill>
                  <a:srgbClr val="000000"/>
                </a:solidFill>
                <a:latin typeface="Arial MT"/>
              </a:rPr>
              <a:t>in</a:t>
            </a:r>
            <a:r>
              <a:rPr b="0" lang="en-GB" sz="1800" spc="-12" strike="noStrike">
                <a:solidFill>
                  <a:srgbClr val="000000"/>
                </a:solidFill>
                <a:latin typeface="Arial MT"/>
              </a:rPr>
              <a:t> </a:t>
            </a:r>
            <a:r>
              <a:rPr b="0" lang="en-GB" sz="1800" spc="-26" strike="noStrike">
                <a:solidFill>
                  <a:srgbClr val="000000"/>
                </a:solidFill>
                <a:latin typeface="Arial MT"/>
              </a:rPr>
              <a:t>the </a:t>
            </a:r>
            <a:r>
              <a:rPr b="0" lang="en-GB" sz="1800" spc="-1" strike="noStrike">
                <a:solidFill>
                  <a:srgbClr val="000000"/>
                </a:solidFill>
                <a:latin typeface="Arial MT"/>
              </a:rPr>
              <a:t>bottommost</a:t>
            </a:r>
            <a:r>
              <a:rPr b="0" lang="en-GB" sz="1800" spc="-35" strike="noStrike">
                <a:solidFill>
                  <a:srgbClr val="000000"/>
                </a:solidFill>
                <a:latin typeface="Arial MT"/>
              </a:rPr>
              <a:t> </a:t>
            </a:r>
            <a:r>
              <a:rPr b="0" lang="en-GB" sz="1800" spc="-1" strike="noStrike">
                <a:solidFill>
                  <a:srgbClr val="000000"/>
                </a:solidFill>
                <a:latin typeface="Arial MT"/>
              </a:rPr>
              <a:t>part</a:t>
            </a:r>
            <a:r>
              <a:rPr b="0" lang="en-GB" sz="1800" spc="-21"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tree.</a:t>
            </a:r>
            <a:r>
              <a:rPr b="0" lang="en-GB" sz="1800" spc="-120" strike="noStrike">
                <a:solidFill>
                  <a:srgbClr val="000000"/>
                </a:solidFill>
                <a:latin typeface="Arial MT"/>
              </a:rPr>
              <a:t> </a:t>
            </a:r>
            <a:r>
              <a:rPr b="0" lang="en-GB" sz="1800" spc="-1" strike="noStrike">
                <a:solidFill>
                  <a:srgbClr val="000000"/>
                </a:solidFill>
                <a:latin typeface="Arial MT"/>
              </a:rPr>
              <a:t>As</a:t>
            </a:r>
            <a:r>
              <a:rPr b="0" lang="en-GB" sz="1800" spc="-21" strike="noStrike">
                <a:solidFill>
                  <a:srgbClr val="000000"/>
                </a:solidFill>
                <a:latin typeface="Arial MT"/>
              </a:rPr>
              <a:t> </a:t>
            </a:r>
            <a:r>
              <a:rPr b="0" lang="en-GB" sz="1800" spc="-1" strike="noStrike">
                <a:solidFill>
                  <a:srgbClr val="000000"/>
                </a:solidFill>
                <a:latin typeface="Arial MT"/>
              </a:rPr>
              <a:t>you</a:t>
            </a:r>
            <a:r>
              <a:rPr b="0" lang="en-GB" sz="1800" spc="-21" strike="noStrike">
                <a:solidFill>
                  <a:srgbClr val="000000"/>
                </a:solidFill>
                <a:latin typeface="Arial MT"/>
              </a:rPr>
              <a:t> </a:t>
            </a:r>
            <a:r>
              <a:rPr b="0" lang="en-GB" sz="1800" spc="-1" strike="noStrike">
                <a:solidFill>
                  <a:srgbClr val="000000"/>
                </a:solidFill>
                <a:latin typeface="Arial MT"/>
              </a:rPr>
              <a:t>might</a:t>
            </a:r>
            <a:r>
              <a:rPr b="0" lang="en-GB" sz="1800" spc="26" strike="noStrike">
                <a:solidFill>
                  <a:srgbClr val="000000"/>
                </a:solidFill>
                <a:latin typeface="Arial MT"/>
              </a:rPr>
              <a:t> </a:t>
            </a:r>
            <a:r>
              <a:rPr b="0" lang="en-GB" sz="1800" spc="-21" strike="noStrike">
                <a:solidFill>
                  <a:srgbClr val="000000"/>
                </a:solidFill>
                <a:latin typeface="Arial MT"/>
              </a:rPr>
              <a:t>have </a:t>
            </a:r>
            <a:r>
              <a:rPr b="0" lang="en-GB" sz="1800" spc="-1" strike="noStrike">
                <a:solidFill>
                  <a:srgbClr val="000000"/>
                </a:solidFill>
                <a:latin typeface="Arial MT"/>
              </a:rPr>
              <a:t>guessed,</a:t>
            </a:r>
            <a:r>
              <a:rPr b="0" lang="en-GB" sz="1800" spc="-26"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decision</a:t>
            </a:r>
            <a:r>
              <a:rPr b="0" lang="en-GB" sz="1800" spc="-26" strike="noStrike">
                <a:solidFill>
                  <a:srgbClr val="000000"/>
                </a:solidFill>
                <a:latin typeface="Arial MT"/>
              </a:rPr>
              <a:t> </a:t>
            </a:r>
            <a:r>
              <a:rPr b="0" lang="en-GB" sz="1800" spc="-1" strike="noStrike">
                <a:solidFill>
                  <a:srgbClr val="000000"/>
                </a:solidFill>
                <a:latin typeface="Arial MT"/>
              </a:rPr>
              <a:t>tree</a:t>
            </a:r>
            <a:r>
              <a:rPr b="0" lang="en-GB" sz="1800" spc="-26" strike="noStrike">
                <a:solidFill>
                  <a:srgbClr val="000000"/>
                </a:solidFill>
                <a:latin typeface="Arial MT"/>
              </a:rPr>
              <a:t> </a:t>
            </a:r>
            <a:r>
              <a:rPr b="0" lang="en-GB" sz="1800" spc="-1" strike="noStrike">
                <a:solidFill>
                  <a:srgbClr val="000000"/>
                </a:solidFill>
                <a:latin typeface="Arial MT"/>
              </a:rPr>
              <a:t>represents</a:t>
            </a:r>
            <a:r>
              <a:rPr b="0" lang="en-GB" sz="1800" spc="-21" strike="noStrike">
                <a:solidFill>
                  <a:srgbClr val="000000"/>
                </a:solidFill>
                <a:latin typeface="Arial MT"/>
              </a:rPr>
              <a:t> </a:t>
            </a:r>
            <a:r>
              <a:rPr b="0" lang="en-GB" sz="1800" spc="-52" strike="noStrike">
                <a:solidFill>
                  <a:srgbClr val="000000"/>
                </a:solidFill>
                <a:latin typeface="Arial MT"/>
              </a:rPr>
              <a:t>a</a:t>
            </a:r>
            <a:r>
              <a:rPr b="0" lang="en-GB" sz="1800" spc="494" strike="noStrike">
                <a:solidFill>
                  <a:srgbClr val="000000"/>
                </a:solidFill>
                <a:latin typeface="Arial MT"/>
              </a:rPr>
              <a:t> </a:t>
            </a:r>
            <a:r>
              <a:rPr b="0" lang="en-GB" sz="1800" spc="-1" strike="noStrike">
                <a:solidFill>
                  <a:srgbClr val="000000"/>
                </a:solidFill>
                <a:latin typeface="Arial MT"/>
              </a:rPr>
              <a:t>regular</a:t>
            </a:r>
            <a:r>
              <a:rPr b="0" lang="en-GB" sz="1800" spc="-35" strike="noStrike">
                <a:solidFill>
                  <a:srgbClr val="000000"/>
                </a:solidFill>
                <a:latin typeface="Arial MT"/>
              </a:rPr>
              <a:t> </a:t>
            </a:r>
            <a:r>
              <a:rPr b="0" lang="en-GB" sz="1800" spc="-1" strike="noStrike">
                <a:solidFill>
                  <a:srgbClr val="000000"/>
                </a:solidFill>
                <a:latin typeface="Arial MT"/>
              </a:rPr>
              <a:t>tree,</a:t>
            </a:r>
            <a:r>
              <a:rPr b="0" lang="en-GB" sz="1800" spc="-21" strike="noStrike">
                <a:solidFill>
                  <a:srgbClr val="000000"/>
                </a:solidFill>
                <a:latin typeface="Arial MT"/>
              </a:rPr>
              <a:t> </a:t>
            </a:r>
            <a:r>
              <a:rPr b="0" lang="en-GB" sz="1800" spc="-1" strike="noStrike">
                <a:solidFill>
                  <a:srgbClr val="000000"/>
                </a:solidFill>
                <a:latin typeface="Arial MT"/>
              </a:rPr>
              <a:t>but</a:t>
            </a:r>
            <a:r>
              <a:rPr b="0" lang="en-GB" sz="1800" spc="-21" strike="noStrike">
                <a:solidFill>
                  <a:srgbClr val="000000"/>
                </a:solidFill>
                <a:latin typeface="Arial MT"/>
              </a:rPr>
              <a:t> </a:t>
            </a:r>
            <a:r>
              <a:rPr b="0" lang="en-GB" sz="1800" spc="-1" strike="noStrike">
                <a:solidFill>
                  <a:srgbClr val="000000"/>
                </a:solidFill>
                <a:latin typeface="Arial MT"/>
              </a:rPr>
              <a:t>inverted,</a:t>
            </a:r>
            <a:r>
              <a:rPr b="0" lang="en-GB" sz="1800" spc="-21" strike="noStrike">
                <a:solidFill>
                  <a:srgbClr val="000000"/>
                </a:solidFill>
                <a:latin typeface="Arial MT"/>
              </a:rPr>
              <a:t> </a:t>
            </a:r>
            <a:r>
              <a:rPr b="0" lang="en-GB" sz="1800" spc="-1" strike="noStrike">
                <a:solidFill>
                  <a:srgbClr val="000000"/>
                </a:solidFill>
                <a:latin typeface="Arial MT"/>
              </a:rPr>
              <a:t>or</a:t>
            </a:r>
            <a:r>
              <a:rPr b="0" lang="en-GB" sz="1800" spc="-21" strike="noStrike">
                <a:solidFill>
                  <a:srgbClr val="000000"/>
                </a:solidFill>
                <a:latin typeface="Arial MT"/>
              </a:rPr>
              <a:t> </a:t>
            </a:r>
            <a:r>
              <a:rPr b="0" lang="en-GB" sz="1800" spc="-1" strike="noStrike">
                <a:solidFill>
                  <a:srgbClr val="000000"/>
                </a:solidFill>
                <a:latin typeface="Arial MT"/>
              </a:rPr>
              <a:t>upside</a:t>
            </a:r>
            <a:r>
              <a:rPr b="0" lang="en-GB" sz="1800" spc="-21" strike="noStrike">
                <a:solidFill>
                  <a:srgbClr val="000000"/>
                </a:solidFill>
                <a:latin typeface="Arial MT"/>
              </a:rPr>
              <a:t> </a:t>
            </a:r>
            <a:r>
              <a:rPr b="0" lang="en-GB" sz="1800" spc="-12" strike="noStrike">
                <a:solidFill>
                  <a:srgbClr val="000000"/>
                </a:solidFill>
                <a:latin typeface="Arial MT"/>
              </a:rPr>
              <a:t>down.</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788040" y="153720"/>
            <a:ext cx="10362600" cy="276120"/>
          </a:xfrm>
          <a:prstGeom prst="rect">
            <a:avLst/>
          </a:prstGeom>
          <a:noFill/>
          <a:ln w="0">
            <a:noFill/>
          </a:ln>
        </p:spPr>
        <p:txBody>
          <a:bodyPr lIns="0" rIns="0" tIns="0" bIns="0" anchor="t">
            <a:noAutofit/>
          </a:bodyPr>
          <a:p>
            <a:pPr indent="0">
              <a:lnSpc>
                <a:spcPct val="100000"/>
              </a:lnSpc>
              <a:buNone/>
              <a:tabLst>
                <a:tab algn="l" pos="0"/>
              </a:tabLst>
            </a:pPr>
            <a:r>
              <a:rPr b="1" lang="en-US" sz="1800" spc="-1" strike="noStrike">
                <a:solidFill>
                  <a:schemeClr val="dk1"/>
                </a:solidFill>
                <a:latin typeface="Arial"/>
              </a:rPr>
              <a:t>                       </a:t>
            </a:r>
            <a:r>
              <a:rPr b="1" lang="en-US" sz="1800" spc="-1" strike="noStrike">
                <a:solidFill>
                  <a:schemeClr val="dk1"/>
                </a:solidFill>
                <a:latin typeface="Arial"/>
              </a:rPr>
              <a:t>STRENGTH, WEAKNESS  AND ASSUMPTION OF DECISION TREE CLASSIFIER</a:t>
            </a:r>
            <a:endParaRPr b="0" lang="en-GB" sz="1800" spc="-1" strike="noStrike">
              <a:solidFill>
                <a:srgbClr val="000000"/>
              </a:solidFill>
              <a:latin typeface="Arial"/>
            </a:endParaRPr>
          </a:p>
        </p:txBody>
      </p:sp>
      <p:graphicFrame>
        <p:nvGraphicFramePr>
          <p:cNvPr id="107" name="Table 3"/>
          <p:cNvGraphicFramePr/>
          <p:nvPr/>
        </p:nvGraphicFramePr>
        <p:xfrm>
          <a:off x="1332720" y="601200"/>
          <a:ext cx="9612360" cy="4160160"/>
        </p:xfrm>
        <a:graphic>
          <a:graphicData uri="http://schemas.openxmlformats.org/drawingml/2006/table">
            <a:tbl>
              <a:tblPr/>
              <a:tblGrid>
                <a:gridCol w="4781880"/>
                <a:gridCol w="4830840"/>
              </a:tblGrid>
              <a:tr h="640080">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STRENGTH</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WEAKNESS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r>
              <a:tr h="993600">
                <a:tc>
                  <a:txBody>
                    <a:bodyPr anchor="t">
                      <a:noAutofit/>
                    </a:bodyPr>
                    <a:p>
                      <a:pPr>
                        <a:lnSpc>
                          <a:spcPct val="100000"/>
                        </a:lnSpc>
                      </a:pPr>
                      <a:r>
                        <a:rPr b="0" lang="en-US" sz="1800" spc="-1" strike="noStrike">
                          <a:solidFill>
                            <a:schemeClr val="dk1"/>
                          </a:solidFill>
                          <a:latin typeface="Calibri"/>
                        </a:rPr>
                        <a:t>Simple to understand and visualize.</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Prone to overfitting, especially with deep trees.</a:t>
                      </a:r>
                      <a:endParaRPr b="0" lang="en-GB" sz="1800" spc="-1" strike="noStrike">
                        <a:solidFill>
                          <a:srgbClr val="000000"/>
                        </a:solidFill>
                        <a:latin typeface="Arial"/>
                      </a:endParaRPr>
                    </a:p>
                    <a:p>
                      <a:pPr>
                        <a:lnSpc>
                          <a:spcPct val="100000"/>
                        </a:lnSpc>
                      </a:pP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640080">
                <a:tc>
                  <a:txBody>
                    <a:bodyPr anchor="t">
                      <a:noAutofit/>
                    </a:bodyPr>
                    <a:p>
                      <a:pPr>
                        <a:lnSpc>
                          <a:spcPct val="100000"/>
                        </a:lnSpc>
                      </a:pPr>
                      <a:r>
                        <a:rPr b="0" lang="en-US" sz="1800" spc="-1" strike="noStrike">
                          <a:solidFill>
                            <a:schemeClr val="dk1"/>
                          </a:solidFill>
                          <a:latin typeface="Calibri"/>
                        </a:rPr>
                        <a:t>Does not require feature scaling or normalization.</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Sensitive to small variations in data, leading to different splits.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640080">
                <a:tc>
                  <a:txBody>
                    <a:bodyPr anchor="t">
                      <a:noAutofit/>
                    </a:bodyPr>
                    <a:p>
                      <a:pPr>
                        <a:lnSpc>
                          <a:spcPct val="100000"/>
                        </a:lnSpc>
                      </a:pPr>
                      <a:r>
                        <a:rPr b="0" lang="en-US" sz="1800" spc="-1" strike="noStrike">
                          <a:solidFill>
                            <a:schemeClr val="dk1"/>
                          </a:solidFill>
                          <a:latin typeface="Calibri"/>
                        </a:rPr>
                        <a:t>Handles both numerical and categorical data well.</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May not perform well on imbalanced datasets.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365760">
                <a:tc>
                  <a:txBody>
                    <a:bodyPr anchor="t">
                      <a:noAutofit/>
                    </a:bodyPr>
                    <a:p>
                      <a:pPr>
                        <a:lnSpc>
                          <a:spcPct val="100000"/>
                        </a:lnSpc>
                      </a:pPr>
                      <a:r>
                        <a:rPr b="0" lang="en-US" sz="1800" spc="-1" strike="noStrike">
                          <a:solidFill>
                            <a:schemeClr val="dk1"/>
                          </a:solidFill>
                          <a:latin typeface="Calibri"/>
                        </a:rPr>
                        <a:t>Can capture non-linear relationships.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Less accurate compared to other algorithms like Random Forest or Gradient Boosting in some cases.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bl>
          </a:graphicData>
        </a:graphic>
      </p:graphicFrame>
      <p:sp>
        <p:nvSpPr>
          <p:cNvPr id="108" name="Title 1"/>
          <p:cNvSpPr/>
          <p:nvPr/>
        </p:nvSpPr>
        <p:spPr>
          <a:xfrm>
            <a:off x="787320" y="4582800"/>
            <a:ext cx="10972800" cy="192024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800" spc="-1" strike="noStrike">
                <a:solidFill>
                  <a:schemeClr val="dk1"/>
                </a:solidFill>
                <a:latin typeface="Arial"/>
              </a:rPr>
              <a:t>                     </a:t>
            </a:r>
            <a:r>
              <a:rPr b="1" lang="en-US" sz="1800" spc="-1" strike="noStrike">
                <a:solidFill>
                  <a:schemeClr val="dk1"/>
                </a:solidFill>
                <a:latin typeface="Arial"/>
              </a:rPr>
              <a:t>Assumption Of Decision Tree Classifier</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Independence of Features:</a:t>
            </a:r>
            <a:r>
              <a:rPr b="0" lang="en-US" sz="1800" spc="-1" strike="noStrike">
                <a:solidFill>
                  <a:schemeClr val="dk1"/>
                </a:solidFill>
                <a:latin typeface="Arial"/>
              </a:rPr>
              <a:t> Assumes that features are independent and that splitting one feature does not influence others.</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Sufficient Data for Learning: </a:t>
            </a:r>
            <a:r>
              <a:rPr b="0" lang="en-US" sz="1800" spc="-1" strike="noStrike">
                <a:solidFill>
                  <a:schemeClr val="dk1"/>
                </a:solidFill>
                <a:latin typeface="Arial"/>
              </a:rPr>
              <a:t>Requires enough data for meaningful decision-making and pattern recognition.</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Non-linear Boundaries: </a:t>
            </a:r>
            <a:r>
              <a:rPr b="0" lang="en-US" sz="1800" spc="-1" strike="noStrike">
                <a:solidFill>
                  <a:schemeClr val="dk1"/>
                </a:solidFill>
                <a:latin typeface="Arial"/>
              </a:rPr>
              <a:t>Can model non-linear relationships between features and outputs, which is an inherent assumption of the model.</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09" name="object 3"/>
          <p:cNvSpPr/>
          <p:nvPr/>
        </p:nvSpPr>
        <p:spPr>
          <a:xfrm>
            <a:off x="900720" y="570240"/>
            <a:ext cx="9931320" cy="138384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Calibri"/>
              </a:rPr>
              <a:t>Random</a:t>
            </a:r>
            <a:r>
              <a:rPr b="0" lang="en-GB" sz="1800" spc="-100" strike="noStrike">
                <a:solidFill>
                  <a:srgbClr val="000000"/>
                </a:solidFill>
                <a:latin typeface="Calibri"/>
              </a:rPr>
              <a:t> </a:t>
            </a:r>
            <a:r>
              <a:rPr b="0" lang="en-GB" sz="1800" spc="-1" strike="noStrike">
                <a:solidFill>
                  <a:srgbClr val="000000"/>
                </a:solidFill>
                <a:latin typeface="Calibri"/>
              </a:rPr>
              <a:t>Forest</a:t>
            </a:r>
            <a:r>
              <a:rPr b="0" lang="en-GB" sz="1800" spc="-97" strike="noStrike">
                <a:solidFill>
                  <a:srgbClr val="000000"/>
                </a:solidFill>
                <a:latin typeface="Calibri"/>
              </a:rPr>
              <a:t> </a:t>
            </a:r>
            <a:r>
              <a:rPr b="0" lang="en-GB" sz="1800" spc="-12" strike="noStrike">
                <a:solidFill>
                  <a:srgbClr val="000000"/>
                </a:solidFill>
                <a:latin typeface="Calibri"/>
              </a:rPr>
              <a:t>Classifier</a:t>
            </a:r>
            <a:endParaRPr b="0" lang="en-GB" sz="1800" spc="-1" strike="noStrike">
              <a:solidFill>
                <a:srgbClr val="000000"/>
              </a:solidFill>
              <a:latin typeface="Arial"/>
            </a:endParaRPr>
          </a:p>
          <a:p>
            <a:pPr marL="12600">
              <a:lnSpc>
                <a:spcPct val="100000"/>
              </a:lnSpc>
              <a:spcBef>
                <a:spcPts val="2160"/>
              </a:spcBef>
            </a:pPr>
            <a:r>
              <a:rPr b="0" lang="en-GB" sz="1800" spc="-1" strike="noStrike">
                <a:solidFill>
                  <a:srgbClr val="000000"/>
                </a:solidFill>
                <a:latin typeface="Arial MT"/>
              </a:rPr>
              <a:t>Random</a:t>
            </a:r>
            <a:r>
              <a:rPr b="0" lang="en-GB" sz="1800" spc="-15" strike="noStrike">
                <a:solidFill>
                  <a:srgbClr val="000000"/>
                </a:solidFill>
                <a:latin typeface="Arial MT"/>
              </a:rPr>
              <a:t> </a:t>
            </a:r>
            <a:r>
              <a:rPr b="0" lang="en-GB" sz="1800" spc="-1" strike="noStrike">
                <a:solidFill>
                  <a:srgbClr val="000000"/>
                </a:solidFill>
                <a:latin typeface="Arial MT"/>
              </a:rPr>
              <a:t>forests</a:t>
            </a:r>
            <a:r>
              <a:rPr b="0" lang="en-GB" sz="1800" spc="-15" strike="noStrike">
                <a:solidFill>
                  <a:srgbClr val="000000"/>
                </a:solidFill>
                <a:latin typeface="Arial MT"/>
              </a:rPr>
              <a:t> </a:t>
            </a:r>
            <a:r>
              <a:rPr b="0" lang="en-GB" sz="1800" spc="-1" strike="noStrike">
                <a:solidFill>
                  <a:srgbClr val="000000"/>
                </a:solidFill>
                <a:latin typeface="Arial MT"/>
              </a:rPr>
              <a:t>are</a:t>
            </a:r>
            <a:r>
              <a:rPr b="0" lang="en-GB" sz="1800" spc="-15" strike="noStrike">
                <a:solidFill>
                  <a:srgbClr val="000000"/>
                </a:solidFill>
                <a:latin typeface="Arial MT"/>
              </a:rPr>
              <a:t> </a:t>
            </a:r>
            <a:r>
              <a:rPr b="0" lang="en-GB" sz="1800" spc="-1" strike="noStrike">
                <a:solidFill>
                  <a:srgbClr val="000000"/>
                </a:solidFill>
                <a:latin typeface="Arial MT"/>
              </a:rPr>
              <a:t>a</a:t>
            </a:r>
            <a:r>
              <a:rPr b="0" lang="en-GB" sz="1800" spc="-12" strike="noStrike">
                <a:solidFill>
                  <a:srgbClr val="000000"/>
                </a:solidFill>
                <a:latin typeface="Arial MT"/>
              </a:rPr>
              <a:t> </a:t>
            </a:r>
            <a:r>
              <a:rPr b="0" lang="en-GB" sz="1800" spc="-1" strike="noStrike">
                <a:solidFill>
                  <a:srgbClr val="000000"/>
                </a:solidFill>
                <a:latin typeface="Arial MT"/>
              </a:rPr>
              <a:t>form</a:t>
            </a:r>
            <a:r>
              <a:rPr b="0" lang="en-GB" sz="1800" spc="-15" strike="noStrike">
                <a:solidFill>
                  <a:srgbClr val="000000"/>
                </a:solidFill>
                <a:latin typeface="Arial MT"/>
              </a:rPr>
              <a:t> </a:t>
            </a:r>
            <a:r>
              <a:rPr b="0" lang="en-GB" sz="1800" spc="-1" strike="noStrike">
                <a:solidFill>
                  <a:srgbClr val="000000"/>
                </a:solidFill>
                <a:latin typeface="Arial MT"/>
              </a:rPr>
              <a:t>of </a:t>
            </a:r>
            <a:r>
              <a:rPr b="0" i="1" lang="en-GB" sz="1800" spc="-1" strike="noStrike">
                <a:solidFill>
                  <a:srgbClr val="000000"/>
                </a:solidFill>
                <a:latin typeface="Arial"/>
              </a:rPr>
              <a:t>ensemble</a:t>
            </a:r>
            <a:r>
              <a:rPr b="0" i="1" lang="en-GB" sz="1800" spc="-7" strike="noStrike">
                <a:solidFill>
                  <a:srgbClr val="000000"/>
                </a:solidFill>
                <a:latin typeface="Arial"/>
              </a:rPr>
              <a:t> </a:t>
            </a:r>
            <a:r>
              <a:rPr b="0" lang="en-GB" sz="1800" spc="-12" strike="noStrike">
                <a:solidFill>
                  <a:srgbClr val="000000"/>
                </a:solidFill>
                <a:latin typeface="Arial MT"/>
              </a:rPr>
              <a:t>learning.</a:t>
            </a:r>
            <a:r>
              <a:rPr b="0" lang="en-GB" sz="1800" spc="-114" strike="noStrike">
                <a:solidFill>
                  <a:srgbClr val="000000"/>
                </a:solidFill>
                <a:latin typeface="Arial MT"/>
              </a:rPr>
              <a:t> </a:t>
            </a:r>
            <a:r>
              <a:rPr b="0" lang="en-GB" sz="1800" spc="-1" strike="noStrike">
                <a:solidFill>
                  <a:srgbClr val="000000"/>
                </a:solidFill>
                <a:latin typeface="Arial MT"/>
              </a:rPr>
              <a:t>An</a:t>
            </a:r>
            <a:r>
              <a:rPr b="0" lang="en-GB" sz="1800" spc="-12" strike="noStrike">
                <a:solidFill>
                  <a:srgbClr val="000000"/>
                </a:solidFill>
                <a:latin typeface="Arial MT"/>
              </a:rPr>
              <a:t> </a:t>
            </a:r>
            <a:r>
              <a:rPr b="0" lang="en-GB" sz="1800" spc="-1" strike="noStrike">
                <a:solidFill>
                  <a:srgbClr val="000000"/>
                </a:solidFill>
                <a:latin typeface="Arial MT"/>
              </a:rPr>
              <a:t>ensemble</a:t>
            </a:r>
            <a:r>
              <a:rPr b="0" lang="en-GB" sz="1800" spc="-15" strike="noStrike">
                <a:solidFill>
                  <a:srgbClr val="000000"/>
                </a:solidFill>
                <a:latin typeface="Arial MT"/>
              </a:rPr>
              <a:t> </a:t>
            </a:r>
            <a:r>
              <a:rPr b="0" lang="en-GB" sz="1800" spc="-1" strike="noStrike">
                <a:solidFill>
                  <a:srgbClr val="000000"/>
                </a:solidFill>
                <a:latin typeface="Arial MT"/>
              </a:rPr>
              <a:t>learning</a:t>
            </a:r>
            <a:r>
              <a:rPr b="0" lang="en-GB" sz="1800" spc="-15" strike="noStrike">
                <a:solidFill>
                  <a:srgbClr val="000000"/>
                </a:solidFill>
                <a:latin typeface="Arial MT"/>
              </a:rPr>
              <a:t> </a:t>
            </a:r>
            <a:r>
              <a:rPr b="0" lang="en-GB" sz="1800" spc="-1" strike="noStrike">
                <a:solidFill>
                  <a:srgbClr val="000000"/>
                </a:solidFill>
                <a:latin typeface="Arial MT"/>
              </a:rPr>
              <a:t>method</a:t>
            </a:r>
            <a:r>
              <a:rPr b="0" lang="en-GB" sz="1800" spc="-12" strike="noStrike">
                <a:solidFill>
                  <a:srgbClr val="000000"/>
                </a:solidFill>
                <a:latin typeface="Arial MT"/>
              </a:rPr>
              <a:t> </a:t>
            </a:r>
            <a:r>
              <a:rPr b="0" lang="en-GB" sz="1800" spc="-1" strike="noStrike">
                <a:solidFill>
                  <a:srgbClr val="000000"/>
                </a:solidFill>
                <a:latin typeface="Arial MT"/>
              </a:rPr>
              <a:t>is</a:t>
            </a:r>
            <a:r>
              <a:rPr b="0" lang="en-GB" sz="1800" spc="-15" strike="noStrike">
                <a:solidFill>
                  <a:srgbClr val="000000"/>
                </a:solidFill>
                <a:latin typeface="Arial MT"/>
              </a:rPr>
              <a:t> </a:t>
            </a:r>
            <a:r>
              <a:rPr b="0" lang="en-GB" sz="1800" spc="-1" strike="noStrike">
                <a:solidFill>
                  <a:srgbClr val="000000"/>
                </a:solidFill>
                <a:latin typeface="Arial MT"/>
              </a:rPr>
              <a:t>one</a:t>
            </a:r>
            <a:r>
              <a:rPr b="0" lang="en-GB" sz="1800" spc="-15" strike="noStrike">
                <a:solidFill>
                  <a:srgbClr val="000000"/>
                </a:solidFill>
                <a:latin typeface="Arial MT"/>
              </a:rPr>
              <a:t> </a:t>
            </a:r>
            <a:r>
              <a:rPr b="0" lang="en-GB" sz="1800" spc="-1" strike="noStrike">
                <a:solidFill>
                  <a:srgbClr val="000000"/>
                </a:solidFill>
                <a:latin typeface="Arial MT"/>
              </a:rPr>
              <a:t>that</a:t>
            </a:r>
            <a:r>
              <a:rPr b="0" lang="en-GB" sz="1800" spc="-12" strike="noStrike">
                <a:solidFill>
                  <a:srgbClr val="000000"/>
                </a:solidFill>
                <a:latin typeface="Arial MT"/>
              </a:rPr>
              <a:t> makes </a:t>
            </a:r>
            <a:r>
              <a:rPr b="0" lang="en-GB" sz="1800" spc="-1" strike="noStrike">
                <a:solidFill>
                  <a:srgbClr val="000000"/>
                </a:solidFill>
                <a:latin typeface="Arial MT"/>
              </a:rPr>
              <a:t>use</a:t>
            </a:r>
            <a:r>
              <a:rPr b="0" lang="en-GB" sz="1800" spc="-32"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multiple</a:t>
            </a:r>
            <a:r>
              <a:rPr b="0" lang="en-GB" sz="1800" spc="-21" strike="noStrike">
                <a:solidFill>
                  <a:srgbClr val="000000"/>
                </a:solidFill>
                <a:latin typeface="Arial MT"/>
              </a:rPr>
              <a:t> </a:t>
            </a:r>
            <a:r>
              <a:rPr b="0" lang="en-GB" sz="1800" spc="-1" strike="noStrike">
                <a:solidFill>
                  <a:srgbClr val="000000"/>
                </a:solidFill>
                <a:latin typeface="Arial MT"/>
              </a:rPr>
              <a:t>machine</a:t>
            </a:r>
            <a:r>
              <a:rPr b="0" lang="en-GB" sz="1800" spc="-21" strike="noStrike">
                <a:solidFill>
                  <a:srgbClr val="000000"/>
                </a:solidFill>
                <a:latin typeface="Arial MT"/>
              </a:rPr>
              <a:t> </a:t>
            </a:r>
            <a:r>
              <a:rPr b="0" lang="en-GB" sz="1800" spc="-1" strike="noStrike">
                <a:solidFill>
                  <a:srgbClr val="000000"/>
                </a:solidFill>
                <a:latin typeface="Arial MT"/>
              </a:rPr>
              <a:t>learning</a:t>
            </a:r>
            <a:r>
              <a:rPr b="0" lang="en-GB" sz="1800" spc="-21" strike="noStrike">
                <a:solidFill>
                  <a:srgbClr val="000000"/>
                </a:solidFill>
                <a:latin typeface="Arial MT"/>
              </a:rPr>
              <a:t> </a:t>
            </a:r>
            <a:r>
              <a:rPr b="0" lang="en-GB" sz="1800" spc="-1" strike="noStrike">
                <a:solidFill>
                  <a:srgbClr val="000000"/>
                </a:solidFill>
                <a:latin typeface="Arial MT"/>
              </a:rPr>
              <a:t>models</a:t>
            </a:r>
            <a:r>
              <a:rPr b="0" lang="en-GB" sz="1800" spc="-21" strike="noStrike">
                <a:solidFill>
                  <a:srgbClr val="000000"/>
                </a:solidFill>
                <a:latin typeface="Arial MT"/>
              </a:rPr>
              <a:t> </a:t>
            </a:r>
            <a:r>
              <a:rPr b="0" lang="en-GB" sz="1800" spc="-1" strike="noStrike">
                <a:solidFill>
                  <a:srgbClr val="000000"/>
                </a:solidFill>
                <a:latin typeface="Arial MT"/>
              </a:rPr>
              <a:t>to</a:t>
            </a:r>
            <a:r>
              <a:rPr b="0" lang="en-GB" sz="1800" spc="-21" strike="noStrike">
                <a:solidFill>
                  <a:srgbClr val="000000"/>
                </a:solidFill>
                <a:latin typeface="Arial MT"/>
              </a:rPr>
              <a:t> </a:t>
            </a:r>
            <a:r>
              <a:rPr b="0" lang="en-GB" sz="1800" spc="-1" strike="noStrike">
                <a:solidFill>
                  <a:srgbClr val="000000"/>
                </a:solidFill>
                <a:latin typeface="Arial MT"/>
              </a:rPr>
              <a:t>make</a:t>
            </a:r>
            <a:r>
              <a:rPr b="0" lang="en-GB" sz="1800" spc="-21" strike="noStrike">
                <a:solidFill>
                  <a:srgbClr val="000000"/>
                </a:solidFill>
                <a:latin typeface="Arial MT"/>
              </a:rPr>
              <a:t> </a:t>
            </a:r>
            <a:r>
              <a:rPr b="0" lang="en-GB" sz="1800" spc="-1" strike="noStrike">
                <a:solidFill>
                  <a:srgbClr val="000000"/>
                </a:solidFill>
                <a:latin typeface="Arial MT"/>
              </a:rPr>
              <a:t>a</a:t>
            </a:r>
            <a:r>
              <a:rPr b="0" lang="en-GB" sz="1800" spc="-21" strike="noStrike">
                <a:solidFill>
                  <a:srgbClr val="000000"/>
                </a:solidFill>
                <a:latin typeface="Arial MT"/>
              </a:rPr>
              <a:t> </a:t>
            </a:r>
            <a:r>
              <a:rPr b="0" lang="en-GB" sz="1800" spc="-12" strike="noStrike">
                <a:solidFill>
                  <a:srgbClr val="000000"/>
                </a:solidFill>
                <a:latin typeface="Arial MT"/>
              </a:rPr>
              <a:t>decision.</a:t>
            </a:r>
            <a:endParaRPr b="0" lang="en-GB" sz="1800" spc="-1" strike="noStrike">
              <a:solidFill>
                <a:srgbClr val="000000"/>
              </a:solidFill>
              <a:latin typeface="Arial"/>
            </a:endParaRPr>
          </a:p>
          <a:p>
            <a:pPr marL="12600">
              <a:lnSpc>
                <a:spcPct val="100000"/>
              </a:lnSpc>
            </a:pPr>
            <a:r>
              <a:rPr b="0" lang="en-GB" sz="1800" spc="-1" strike="noStrike">
                <a:solidFill>
                  <a:srgbClr val="000000"/>
                </a:solidFill>
                <a:latin typeface="Arial MT"/>
              </a:rPr>
              <a:t>Let's</a:t>
            </a:r>
            <a:r>
              <a:rPr b="0" lang="en-GB" sz="1800" spc="-21" strike="noStrike">
                <a:solidFill>
                  <a:srgbClr val="000000"/>
                </a:solidFill>
                <a:latin typeface="Arial MT"/>
              </a:rPr>
              <a:t> </a:t>
            </a:r>
            <a:r>
              <a:rPr b="0" lang="en-GB" sz="1800" spc="-1" strike="noStrike">
                <a:solidFill>
                  <a:srgbClr val="000000"/>
                </a:solidFill>
                <a:latin typeface="Arial MT"/>
              </a:rPr>
              <a:t>consider</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following</a:t>
            </a:r>
            <a:r>
              <a:rPr b="0" lang="en-GB" sz="1800" spc="-15" strike="noStrike">
                <a:solidFill>
                  <a:srgbClr val="000000"/>
                </a:solidFill>
                <a:latin typeface="Arial MT"/>
              </a:rPr>
              <a:t> </a:t>
            </a:r>
            <a:r>
              <a:rPr b="0" lang="en-GB" sz="1800" spc="-12" strike="noStrike">
                <a:solidFill>
                  <a:srgbClr val="000000"/>
                </a:solidFill>
                <a:latin typeface="Arial MT"/>
              </a:rPr>
              <a:t>diagram:</a:t>
            </a:r>
            <a:endParaRPr b="0" lang="en-GB" sz="1800" spc="-1" strike="noStrike">
              <a:solidFill>
                <a:srgbClr val="000000"/>
              </a:solidFill>
              <a:latin typeface="Arial"/>
            </a:endParaRPr>
          </a:p>
        </p:txBody>
      </p:sp>
      <p:pic>
        <p:nvPicPr>
          <p:cNvPr id="110" name="object 4" descr=""/>
          <p:cNvPicPr/>
          <p:nvPr/>
        </p:nvPicPr>
        <p:blipFill>
          <a:blip r:embed="rId1"/>
          <a:stretch/>
        </p:blipFill>
        <p:spPr>
          <a:xfrm>
            <a:off x="2248560" y="2427480"/>
            <a:ext cx="7466760" cy="365688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11" name="object 3"/>
          <p:cNvSpPr/>
          <p:nvPr/>
        </p:nvSpPr>
        <p:spPr>
          <a:xfrm>
            <a:off x="444240" y="407160"/>
            <a:ext cx="3718440" cy="28656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1" lang="en-GB" sz="1800" spc="-1" strike="noStrike">
                <a:solidFill>
                  <a:srgbClr val="000000"/>
                </a:solidFill>
                <a:latin typeface="Arial"/>
              </a:rPr>
              <a:t>The</a:t>
            </a:r>
            <a:r>
              <a:rPr b="1" lang="en-GB" sz="1800" spc="-26" strike="noStrike">
                <a:solidFill>
                  <a:srgbClr val="000000"/>
                </a:solidFill>
                <a:latin typeface="Arial"/>
              </a:rPr>
              <a:t> </a:t>
            </a:r>
            <a:r>
              <a:rPr b="1" lang="en-GB" sz="1800" spc="-1" strike="noStrike">
                <a:solidFill>
                  <a:srgbClr val="000000"/>
                </a:solidFill>
                <a:latin typeface="Arial"/>
              </a:rPr>
              <a:t>concept</a:t>
            </a:r>
            <a:r>
              <a:rPr b="1" lang="en-GB" sz="1800" spc="-21" strike="noStrike">
                <a:solidFill>
                  <a:srgbClr val="000000"/>
                </a:solidFill>
                <a:latin typeface="Arial"/>
              </a:rPr>
              <a:t> </a:t>
            </a:r>
            <a:r>
              <a:rPr b="1" lang="en-GB" sz="1800" spc="-1" strike="noStrike">
                <a:solidFill>
                  <a:srgbClr val="000000"/>
                </a:solidFill>
                <a:latin typeface="Arial"/>
              </a:rPr>
              <a:t>of</a:t>
            </a:r>
            <a:r>
              <a:rPr b="1" lang="en-GB" sz="1800" spc="-21" strike="noStrike">
                <a:solidFill>
                  <a:srgbClr val="000000"/>
                </a:solidFill>
                <a:latin typeface="Arial"/>
              </a:rPr>
              <a:t> </a:t>
            </a:r>
            <a:r>
              <a:rPr b="1" lang="en-GB" sz="1800" spc="-1" strike="noStrike">
                <a:solidFill>
                  <a:srgbClr val="000000"/>
                </a:solidFill>
                <a:latin typeface="Arial"/>
              </a:rPr>
              <a:t>ensemble</a:t>
            </a:r>
            <a:r>
              <a:rPr b="1" lang="en-GB" sz="1800" spc="-21" strike="noStrike">
                <a:solidFill>
                  <a:srgbClr val="000000"/>
                </a:solidFill>
                <a:latin typeface="Arial"/>
              </a:rPr>
              <a:t> </a:t>
            </a:r>
            <a:r>
              <a:rPr b="1" lang="en-GB" sz="1800" spc="-12" strike="noStrike">
                <a:solidFill>
                  <a:srgbClr val="000000"/>
                </a:solidFill>
                <a:latin typeface="Arial"/>
              </a:rPr>
              <a:t>learning</a:t>
            </a:r>
            <a:endParaRPr b="0" lang="en-GB" sz="1800" spc="-1" strike="noStrike">
              <a:solidFill>
                <a:srgbClr val="000000"/>
              </a:solidFill>
              <a:latin typeface="Arial"/>
            </a:endParaRPr>
          </a:p>
        </p:txBody>
      </p:sp>
      <p:sp>
        <p:nvSpPr>
          <p:cNvPr id="112" name="object 4"/>
          <p:cNvSpPr/>
          <p:nvPr/>
        </p:nvSpPr>
        <p:spPr>
          <a:xfrm>
            <a:off x="270720" y="955800"/>
            <a:ext cx="5236200" cy="6321600"/>
          </a:xfrm>
          <a:prstGeom prst="rect">
            <a:avLst/>
          </a:prstGeom>
          <a:noFill/>
          <a:ln w="0">
            <a:noFill/>
          </a:ln>
        </p:spPr>
        <p:style>
          <a:lnRef idx="0"/>
          <a:fillRef idx="0"/>
          <a:effectRef idx="0"/>
          <a:fontRef idx="minor"/>
        </p:style>
        <p:txBody>
          <a:bodyPr lIns="0" rIns="0" tIns="12600" bIns="0" anchor="t">
            <a:spAutoFit/>
          </a:bodyPr>
          <a:p>
            <a:pPr marL="186120">
              <a:lnSpc>
                <a:spcPct val="100000"/>
              </a:lnSpc>
              <a:spcBef>
                <a:spcPts val="99"/>
              </a:spcBef>
            </a:pP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random</a:t>
            </a:r>
            <a:r>
              <a:rPr b="0" lang="en-GB" sz="1800" spc="-12" strike="noStrike">
                <a:solidFill>
                  <a:srgbClr val="000000"/>
                </a:solidFill>
                <a:latin typeface="Arial MT"/>
              </a:rPr>
              <a:t> </a:t>
            </a:r>
            <a:r>
              <a:rPr b="0" lang="en-GB" sz="1800" spc="-1" strike="noStrike">
                <a:solidFill>
                  <a:srgbClr val="000000"/>
                </a:solidFill>
                <a:latin typeface="Arial MT"/>
              </a:rPr>
              <a:t>forest</a:t>
            </a:r>
            <a:r>
              <a:rPr b="0" lang="en-GB" sz="1800" spc="-12" strike="noStrike">
                <a:solidFill>
                  <a:srgbClr val="000000"/>
                </a:solidFill>
                <a:latin typeface="Arial MT"/>
              </a:rPr>
              <a:t> </a:t>
            </a:r>
            <a:r>
              <a:rPr b="0" lang="en-GB" sz="1800" spc="-1" strike="noStrike">
                <a:solidFill>
                  <a:srgbClr val="000000"/>
                </a:solidFill>
                <a:latin typeface="Arial MT"/>
              </a:rPr>
              <a:t>algorithm</a:t>
            </a:r>
            <a:r>
              <a:rPr b="0" lang="en-GB" sz="1800" spc="-12" strike="noStrike">
                <a:solidFill>
                  <a:srgbClr val="000000"/>
                </a:solidFill>
                <a:latin typeface="Arial MT"/>
              </a:rPr>
              <a:t> </a:t>
            </a:r>
            <a:r>
              <a:rPr b="0" lang="en-GB" sz="1800" spc="-1" strike="noStrike">
                <a:solidFill>
                  <a:srgbClr val="000000"/>
                </a:solidFill>
                <a:latin typeface="Arial MT"/>
              </a:rPr>
              <a:t>operates</a:t>
            </a:r>
            <a:r>
              <a:rPr b="0" lang="en-GB" sz="1800" spc="-12" strike="noStrike">
                <a:solidFill>
                  <a:srgbClr val="000000"/>
                </a:solidFill>
                <a:latin typeface="Arial MT"/>
              </a:rPr>
              <a:t> </a:t>
            </a:r>
            <a:r>
              <a:rPr b="0" lang="en-GB" sz="1800" spc="-1" strike="noStrike">
                <a:solidFill>
                  <a:srgbClr val="000000"/>
                </a:solidFill>
                <a:latin typeface="Arial MT"/>
              </a:rPr>
              <a:t>as</a:t>
            </a:r>
            <a:r>
              <a:rPr b="0" lang="en-GB" sz="1800" spc="-12" strike="noStrike">
                <a:solidFill>
                  <a:srgbClr val="000000"/>
                </a:solidFill>
                <a:latin typeface="Arial MT"/>
              </a:rPr>
              <a:t> follows:</a:t>
            </a:r>
            <a:endParaRPr b="0" lang="en-GB" sz="1800" spc="-1" strike="noStrike">
              <a:solidFill>
                <a:srgbClr val="000000"/>
              </a:solidFill>
              <a:latin typeface="Arial"/>
            </a:endParaRPr>
          </a:p>
          <a:p>
            <a:pPr marL="184680" indent="-176400">
              <a:lnSpc>
                <a:spcPct val="100000"/>
              </a:lnSpc>
              <a:buClr>
                <a:srgbClr val="000000"/>
              </a:buClr>
              <a:buSzPct val="94000"/>
              <a:buFont typeface="Calibri"/>
              <a:buAutoNum type="arabicPeriod"/>
              <a:tabLst>
                <a:tab algn="l" pos="186120"/>
              </a:tabLst>
            </a:pPr>
            <a:r>
              <a:rPr b="0" lang="en-GB" sz="1800" spc="-1" strike="noStrike">
                <a:solidFill>
                  <a:srgbClr val="000000"/>
                </a:solidFill>
                <a:latin typeface="Arial MT"/>
              </a:rPr>
              <a:t>Assume</a:t>
            </a:r>
            <a:r>
              <a:rPr b="0" lang="en-GB" sz="1800" spc="-32" strike="noStrike">
                <a:solidFill>
                  <a:srgbClr val="000000"/>
                </a:solidFill>
                <a:latin typeface="Arial MT"/>
              </a:rPr>
              <a:t> </a:t>
            </a:r>
            <a:r>
              <a:rPr b="0" lang="en-GB" sz="1800" spc="-1" strike="noStrike">
                <a:solidFill>
                  <a:srgbClr val="000000"/>
                </a:solidFill>
                <a:latin typeface="Arial MT"/>
              </a:rPr>
              <a:t>that</a:t>
            </a:r>
            <a:r>
              <a:rPr b="0" lang="en-GB" sz="1800" spc="-21" strike="noStrike">
                <a:solidFill>
                  <a:srgbClr val="000000"/>
                </a:solidFill>
                <a:latin typeface="Arial MT"/>
              </a:rPr>
              <a:t> </a:t>
            </a:r>
            <a:r>
              <a:rPr b="0" lang="en-GB" sz="1800" spc="-1" strike="noStrike">
                <a:solidFill>
                  <a:srgbClr val="000000"/>
                </a:solidFill>
                <a:latin typeface="Arial MT"/>
              </a:rPr>
              <a:t>you</a:t>
            </a:r>
            <a:r>
              <a:rPr b="0" lang="en-GB" sz="1800" spc="-21" strike="noStrike">
                <a:solidFill>
                  <a:srgbClr val="000000"/>
                </a:solidFill>
                <a:latin typeface="Arial MT"/>
              </a:rPr>
              <a:t> </a:t>
            </a:r>
            <a:r>
              <a:rPr b="0" lang="en-GB" sz="1800" spc="-1" strike="noStrike">
                <a:solidFill>
                  <a:srgbClr val="000000"/>
                </a:solidFill>
                <a:latin typeface="Arial MT"/>
              </a:rPr>
              <a:t>initially</a:t>
            </a:r>
            <a:r>
              <a:rPr b="0" lang="en-GB" sz="1800" spc="-15" strike="noStrike">
                <a:solidFill>
                  <a:srgbClr val="000000"/>
                </a:solidFill>
                <a:latin typeface="Arial MT"/>
              </a:rPr>
              <a:t> </a:t>
            </a:r>
            <a:r>
              <a:rPr b="0" lang="en-GB" sz="1800" spc="-1" strike="noStrike">
                <a:solidFill>
                  <a:srgbClr val="000000"/>
                </a:solidFill>
                <a:latin typeface="Arial MT"/>
              </a:rPr>
              <a:t>have</a:t>
            </a:r>
            <a:r>
              <a:rPr b="0" lang="en-GB" sz="1800" spc="-21" strike="noStrike">
                <a:solidFill>
                  <a:srgbClr val="000000"/>
                </a:solidFill>
                <a:latin typeface="Arial MT"/>
              </a:rPr>
              <a:t> </a:t>
            </a:r>
            <a:r>
              <a:rPr b="0" lang="en-GB" sz="1800" spc="-1" strike="noStrike">
                <a:solidFill>
                  <a:srgbClr val="000000"/>
                </a:solidFill>
                <a:latin typeface="Arial MT"/>
              </a:rPr>
              <a:t>a</a:t>
            </a:r>
            <a:r>
              <a:rPr b="0" lang="en-GB" sz="1800" spc="-21" strike="noStrike">
                <a:solidFill>
                  <a:srgbClr val="000000"/>
                </a:solidFill>
                <a:latin typeface="Arial MT"/>
              </a:rPr>
              <a:t> </a:t>
            </a:r>
            <a:r>
              <a:rPr b="0" lang="en-GB" sz="1800" spc="-1" strike="noStrike">
                <a:solidFill>
                  <a:srgbClr val="000000"/>
                </a:solidFill>
                <a:latin typeface="Arial MT"/>
              </a:rPr>
              <a:t>dataset</a:t>
            </a:r>
            <a:r>
              <a:rPr b="0" lang="en-GB" sz="1800" spc="-21" strike="noStrike">
                <a:solidFill>
                  <a:srgbClr val="000000"/>
                </a:solidFill>
                <a:latin typeface="Arial MT"/>
              </a:rPr>
              <a:t> </a:t>
            </a:r>
            <a:r>
              <a:rPr b="0" lang="en-GB" sz="1800" spc="-1" strike="noStrike">
                <a:solidFill>
                  <a:srgbClr val="000000"/>
                </a:solidFill>
                <a:latin typeface="Arial MT"/>
              </a:rPr>
              <a:t>with</a:t>
            </a:r>
            <a:r>
              <a:rPr b="0" lang="en-GB" sz="1800" spc="-15" strike="noStrike">
                <a:solidFill>
                  <a:srgbClr val="000000"/>
                </a:solidFill>
                <a:latin typeface="Arial MT"/>
              </a:rPr>
              <a:t> </a:t>
            </a:r>
            <a:r>
              <a:rPr b="0" lang="en-GB" sz="1800" spc="-26" strike="noStrike">
                <a:solidFill>
                  <a:srgbClr val="000000"/>
                </a:solidFill>
                <a:latin typeface="Arial MT"/>
              </a:rPr>
              <a:t>100 </a:t>
            </a:r>
            <a:r>
              <a:rPr b="0" lang="en-GB" sz="1800" spc="-26" strike="noStrike">
                <a:solidFill>
                  <a:srgbClr val="000000"/>
                </a:solidFill>
                <a:latin typeface="Arial MT"/>
              </a:rPr>
              <a:t>	</a:t>
            </a:r>
            <a:r>
              <a:rPr b="0" lang="en-GB" sz="1800" spc="-12" strike="noStrike">
                <a:solidFill>
                  <a:srgbClr val="000000"/>
                </a:solidFill>
                <a:latin typeface="Arial MT"/>
              </a:rPr>
              <a:t>features.</a:t>
            </a:r>
            <a:endParaRPr b="0" lang="en-GB" sz="1800" spc="-1" strike="noStrike">
              <a:solidFill>
                <a:srgbClr val="000000"/>
              </a:solidFill>
              <a:latin typeface="Arial"/>
            </a:endParaRPr>
          </a:p>
          <a:p>
            <a:pPr marL="184680" indent="-176400">
              <a:lnSpc>
                <a:spcPct val="100000"/>
              </a:lnSpc>
              <a:buClr>
                <a:srgbClr val="000000"/>
              </a:buClr>
              <a:buSzPct val="94000"/>
              <a:buFont typeface="Calibri"/>
              <a:buAutoNum type="arabicPeriod"/>
              <a:tabLst>
                <a:tab algn="l" pos="186120"/>
              </a:tabLst>
            </a:pPr>
            <a:r>
              <a:rPr b="0" lang="en-GB" sz="1800" spc="-1" strike="noStrike">
                <a:solidFill>
                  <a:srgbClr val="000000"/>
                </a:solidFill>
                <a:latin typeface="Arial MT"/>
              </a:rPr>
              <a:t>From</a:t>
            </a:r>
            <a:r>
              <a:rPr b="0" lang="en-GB" sz="1800" spc="-32" strike="noStrike">
                <a:solidFill>
                  <a:srgbClr val="000000"/>
                </a:solidFill>
                <a:latin typeface="Arial MT"/>
              </a:rPr>
              <a:t> </a:t>
            </a:r>
            <a:r>
              <a:rPr b="0" lang="en-GB" sz="1800" spc="-1" strike="noStrike">
                <a:solidFill>
                  <a:srgbClr val="000000"/>
                </a:solidFill>
                <a:latin typeface="Arial MT"/>
              </a:rPr>
              <a:t>this,</a:t>
            </a:r>
            <a:r>
              <a:rPr b="0" lang="en-GB" sz="1800" spc="-26" strike="noStrike">
                <a:solidFill>
                  <a:srgbClr val="000000"/>
                </a:solidFill>
                <a:latin typeface="Arial MT"/>
              </a:rPr>
              <a:t> </a:t>
            </a:r>
            <a:r>
              <a:rPr b="0" lang="en-GB" sz="1800" spc="-1" strike="noStrike">
                <a:solidFill>
                  <a:srgbClr val="000000"/>
                </a:solidFill>
                <a:latin typeface="Arial MT"/>
              </a:rPr>
              <a:t>we</a:t>
            </a:r>
            <a:r>
              <a:rPr b="0" lang="en-GB" sz="1800" spc="-26" strike="noStrike">
                <a:solidFill>
                  <a:srgbClr val="000000"/>
                </a:solidFill>
                <a:latin typeface="Arial MT"/>
              </a:rPr>
              <a:t> </a:t>
            </a:r>
            <a:r>
              <a:rPr b="0" lang="en-GB" sz="1800" spc="-1" strike="noStrike">
                <a:solidFill>
                  <a:srgbClr val="000000"/>
                </a:solidFill>
                <a:latin typeface="Arial MT"/>
              </a:rPr>
              <a:t>will</a:t>
            </a:r>
            <a:r>
              <a:rPr b="0" lang="en-GB" sz="1800" spc="-32" strike="noStrike">
                <a:solidFill>
                  <a:srgbClr val="000000"/>
                </a:solidFill>
                <a:latin typeface="Arial MT"/>
              </a:rPr>
              <a:t> </a:t>
            </a:r>
            <a:r>
              <a:rPr b="0" lang="en-GB" sz="1800" spc="-1" strike="noStrike">
                <a:solidFill>
                  <a:srgbClr val="000000"/>
                </a:solidFill>
                <a:latin typeface="Arial MT"/>
              </a:rPr>
              <a:t>build</a:t>
            </a:r>
            <a:r>
              <a:rPr b="0" lang="en-GB" sz="1800" spc="-26" strike="noStrike">
                <a:solidFill>
                  <a:srgbClr val="000000"/>
                </a:solidFill>
                <a:latin typeface="Arial MT"/>
              </a:rPr>
              <a:t> </a:t>
            </a:r>
            <a:r>
              <a:rPr b="0" lang="en-GB" sz="1800" spc="-1" strike="noStrike">
                <a:solidFill>
                  <a:srgbClr val="000000"/>
                </a:solidFill>
                <a:latin typeface="Arial MT"/>
              </a:rPr>
              <a:t>a</a:t>
            </a:r>
            <a:r>
              <a:rPr b="0" lang="en-GB" sz="1800" spc="-26" strike="noStrike">
                <a:solidFill>
                  <a:srgbClr val="000000"/>
                </a:solidFill>
                <a:latin typeface="Arial MT"/>
              </a:rPr>
              <a:t> </a:t>
            </a:r>
            <a:r>
              <a:rPr b="0" lang="en-GB" sz="1800" spc="-1" strike="noStrike">
                <a:solidFill>
                  <a:srgbClr val="000000"/>
                </a:solidFill>
                <a:latin typeface="Arial MT"/>
              </a:rPr>
              <a:t>decision</a:t>
            </a:r>
            <a:r>
              <a:rPr b="0" lang="en-GB" sz="1800" spc="-26" strike="noStrike">
                <a:solidFill>
                  <a:srgbClr val="000000"/>
                </a:solidFill>
                <a:latin typeface="Arial MT"/>
              </a:rPr>
              <a:t> </a:t>
            </a:r>
            <a:r>
              <a:rPr b="0" lang="en-GB" sz="1800" spc="-1" strike="noStrike">
                <a:solidFill>
                  <a:srgbClr val="000000"/>
                </a:solidFill>
                <a:latin typeface="Arial MT"/>
              </a:rPr>
              <a:t>tree</a:t>
            </a:r>
            <a:r>
              <a:rPr b="0" lang="en-GB" sz="1800" spc="-32" strike="noStrike">
                <a:solidFill>
                  <a:srgbClr val="000000"/>
                </a:solidFill>
                <a:latin typeface="Arial MT"/>
              </a:rPr>
              <a:t> </a:t>
            </a:r>
            <a:r>
              <a:rPr b="0" lang="en-GB" sz="1800" spc="-1" strike="noStrike">
                <a:solidFill>
                  <a:srgbClr val="000000"/>
                </a:solidFill>
                <a:latin typeface="Arial MT"/>
              </a:rPr>
              <a:t>with</a:t>
            </a:r>
            <a:r>
              <a:rPr b="0" lang="en-GB" sz="1800" spc="-26" strike="noStrike">
                <a:solidFill>
                  <a:srgbClr val="000000"/>
                </a:solidFill>
                <a:latin typeface="Arial MT"/>
              </a:rPr>
              <a:t> 10 </a:t>
            </a:r>
            <a:r>
              <a:rPr b="0" lang="en-GB" sz="1800" spc="-26" strike="noStrike">
                <a:solidFill>
                  <a:srgbClr val="000000"/>
                </a:solidFill>
                <a:latin typeface="Arial MT"/>
              </a:rPr>
              <a:t>	</a:t>
            </a:r>
            <a:r>
              <a:rPr b="0" lang="en-GB" sz="1800" spc="-1" strike="noStrike">
                <a:solidFill>
                  <a:srgbClr val="000000"/>
                </a:solidFill>
                <a:latin typeface="Arial MT"/>
              </a:rPr>
              <a:t>features</a:t>
            </a:r>
            <a:r>
              <a:rPr b="0" lang="en-GB" sz="1800" spc="-32" strike="noStrike">
                <a:solidFill>
                  <a:srgbClr val="000000"/>
                </a:solidFill>
                <a:latin typeface="Arial MT"/>
              </a:rPr>
              <a:t> </a:t>
            </a:r>
            <a:r>
              <a:rPr b="0" lang="en-GB" sz="1800" spc="-12" strike="noStrike">
                <a:solidFill>
                  <a:srgbClr val="000000"/>
                </a:solidFill>
                <a:latin typeface="Arial MT"/>
              </a:rPr>
              <a:t>initially.</a:t>
            </a:r>
            <a:r>
              <a:rPr b="0" lang="en-GB" sz="1800" spc="-52"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features</a:t>
            </a:r>
            <a:r>
              <a:rPr b="0" lang="en-GB" sz="1800" spc="-15" strike="noStrike">
                <a:solidFill>
                  <a:srgbClr val="000000"/>
                </a:solidFill>
                <a:latin typeface="Arial MT"/>
              </a:rPr>
              <a:t> </a:t>
            </a:r>
            <a:r>
              <a:rPr b="0" lang="en-GB" sz="1800" spc="-1" strike="noStrike">
                <a:solidFill>
                  <a:srgbClr val="000000"/>
                </a:solidFill>
                <a:latin typeface="Arial MT"/>
              </a:rPr>
              <a:t>are</a:t>
            </a:r>
            <a:r>
              <a:rPr b="0" lang="en-GB" sz="1800" spc="-15" strike="noStrike">
                <a:solidFill>
                  <a:srgbClr val="000000"/>
                </a:solidFill>
                <a:latin typeface="Arial MT"/>
              </a:rPr>
              <a:t> </a:t>
            </a:r>
            <a:r>
              <a:rPr b="0" lang="en-GB" sz="1800" spc="-12" strike="noStrike">
                <a:solidFill>
                  <a:srgbClr val="000000"/>
                </a:solidFill>
                <a:latin typeface="Arial MT"/>
              </a:rPr>
              <a:t>selected </a:t>
            </a:r>
            <a:r>
              <a:rPr b="0" lang="en-GB" sz="1800" spc="-12" strike="noStrike">
                <a:solidFill>
                  <a:srgbClr val="000000"/>
                </a:solidFill>
                <a:latin typeface="Arial MT"/>
              </a:rPr>
              <a:t>	</a:t>
            </a:r>
            <a:r>
              <a:rPr b="0" lang="en-GB" sz="1800" spc="-12" strike="noStrike">
                <a:solidFill>
                  <a:srgbClr val="000000"/>
                </a:solidFill>
                <a:latin typeface="Arial MT"/>
              </a:rPr>
              <a:t>randomly.</a:t>
            </a:r>
            <a:endParaRPr b="0" lang="en-GB" sz="1800" spc="-1" strike="noStrike">
              <a:solidFill>
                <a:srgbClr val="000000"/>
              </a:solidFill>
              <a:latin typeface="Arial"/>
            </a:endParaRPr>
          </a:p>
          <a:p>
            <a:pPr marL="184680" indent="-176400" algn="just">
              <a:lnSpc>
                <a:spcPct val="100000"/>
              </a:lnSpc>
              <a:buClr>
                <a:srgbClr val="000000"/>
              </a:buClr>
              <a:buSzPct val="94000"/>
              <a:buFont typeface="Calibri"/>
              <a:buAutoNum type="arabicPeriod"/>
              <a:tabLst>
                <a:tab algn="l" pos="186120"/>
              </a:tabLst>
            </a:pPr>
            <a:r>
              <a:rPr b="0" lang="en-GB" sz="1800" spc="-1" strike="noStrike">
                <a:solidFill>
                  <a:srgbClr val="000000"/>
                </a:solidFill>
                <a:latin typeface="Arial MT"/>
              </a:rPr>
              <a:t>Now,</a:t>
            </a:r>
            <a:r>
              <a:rPr b="0" lang="en-GB" sz="1800" spc="-35" strike="noStrike">
                <a:solidFill>
                  <a:srgbClr val="000000"/>
                </a:solidFill>
                <a:latin typeface="Arial MT"/>
              </a:rPr>
              <a:t> </a:t>
            </a:r>
            <a:r>
              <a:rPr b="0" lang="en-GB" sz="1800" spc="-1" strike="noStrike">
                <a:solidFill>
                  <a:srgbClr val="000000"/>
                </a:solidFill>
                <a:latin typeface="Arial MT"/>
              </a:rPr>
              <a:t>using</a:t>
            </a:r>
            <a:r>
              <a:rPr b="0" lang="en-GB" sz="1800" spc="-32" strike="noStrike">
                <a:solidFill>
                  <a:srgbClr val="000000"/>
                </a:solidFill>
                <a:latin typeface="Arial MT"/>
              </a:rPr>
              <a:t> </a:t>
            </a:r>
            <a:r>
              <a:rPr b="0" lang="en-GB" sz="1800" spc="-1" strike="noStrike">
                <a:solidFill>
                  <a:srgbClr val="000000"/>
                </a:solidFill>
                <a:latin typeface="Arial MT"/>
              </a:rPr>
              <a:t>a</a:t>
            </a:r>
            <a:r>
              <a:rPr b="0" lang="en-GB" sz="1800" spc="-32" strike="noStrike">
                <a:solidFill>
                  <a:srgbClr val="000000"/>
                </a:solidFill>
                <a:latin typeface="Arial MT"/>
              </a:rPr>
              <a:t> </a:t>
            </a:r>
            <a:r>
              <a:rPr b="0" lang="en-GB" sz="1800" spc="-1" strike="noStrike">
                <a:solidFill>
                  <a:srgbClr val="000000"/>
                </a:solidFill>
                <a:latin typeface="Arial MT"/>
              </a:rPr>
              <a:t>random</a:t>
            </a:r>
            <a:r>
              <a:rPr b="0" lang="en-GB" sz="1800" spc="-35" strike="noStrike">
                <a:solidFill>
                  <a:srgbClr val="000000"/>
                </a:solidFill>
                <a:latin typeface="Arial MT"/>
              </a:rPr>
              <a:t> </a:t>
            </a:r>
            <a:r>
              <a:rPr b="0" lang="en-GB" sz="1800" spc="-1" strike="noStrike">
                <a:solidFill>
                  <a:srgbClr val="000000"/>
                </a:solidFill>
                <a:latin typeface="Arial MT"/>
              </a:rPr>
              <a:t>selection</a:t>
            </a:r>
            <a:r>
              <a:rPr b="0" lang="en-GB" sz="1800" spc="-32" strike="noStrike">
                <a:solidFill>
                  <a:srgbClr val="000000"/>
                </a:solidFill>
                <a:latin typeface="Arial MT"/>
              </a:rPr>
              <a:t> </a:t>
            </a:r>
            <a:r>
              <a:rPr b="0" lang="en-GB" sz="1800" spc="-1" strike="noStrike">
                <a:solidFill>
                  <a:srgbClr val="000000"/>
                </a:solidFill>
                <a:latin typeface="Arial MT"/>
              </a:rPr>
              <a:t>of</a:t>
            </a:r>
            <a:r>
              <a:rPr b="0" lang="en-GB" sz="1800" spc="-32" strike="noStrike">
                <a:solidFill>
                  <a:srgbClr val="000000"/>
                </a:solidFill>
                <a:latin typeface="Arial MT"/>
              </a:rPr>
              <a:t> </a:t>
            </a:r>
            <a:r>
              <a:rPr b="0" lang="en-GB" sz="1800" spc="-1" strike="noStrike">
                <a:solidFill>
                  <a:srgbClr val="000000"/>
                </a:solidFill>
                <a:latin typeface="Arial MT"/>
              </a:rPr>
              <a:t>the</a:t>
            </a:r>
            <a:r>
              <a:rPr b="0" lang="en-GB" sz="1800" spc="-32" strike="noStrike">
                <a:solidFill>
                  <a:srgbClr val="000000"/>
                </a:solidFill>
                <a:latin typeface="Arial MT"/>
              </a:rPr>
              <a:t> </a:t>
            </a:r>
            <a:r>
              <a:rPr b="0" lang="en-GB" sz="1800" spc="-12" strike="noStrike">
                <a:solidFill>
                  <a:srgbClr val="000000"/>
                </a:solidFill>
                <a:latin typeface="Arial MT"/>
              </a:rPr>
              <a:t>remaining </a:t>
            </a:r>
            <a:r>
              <a:rPr b="0" lang="en-GB" sz="1800" spc="-12" strike="noStrike">
                <a:solidFill>
                  <a:srgbClr val="000000"/>
                </a:solidFill>
                <a:latin typeface="Arial MT"/>
              </a:rPr>
              <a:t>	</a:t>
            </a:r>
            <a:r>
              <a:rPr b="0" lang="en-GB" sz="1800" spc="-1" strike="noStrike">
                <a:solidFill>
                  <a:srgbClr val="000000"/>
                </a:solidFill>
                <a:latin typeface="Arial MT"/>
              </a:rPr>
              <a:t>90</a:t>
            </a:r>
            <a:r>
              <a:rPr b="0" lang="en-GB" sz="1800" spc="-41" strike="noStrike">
                <a:solidFill>
                  <a:srgbClr val="000000"/>
                </a:solidFill>
                <a:latin typeface="Arial MT"/>
              </a:rPr>
              <a:t> </a:t>
            </a:r>
            <a:r>
              <a:rPr b="0" lang="en-GB" sz="1800" spc="-1" strike="noStrike">
                <a:solidFill>
                  <a:srgbClr val="000000"/>
                </a:solidFill>
                <a:latin typeface="Arial MT"/>
              </a:rPr>
              <a:t>features,</a:t>
            </a:r>
            <a:r>
              <a:rPr b="0" lang="en-GB" sz="1800" spc="-26" strike="noStrike">
                <a:solidFill>
                  <a:srgbClr val="000000"/>
                </a:solidFill>
                <a:latin typeface="Arial MT"/>
              </a:rPr>
              <a:t> </a:t>
            </a:r>
            <a:r>
              <a:rPr b="0" lang="en-GB" sz="1800" spc="-1" strike="noStrike">
                <a:solidFill>
                  <a:srgbClr val="000000"/>
                </a:solidFill>
                <a:latin typeface="Arial MT"/>
              </a:rPr>
              <a:t>we</a:t>
            </a:r>
            <a:r>
              <a:rPr b="0" lang="en-GB" sz="1800" spc="-26" strike="noStrike">
                <a:solidFill>
                  <a:srgbClr val="000000"/>
                </a:solidFill>
                <a:latin typeface="Arial MT"/>
              </a:rPr>
              <a:t> </a:t>
            </a:r>
            <a:r>
              <a:rPr b="0" lang="en-GB" sz="1800" spc="-1" strike="noStrike">
                <a:solidFill>
                  <a:srgbClr val="000000"/>
                </a:solidFill>
                <a:latin typeface="Arial MT"/>
              </a:rPr>
              <a:t>construct</a:t>
            </a:r>
            <a:r>
              <a:rPr b="0" lang="en-GB" sz="1800" spc="-32"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next</a:t>
            </a:r>
            <a:r>
              <a:rPr b="0" lang="en-GB" sz="1800" spc="-26" strike="noStrike">
                <a:solidFill>
                  <a:srgbClr val="000000"/>
                </a:solidFill>
                <a:latin typeface="Arial MT"/>
              </a:rPr>
              <a:t> </a:t>
            </a:r>
            <a:r>
              <a:rPr b="0" lang="en-GB" sz="1800" spc="-1" strike="noStrike">
                <a:solidFill>
                  <a:srgbClr val="000000"/>
                </a:solidFill>
                <a:latin typeface="Arial MT"/>
              </a:rPr>
              <a:t>decision</a:t>
            </a:r>
            <a:r>
              <a:rPr b="0" lang="en-GB" sz="1800" spc="-26" strike="noStrike">
                <a:solidFill>
                  <a:srgbClr val="000000"/>
                </a:solidFill>
                <a:latin typeface="Arial MT"/>
              </a:rPr>
              <a:t> </a:t>
            </a:r>
            <a:r>
              <a:rPr b="0" lang="en-GB" sz="1800" spc="-12" strike="noStrike">
                <a:solidFill>
                  <a:srgbClr val="000000"/>
                </a:solidFill>
                <a:latin typeface="Arial MT"/>
              </a:rPr>
              <a:t>tree, </a:t>
            </a:r>
            <a:r>
              <a:rPr b="0" lang="en-GB" sz="1800" spc="-12" strike="noStrike">
                <a:solidFill>
                  <a:srgbClr val="000000"/>
                </a:solidFill>
                <a:latin typeface="Arial MT"/>
              </a:rPr>
              <a:t>	</a:t>
            </a:r>
            <a:r>
              <a:rPr b="0" lang="en-GB" sz="1800" spc="-1" strike="noStrike">
                <a:solidFill>
                  <a:srgbClr val="000000"/>
                </a:solidFill>
                <a:latin typeface="Arial MT"/>
              </a:rPr>
              <a:t>again</a:t>
            </a:r>
            <a:r>
              <a:rPr b="0" lang="en-GB" sz="1800" spc="-21" strike="noStrike">
                <a:solidFill>
                  <a:srgbClr val="000000"/>
                </a:solidFill>
                <a:latin typeface="Arial MT"/>
              </a:rPr>
              <a:t> </a:t>
            </a:r>
            <a:r>
              <a:rPr b="0" lang="en-GB" sz="1800" spc="-1" strike="noStrike">
                <a:solidFill>
                  <a:srgbClr val="000000"/>
                </a:solidFill>
                <a:latin typeface="Arial MT"/>
              </a:rPr>
              <a:t>with</a:t>
            </a:r>
            <a:r>
              <a:rPr b="0" lang="en-GB" sz="1800" spc="-21" strike="noStrike">
                <a:solidFill>
                  <a:srgbClr val="000000"/>
                </a:solidFill>
                <a:latin typeface="Arial MT"/>
              </a:rPr>
              <a:t> </a:t>
            </a:r>
            <a:r>
              <a:rPr b="0" lang="en-GB" sz="1800" spc="-1" strike="noStrike">
                <a:solidFill>
                  <a:srgbClr val="000000"/>
                </a:solidFill>
                <a:latin typeface="Arial MT"/>
              </a:rPr>
              <a:t>10</a:t>
            </a:r>
            <a:r>
              <a:rPr b="0" lang="en-GB" sz="1800" spc="-15" strike="noStrike">
                <a:solidFill>
                  <a:srgbClr val="000000"/>
                </a:solidFill>
                <a:latin typeface="Arial MT"/>
              </a:rPr>
              <a:t> </a:t>
            </a:r>
            <a:r>
              <a:rPr b="0" lang="en-GB" sz="1800" spc="-12" strike="noStrike">
                <a:solidFill>
                  <a:srgbClr val="000000"/>
                </a:solidFill>
                <a:latin typeface="Arial MT"/>
              </a:rPr>
              <a:t>features.</a:t>
            </a:r>
            <a:endParaRPr b="0" lang="en-GB" sz="1800" spc="-1" strike="noStrike">
              <a:solidFill>
                <a:srgbClr val="000000"/>
              </a:solidFill>
              <a:latin typeface="Arial"/>
            </a:endParaRPr>
          </a:p>
          <a:p>
            <a:pPr marL="184680" indent="-176400">
              <a:lnSpc>
                <a:spcPct val="100000"/>
              </a:lnSpc>
              <a:buClr>
                <a:srgbClr val="000000"/>
              </a:buClr>
              <a:buSzPct val="94000"/>
              <a:buFont typeface="Calibri"/>
              <a:buAutoNum type="arabicPeriod"/>
              <a:tabLst>
                <a:tab algn="l" pos="186120"/>
              </a:tabLst>
            </a:pPr>
            <a:r>
              <a:rPr b="0" lang="en-GB" sz="1800" spc="-1" strike="noStrike">
                <a:solidFill>
                  <a:srgbClr val="000000"/>
                </a:solidFill>
                <a:latin typeface="Arial MT"/>
              </a:rPr>
              <a:t>This</a:t>
            </a:r>
            <a:r>
              <a:rPr b="0" lang="en-GB" sz="1800" spc="-26" strike="noStrike">
                <a:solidFill>
                  <a:srgbClr val="000000"/>
                </a:solidFill>
                <a:latin typeface="Arial MT"/>
              </a:rPr>
              <a:t> </a:t>
            </a:r>
            <a:r>
              <a:rPr b="0" lang="en-GB" sz="1800" spc="-1" strike="noStrike">
                <a:solidFill>
                  <a:srgbClr val="000000"/>
                </a:solidFill>
                <a:latin typeface="Arial MT"/>
              </a:rPr>
              <a:t>process</a:t>
            </a:r>
            <a:r>
              <a:rPr b="0" lang="en-GB" sz="1800" spc="-15" strike="noStrike">
                <a:solidFill>
                  <a:srgbClr val="000000"/>
                </a:solidFill>
                <a:latin typeface="Arial MT"/>
              </a:rPr>
              <a:t> </a:t>
            </a:r>
            <a:r>
              <a:rPr b="0" lang="en-GB" sz="1800" spc="-1" strike="noStrike">
                <a:solidFill>
                  <a:srgbClr val="000000"/>
                </a:solidFill>
                <a:latin typeface="Arial MT"/>
              </a:rPr>
              <a:t>continues</a:t>
            </a:r>
            <a:r>
              <a:rPr b="0" lang="en-GB" sz="1800" spc="-12" strike="noStrike">
                <a:solidFill>
                  <a:srgbClr val="000000"/>
                </a:solidFill>
                <a:latin typeface="Arial MT"/>
              </a:rPr>
              <a:t> </a:t>
            </a:r>
            <a:r>
              <a:rPr b="0" lang="en-GB" sz="1800" spc="-1" strike="noStrike">
                <a:solidFill>
                  <a:srgbClr val="000000"/>
                </a:solidFill>
                <a:latin typeface="Arial MT"/>
              </a:rPr>
              <a:t>until</a:t>
            </a:r>
            <a:r>
              <a:rPr b="0" lang="en-GB" sz="1800" spc="-15" strike="noStrike">
                <a:solidFill>
                  <a:srgbClr val="000000"/>
                </a:solidFill>
                <a:latin typeface="Arial MT"/>
              </a:rPr>
              <a:t> </a:t>
            </a:r>
            <a:r>
              <a:rPr b="0" lang="en-GB" sz="1800" spc="-1" strike="noStrike">
                <a:solidFill>
                  <a:srgbClr val="000000"/>
                </a:solidFill>
                <a:latin typeface="Arial MT"/>
              </a:rPr>
              <a:t>there</a:t>
            </a:r>
            <a:r>
              <a:rPr b="0" lang="en-GB" sz="1800" spc="-12" strike="noStrike">
                <a:solidFill>
                  <a:srgbClr val="000000"/>
                </a:solidFill>
                <a:latin typeface="Arial MT"/>
              </a:rPr>
              <a:t> </a:t>
            </a:r>
            <a:r>
              <a:rPr b="0" lang="en-GB" sz="1800" spc="-1" strike="noStrike">
                <a:solidFill>
                  <a:srgbClr val="000000"/>
                </a:solidFill>
                <a:latin typeface="Arial MT"/>
              </a:rPr>
              <a:t>are</a:t>
            </a:r>
            <a:r>
              <a:rPr b="0" lang="en-GB" sz="1800" spc="-15" strike="noStrike">
                <a:solidFill>
                  <a:srgbClr val="000000"/>
                </a:solidFill>
                <a:latin typeface="Arial MT"/>
              </a:rPr>
              <a:t> </a:t>
            </a:r>
            <a:r>
              <a:rPr b="0" lang="en-GB" sz="1800" spc="-1" strike="noStrike">
                <a:solidFill>
                  <a:srgbClr val="000000"/>
                </a:solidFill>
                <a:latin typeface="Arial MT"/>
              </a:rPr>
              <a:t>no</a:t>
            </a:r>
            <a:r>
              <a:rPr b="0" lang="en-GB" sz="1800" spc="-12" strike="noStrike">
                <a:solidFill>
                  <a:srgbClr val="000000"/>
                </a:solidFill>
                <a:latin typeface="Arial MT"/>
              </a:rPr>
              <a:t> </a:t>
            </a:r>
            <a:r>
              <a:rPr b="0" lang="en-GB" sz="1800" spc="-21" strike="noStrike">
                <a:solidFill>
                  <a:srgbClr val="000000"/>
                </a:solidFill>
                <a:latin typeface="Arial MT"/>
              </a:rPr>
              <a:t>more </a:t>
            </a:r>
            <a:r>
              <a:rPr b="0" lang="en-GB" sz="1800" spc="-21" strike="noStrike">
                <a:solidFill>
                  <a:srgbClr val="000000"/>
                </a:solidFill>
                <a:latin typeface="Arial MT"/>
              </a:rPr>
              <a:t>	</a:t>
            </a:r>
            <a:r>
              <a:rPr b="0" lang="en-GB" sz="1800" spc="-1" strike="noStrike">
                <a:solidFill>
                  <a:srgbClr val="000000"/>
                </a:solidFill>
                <a:latin typeface="Arial MT"/>
              </a:rPr>
              <a:t>features</a:t>
            </a:r>
            <a:r>
              <a:rPr b="0" lang="en-GB" sz="1800" spc="-32" strike="noStrike">
                <a:solidFill>
                  <a:srgbClr val="000000"/>
                </a:solidFill>
                <a:latin typeface="Arial MT"/>
              </a:rPr>
              <a:t> </a:t>
            </a:r>
            <a:r>
              <a:rPr b="0" lang="en-GB" sz="1800" spc="-1" strike="noStrike">
                <a:solidFill>
                  <a:srgbClr val="000000"/>
                </a:solidFill>
                <a:latin typeface="Arial MT"/>
              </a:rPr>
              <a:t>left</a:t>
            </a:r>
            <a:r>
              <a:rPr b="0" lang="en-GB" sz="1800" spc="-21" strike="noStrike">
                <a:solidFill>
                  <a:srgbClr val="000000"/>
                </a:solidFill>
                <a:latin typeface="Arial MT"/>
              </a:rPr>
              <a:t> </a:t>
            </a:r>
            <a:r>
              <a:rPr b="0" lang="en-GB" sz="1800" spc="-1" strike="noStrike">
                <a:solidFill>
                  <a:srgbClr val="000000"/>
                </a:solidFill>
                <a:latin typeface="Arial MT"/>
              </a:rPr>
              <a:t>to</a:t>
            </a:r>
            <a:r>
              <a:rPr b="0" lang="en-GB" sz="1800" spc="-15" strike="noStrike">
                <a:solidFill>
                  <a:srgbClr val="000000"/>
                </a:solidFill>
                <a:latin typeface="Arial MT"/>
              </a:rPr>
              <a:t> </a:t>
            </a:r>
            <a:r>
              <a:rPr b="0" lang="en-GB" sz="1800" spc="-1" strike="noStrike">
                <a:solidFill>
                  <a:srgbClr val="000000"/>
                </a:solidFill>
                <a:latin typeface="Arial MT"/>
              </a:rPr>
              <a:t>build</a:t>
            </a:r>
            <a:r>
              <a:rPr b="0" lang="en-GB" sz="1800" spc="-21" strike="noStrike">
                <a:solidFill>
                  <a:srgbClr val="000000"/>
                </a:solidFill>
                <a:latin typeface="Arial MT"/>
              </a:rPr>
              <a:t> </a:t>
            </a:r>
            <a:r>
              <a:rPr b="0" lang="en-GB" sz="1800" spc="-1" strike="noStrike">
                <a:solidFill>
                  <a:srgbClr val="000000"/>
                </a:solidFill>
                <a:latin typeface="Arial MT"/>
              </a:rPr>
              <a:t>a</a:t>
            </a:r>
            <a:r>
              <a:rPr b="0" lang="en-GB" sz="1800" spc="-15" strike="noStrike">
                <a:solidFill>
                  <a:srgbClr val="000000"/>
                </a:solidFill>
                <a:latin typeface="Arial MT"/>
              </a:rPr>
              <a:t> </a:t>
            </a:r>
            <a:r>
              <a:rPr b="0" lang="en-GB" sz="1800" spc="-1" strike="noStrike">
                <a:solidFill>
                  <a:srgbClr val="000000"/>
                </a:solidFill>
                <a:latin typeface="Arial MT"/>
              </a:rPr>
              <a:t>decision</a:t>
            </a:r>
            <a:r>
              <a:rPr b="0" lang="en-GB" sz="1800" spc="-21" strike="noStrike">
                <a:solidFill>
                  <a:srgbClr val="000000"/>
                </a:solidFill>
                <a:latin typeface="Arial MT"/>
              </a:rPr>
              <a:t> </a:t>
            </a:r>
            <a:r>
              <a:rPr b="0" lang="en-GB" sz="1800" spc="-1" strike="noStrike">
                <a:solidFill>
                  <a:srgbClr val="000000"/>
                </a:solidFill>
                <a:latin typeface="Arial MT"/>
              </a:rPr>
              <a:t>tree</a:t>
            </a:r>
            <a:r>
              <a:rPr b="0" lang="en-GB" sz="1800" spc="-15" strike="noStrike">
                <a:solidFill>
                  <a:srgbClr val="000000"/>
                </a:solidFill>
                <a:latin typeface="Arial MT"/>
              </a:rPr>
              <a:t> </a:t>
            </a:r>
            <a:r>
              <a:rPr b="0" lang="en-GB" sz="1800" spc="-12" strike="noStrike">
                <a:solidFill>
                  <a:srgbClr val="000000"/>
                </a:solidFill>
                <a:latin typeface="Arial MT"/>
              </a:rPr>
              <a:t>with.</a:t>
            </a:r>
            <a:endParaRPr b="0" lang="en-GB" sz="1800" spc="-1" strike="noStrike">
              <a:solidFill>
                <a:srgbClr val="000000"/>
              </a:solidFill>
              <a:latin typeface="Arial"/>
            </a:endParaRPr>
          </a:p>
          <a:p>
            <a:pPr marL="184680" indent="-176400">
              <a:lnSpc>
                <a:spcPct val="100000"/>
              </a:lnSpc>
              <a:buClr>
                <a:srgbClr val="000000"/>
              </a:buClr>
              <a:buSzPct val="94000"/>
              <a:buFont typeface="Calibri"/>
              <a:buAutoNum type="arabicPeriod"/>
              <a:tabLst>
                <a:tab algn="l" pos="186120"/>
              </a:tabLst>
            </a:pPr>
            <a:r>
              <a:rPr b="0" lang="en-GB" sz="1800" spc="-1" strike="noStrike">
                <a:solidFill>
                  <a:srgbClr val="000000"/>
                </a:solidFill>
                <a:latin typeface="Arial MT"/>
              </a:rPr>
              <a:t>At</a:t>
            </a:r>
            <a:r>
              <a:rPr b="0" lang="en-GB" sz="1800" spc="-32" strike="noStrike">
                <a:solidFill>
                  <a:srgbClr val="000000"/>
                </a:solidFill>
                <a:latin typeface="Arial MT"/>
              </a:rPr>
              <a:t> </a:t>
            </a:r>
            <a:r>
              <a:rPr b="0" lang="en-GB" sz="1800" spc="-1" strike="noStrike">
                <a:solidFill>
                  <a:srgbClr val="000000"/>
                </a:solidFill>
                <a:latin typeface="Arial MT"/>
              </a:rPr>
              <a:t>this</a:t>
            </a:r>
            <a:r>
              <a:rPr b="0" lang="en-GB" sz="1800" spc="-15" strike="noStrike">
                <a:solidFill>
                  <a:srgbClr val="000000"/>
                </a:solidFill>
                <a:latin typeface="Arial MT"/>
              </a:rPr>
              <a:t> </a:t>
            </a:r>
            <a:r>
              <a:rPr b="0" lang="en-GB" sz="1800" spc="-1" strike="noStrike">
                <a:solidFill>
                  <a:srgbClr val="000000"/>
                </a:solidFill>
                <a:latin typeface="Arial MT"/>
              </a:rPr>
              <a:t>point</a:t>
            </a:r>
            <a:r>
              <a:rPr b="0" lang="en-GB" sz="1800" spc="-21" strike="noStrike">
                <a:solidFill>
                  <a:srgbClr val="000000"/>
                </a:solidFill>
                <a:latin typeface="Arial MT"/>
              </a:rPr>
              <a:t> </a:t>
            </a:r>
            <a:r>
              <a:rPr b="0" lang="en-GB" sz="1800" spc="-1" strike="noStrike">
                <a:solidFill>
                  <a:srgbClr val="000000"/>
                </a:solidFill>
                <a:latin typeface="Arial MT"/>
              </a:rPr>
              <a:t>in</a:t>
            </a:r>
            <a:r>
              <a:rPr b="0" lang="en-GB" sz="1800" spc="-15" strike="noStrike">
                <a:solidFill>
                  <a:srgbClr val="000000"/>
                </a:solidFill>
                <a:latin typeface="Arial MT"/>
              </a:rPr>
              <a:t> </a:t>
            </a:r>
            <a:r>
              <a:rPr b="0" lang="en-GB" sz="1800" spc="-1" strike="noStrike">
                <a:solidFill>
                  <a:srgbClr val="000000"/>
                </a:solidFill>
                <a:latin typeface="Arial MT"/>
              </a:rPr>
              <a:t>time,</a:t>
            </a:r>
            <a:r>
              <a:rPr b="0" lang="en-GB" sz="1800" spc="-21" strike="noStrike">
                <a:solidFill>
                  <a:srgbClr val="000000"/>
                </a:solidFill>
                <a:latin typeface="Arial MT"/>
              </a:rPr>
              <a:t> </a:t>
            </a:r>
            <a:r>
              <a:rPr b="0" lang="en-GB" sz="1800" spc="-1" strike="noStrike">
                <a:solidFill>
                  <a:srgbClr val="000000"/>
                </a:solidFill>
                <a:latin typeface="Arial MT"/>
              </a:rPr>
              <a:t>we</a:t>
            </a:r>
            <a:r>
              <a:rPr b="0" lang="en-GB" sz="1800" spc="-15" strike="noStrike">
                <a:solidFill>
                  <a:srgbClr val="000000"/>
                </a:solidFill>
                <a:latin typeface="Arial MT"/>
              </a:rPr>
              <a:t> </a:t>
            </a:r>
            <a:r>
              <a:rPr b="0" lang="en-GB" sz="1800" spc="-1" strike="noStrike">
                <a:solidFill>
                  <a:srgbClr val="000000"/>
                </a:solidFill>
                <a:latin typeface="Arial MT"/>
              </a:rPr>
              <a:t>have</a:t>
            </a:r>
            <a:r>
              <a:rPr b="0" lang="en-GB" sz="1800" spc="-21" strike="noStrike">
                <a:solidFill>
                  <a:srgbClr val="000000"/>
                </a:solidFill>
                <a:latin typeface="Arial MT"/>
              </a:rPr>
              <a:t> </a:t>
            </a:r>
            <a:r>
              <a:rPr b="0" lang="en-GB" sz="1800" spc="-1" strike="noStrike">
                <a:solidFill>
                  <a:srgbClr val="000000"/>
                </a:solidFill>
                <a:latin typeface="Arial MT"/>
              </a:rPr>
              <a:t>10</a:t>
            </a:r>
            <a:r>
              <a:rPr b="0" lang="en-GB" sz="1800" spc="-15" strike="noStrike">
                <a:solidFill>
                  <a:srgbClr val="000000"/>
                </a:solidFill>
                <a:latin typeface="Arial MT"/>
              </a:rPr>
              <a:t> </a:t>
            </a:r>
            <a:r>
              <a:rPr b="0" lang="en-GB" sz="1800" spc="-1" strike="noStrike">
                <a:solidFill>
                  <a:srgbClr val="000000"/>
                </a:solidFill>
                <a:latin typeface="Arial MT"/>
              </a:rPr>
              <a:t>decision</a:t>
            </a:r>
            <a:r>
              <a:rPr b="0" lang="en-GB" sz="1800" spc="-15" strike="noStrike">
                <a:solidFill>
                  <a:srgbClr val="000000"/>
                </a:solidFill>
                <a:latin typeface="Arial MT"/>
              </a:rPr>
              <a:t> </a:t>
            </a:r>
            <a:r>
              <a:rPr b="0" lang="en-GB" sz="1800" spc="-12" strike="noStrike">
                <a:solidFill>
                  <a:srgbClr val="000000"/>
                </a:solidFill>
                <a:latin typeface="Arial MT"/>
              </a:rPr>
              <a:t>trees, </a:t>
            </a:r>
            <a:r>
              <a:rPr b="0" lang="en-GB" sz="1800" spc="-12" strike="noStrike">
                <a:solidFill>
                  <a:srgbClr val="000000"/>
                </a:solidFill>
                <a:latin typeface="Arial MT"/>
              </a:rPr>
              <a:t>	</a:t>
            </a:r>
            <a:r>
              <a:rPr b="0" lang="en-GB" sz="1800" spc="-1" strike="noStrike">
                <a:solidFill>
                  <a:srgbClr val="000000"/>
                </a:solidFill>
                <a:latin typeface="Arial MT"/>
              </a:rPr>
              <a:t>each</a:t>
            </a:r>
            <a:r>
              <a:rPr b="0" lang="en-GB" sz="1800" spc="-21" strike="noStrike">
                <a:solidFill>
                  <a:srgbClr val="000000"/>
                </a:solidFill>
                <a:latin typeface="Arial MT"/>
              </a:rPr>
              <a:t> </a:t>
            </a:r>
            <a:r>
              <a:rPr b="0" lang="en-GB" sz="1800" spc="-1" strike="noStrike">
                <a:solidFill>
                  <a:srgbClr val="000000"/>
                </a:solidFill>
                <a:latin typeface="Arial MT"/>
              </a:rPr>
              <a:t>with</a:t>
            </a:r>
            <a:r>
              <a:rPr b="0" lang="en-GB" sz="1800" spc="-15" strike="noStrike">
                <a:solidFill>
                  <a:srgbClr val="000000"/>
                </a:solidFill>
                <a:latin typeface="Arial MT"/>
              </a:rPr>
              <a:t> </a:t>
            </a:r>
            <a:r>
              <a:rPr b="0" lang="en-GB" sz="1800" spc="-1" strike="noStrike">
                <a:solidFill>
                  <a:srgbClr val="000000"/>
                </a:solidFill>
                <a:latin typeface="Arial MT"/>
              </a:rPr>
              <a:t>10</a:t>
            </a:r>
            <a:r>
              <a:rPr b="0" lang="en-GB" sz="1800" spc="-15" strike="noStrike">
                <a:solidFill>
                  <a:srgbClr val="000000"/>
                </a:solidFill>
                <a:latin typeface="Arial MT"/>
              </a:rPr>
              <a:t> </a:t>
            </a:r>
            <a:r>
              <a:rPr b="0" lang="en-GB" sz="1800" spc="-12" strike="noStrike">
                <a:solidFill>
                  <a:srgbClr val="000000"/>
                </a:solidFill>
                <a:latin typeface="Arial MT"/>
              </a:rPr>
              <a:t>features.</a:t>
            </a:r>
            <a:endParaRPr b="0" lang="en-GB" sz="1800" spc="-1" strike="noStrike">
              <a:solidFill>
                <a:srgbClr val="000000"/>
              </a:solidFill>
              <a:latin typeface="Arial"/>
            </a:endParaRPr>
          </a:p>
          <a:p>
            <a:pPr marL="184680" indent="-176400">
              <a:lnSpc>
                <a:spcPct val="100000"/>
              </a:lnSpc>
              <a:buClr>
                <a:srgbClr val="000000"/>
              </a:buClr>
              <a:buSzPct val="94000"/>
              <a:buFont typeface="Calibri"/>
              <a:buAutoNum type="arabicPeriod"/>
              <a:tabLst>
                <a:tab algn="l" pos="186120"/>
              </a:tabLst>
            </a:pPr>
            <a:r>
              <a:rPr b="0" lang="en-GB" sz="1800" spc="-1" strike="noStrike">
                <a:solidFill>
                  <a:srgbClr val="000000"/>
                </a:solidFill>
                <a:latin typeface="Arial MT"/>
              </a:rPr>
              <a:t>Each</a:t>
            </a:r>
            <a:r>
              <a:rPr b="0" lang="en-GB" sz="1800" spc="-32" strike="noStrike">
                <a:solidFill>
                  <a:srgbClr val="000000"/>
                </a:solidFill>
                <a:latin typeface="Arial MT"/>
              </a:rPr>
              <a:t> </a:t>
            </a:r>
            <a:r>
              <a:rPr b="0" lang="en-GB" sz="1800" spc="-1" strike="noStrike">
                <a:solidFill>
                  <a:srgbClr val="000000"/>
                </a:solidFill>
                <a:latin typeface="Arial MT"/>
              </a:rPr>
              <a:t>decision</a:t>
            </a:r>
            <a:r>
              <a:rPr b="0" lang="en-GB" sz="1800" spc="-21" strike="noStrike">
                <a:solidFill>
                  <a:srgbClr val="000000"/>
                </a:solidFill>
                <a:latin typeface="Arial MT"/>
              </a:rPr>
              <a:t> </a:t>
            </a:r>
            <a:r>
              <a:rPr b="0" lang="en-GB" sz="1800" spc="-1" strike="noStrike">
                <a:solidFill>
                  <a:srgbClr val="000000"/>
                </a:solidFill>
                <a:latin typeface="Arial MT"/>
              </a:rPr>
              <a:t>tree</a:t>
            </a:r>
            <a:r>
              <a:rPr b="0" lang="en-GB" sz="1800" spc="-21" strike="noStrike">
                <a:solidFill>
                  <a:srgbClr val="000000"/>
                </a:solidFill>
                <a:latin typeface="Arial MT"/>
              </a:rPr>
              <a:t> </a:t>
            </a:r>
            <a:r>
              <a:rPr b="0" lang="en-GB" sz="1800" spc="-1" strike="noStrike">
                <a:solidFill>
                  <a:srgbClr val="000000"/>
                </a:solidFill>
                <a:latin typeface="Arial MT"/>
              </a:rPr>
              <a:t>is</a:t>
            </a:r>
            <a:r>
              <a:rPr b="0" lang="en-GB" sz="1800" spc="-15" strike="noStrike">
                <a:solidFill>
                  <a:srgbClr val="000000"/>
                </a:solidFill>
                <a:latin typeface="Arial MT"/>
              </a:rPr>
              <a:t> </a:t>
            </a:r>
            <a:r>
              <a:rPr b="0" lang="en-GB" sz="1800" spc="-1" strike="noStrike">
                <a:solidFill>
                  <a:srgbClr val="000000"/>
                </a:solidFill>
                <a:latin typeface="Arial MT"/>
              </a:rPr>
              <a:t>known</a:t>
            </a:r>
            <a:r>
              <a:rPr b="0" lang="en-GB" sz="1800" spc="-21" strike="noStrike">
                <a:solidFill>
                  <a:srgbClr val="000000"/>
                </a:solidFill>
                <a:latin typeface="Arial MT"/>
              </a:rPr>
              <a:t> </a:t>
            </a:r>
            <a:r>
              <a:rPr b="0" lang="en-GB" sz="1800" spc="-1" strike="noStrike">
                <a:solidFill>
                  <a:srgbClr val="000000"/>
                </a:solidFill>
                <a:latin typeface="Arial MT"/>
              </a:rPr>
              <a:t>as</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1" strike="noStrike">
                <a:solidFill>
                  <a:srgbClr val="000000"/>
                </a:solidFill>
                <a:latin typeface="Arial MT"/>
              </a:rPr>
              <a:t> </a:t>
            </a:r>
            <a:r>
              <a:rPr b="1" lang="en-GB" sz="1800" spc="-21" strike="noStrike">
                <a:solidFill>
                  <a:srgbClr val="000000"/>
                </a:solidFill>
                <a:latin typeface="Arial"/>
              </a:rPr>
              <a:t>base </a:t>
            </a:r>
            <a:r>
              <a:rPr b="1" lang="en-GB" sz="1800" spc="-21" strike="noStrike">
                <a:solidFill>
                  <a:srgbClr val="000000"/>
                </a:solidFill>
                <a:latin typeface="Arial"/>
              </a:rPr>
              <a:t>	</a:t>
            </a:r>
            <a:r>
              <a:rPr b="1" lang="en-GB" sz="1800" spc="-1" strike="noStrike">
                <a:solidFill>
                  <a:srgbClr val="000000"/>
                </a:solidFill>
                <a:latin typeface="Arial"/>
              </a:rPr>
              <a:t>estimator</a:t>
            </a:r>
            <a:r>
              <a:rPr b="1" lang="en-GB" sz="1800" spc="-15" strike="noStrike">
                <a:solidFill>
                  <a:srgbClr val="000000"/>
                </a:solidFill>
                <a:latin typeface="Arial"/>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random</a:t>
            </a:r>
            <a:r>
              <a:rPr b="0" lang="en-GB" sz="1800" spc="-15" strike="noStrike">
                <a:solidFill>
                  <a:srgbClr val="000000"/>
                </a:solidFill>
                <a:latin typeface="Arial MT"/>
              </a:rPr>
              <a:t> </a:t>
            </a:r>
            <a:r>
              <a:rPr b="0" lang="en-GB" sz="1800" spc="-12" strike="noStrike">
                <a:solidFill>
                  <a:srgbClr val="000000"/>
                </a:solidFill>
                <a:latin typeface="Arial MT"/>
              </a:rPr>
              <a:t>forest.</a:t>
            </a:r>
            <a:endParaRPr b="0" lang="en-GB" sz="1800" spc="-1" strike="noStrike">
              <a:solidFill>
                <a:srgbClr val="000000"/>
              </a:solidFill>
              <a:latin typeface="Arial"/>
            </a:endParaRPr>
          </a:p>
          <a:p>
            <a:pPr marL="184680" indent="-176400">
              <a:lnSpc>
                <a:spcPct val="100000"/>
              </a:lnSpc>
              <a:buClr>
                <a:srgbClr val="000000"/>
              </a:buClr>
              <a:buSzPct val="94000"/>
              <a:buFont typeface="Calibri"/>
              <a:buAutoNum type="arabicPeriod"/>
              <a:tabLst>
                <a:tab algn="l" pos="186120"/>
              </a:tabLst>
            </a:pPr>
            <a:r>
              <a:rPr b="0" lang="en-GB" sz="1800" spc="-1" strike="noStrike">
                <a:solidFill>
                  <a:srgbClr val="000000"/>
                </a:solidFill>
                <a:latin typeface="Arial MT"/>
              </a:rPr>
              <a:t>Thus,</a:t>
            </a:r>
            <a:r>
              <a:rPr b="0" lang="en-GB" sz="1800" spc="-32" strike="noStrike">
                <a:solidFill>
                  <a:srgbClr val="000000"/>
                </a:solidFill>
                <a:latin typeface="Arial MT"/>
              </a:rPr>
              <a:t> </a:t>
            </a:r>
            <a:r>
              <a:rPr b="0" lang="en-GB" sz="1800" spc="-1" strike="noStrike">
                <a:solidFill>
                  <a:srgbClr val="000000"/>
                </a:solidFill>
                <a:latin typeface="Arial MT"/>
              </a:rPr>
              <a:t>we</a:t>
            </a:r>
            <a:r>
              <a:rPr b="0" lang="en-GB" sz="1800" spc="-21" strike="noStrike">
                <a:solidFill>
                  <a:srgbClr val="000000"/>
                </a:solidFill>
                <a:latin typeface="Arial MT"/>
              </a:rPr>
              <a:t> </a:t>
            </a:r>
            <a:r>
              <a:rPr b="0" lang="en-GB" sz="1800" spc="-1" strike="noStrike">
                <a:solidFill>
                  <a:srgbClr val="000000"/>
                </a:solidFill>
                <a:latin typeface="Arial MT"/>
              </a:rPr>
              <a:t>have</a:t>
            </a:r>
            <a:r>
              <a:rPr b="0" lang="en-GB" sz="1800" spc="-21" strike="noStrike">
                <a:solidFill>
                  <a:srgbClr val="000000"/>
                </a:solidFill>
                <a:latin typeface="Arial MT"/>
              </a:rPr>
              <a:t> </a:t>
            </a:r>
            <a:r>
              <a:rPr b="0" lang="en-GB" sz="1800" spc="-1" strike="noStrike">
                <a:solidFill>
                  <a:srgbClr val="000000"/>
                </a:solidFill>
                <a:latin typeface="Arial MT"/>
              </a:rPr>
              <a:t>a</a:t>
            </a:r>
            <a:r>
              <a:rPr b="0" lang="en-GB" sz="1800" spc="-21" strike="noStrike">
                <a:solidFill>
                  <a:srgbClr val="000000"/>
                </a:solidFill>
                <a:latin typeface="Arial MT"/>
              </a:rPr>
              <a:t> </a:t>
            </a:r>
            <a:r>
              <a:rPr b="0" lang="en-GB" sz="1800" spc="-1" strike="noStrike">
                <a:solidFill>
                  <a:srgbClr val="000000"/>
                </a:solidFill>
                <a:latin typeface="Arial MT"/>
              </a:rPr>
              <a:t>forest</a:t>
            </a:r>
            <a:r>
              <a:rPr b="0" lang="en-GB" sz="1800" spc="-21"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trees,</a:t>
            </a:r>
            <a:r>
              <a:rPr b="0" lang="en-GB" sz="1800" spc="-21" strike="noStrike">
                <a:solidFill>
                  <a:srgbClr val="000000"/>
                </a:solidFill>
                <a:latin typeface="Arial MT"/>
              </a:rPr>
              <a:t> </a:t>
            </a:r>
            <a:r>
              <a:rPr b="0" lang="en-GB" sz="1800" spc="-1" strike="noStrike">
                <a:solidFill>
                  <a:srgbClr val="000000"/>
                </a:solidFill>
                <a:latin typeface="Arial MT"/>
              </a:rPr>
              <a:t>each</a:t>
            </a:r>
            <a:r>
              <a:rPr b="0" lang="en-GB" sz="1800" spc="-21" strike="noStrike">
                <a:solidFill>
                  <a:srgbClr val="000000"/>
                </a:solidFill>
                <a:latin typeface="Arial MT"/>
              </a:rPr>
              <a:t> </a:t>
            </a:r>
            <a:r>
              <a:rPr b="0" lang="en-GB" sz="1800" spc="-1" strike="noStrike">
                <a:solidFill>
                  <a:srgbClr val="000000"/>
                </a:solidFill>
                <a:latin typeface="Arial MT"/>
              </a:rPr>
              <a:t>built</a:t>
            </a:r>
            <a:r>
              <a:rPr b="0" lang="en-GB" sz="1800" spc="-21" strike="noStrike">
                <a:solidFill>
                  <a:srgbClr val="000000"/>
                </a:solidFill>
                <a:latin typeface="Arial MT"/>
              </a:rPr>
              <a:t> </a:t>
            </a:r>
            <a:r>
              <a:rPr b="0" lang="en-GB" sz="1800" spc="-1" strike="noStrike">
                <a:solidFill>
                  <a:srgbClr val="000000"/>
                </a:solidFill>
                <a:latin typeface="Arial MT"/>
              </a:rPr>
              <a:t>using</a:t>
            </a:r>
            <a:r>
              <a:rPr b="0" lang="en-GB" sz="1800" spc="-21" strike="noStrike">
                <a:solidFill>
                  <a:srgbClr val="000000"/>
                </a:solidFill>
                <a:latin typeface="Arial MT"/>
              </a:rPr>
              <a:t> </a:t>
            </a:r>
            <a:r>
              <a:rPr b="0" lang="en-GB" sz="1800" spc="-52" strike="noStrike">
                <a:solidFill>
                  <a:srgbClr val="000000"/>
                </a:solidFill>
                <a:latin typeface="Arial MT"/>
              </a:rPr>
              <a:t>a </a:t>
            </a:r>
            <a:r>
              <a:rPr b="0" lang="en-GB" sz="1800" spc="-52" strike="noStrike">
                <a:solidFill>
                  <a:srgbClr val="000000"/>
                </a:solidFill>
                <a:latin typeface="Arial MT"/>
              </a:rPr>
              <a:t>	</a:t>
            </a:r>
            <a:r>
              <a:rPr b="0" lang="en-GB" sz="1800" spc="-1" strike="noStrike">
                <a:solidFill>
                  <a:srgbClr val="000000"/>
                </a:solidFill>
                <a:latin typeface="Arial MT"/>
              </a:rPr>
              <a:t>random</a:t>
            </a:r>
            <a:r>
              <a:rPr b="0" lang="en-GB" sz="1800" spc="-21" strike="noStrike">
                <a:solidFill>
                  <a:srgbClr val="000000"/>
                </a:solidFill>
                <a:latin typeface="Arial MT"/>
              </a:rPr>
              <a:t> </a:t>
            </a:r>
            <a:r>
              <a:rPr b="0" lang="en-GB" sz="1800" spc="-1" strike="noStrike">
                <a:solidFill>
                  <a:srgbClr val="000000"/>
                </a:solidFill>
                <a:latin typeface="Arial MT"/>
              </a:rPr>
              <a:t>set</a:t>
            </a:r>
            <a:r>
              <a:rPr b="0" lang="en-GB" sz="1800" spc="-12" strike="noStrike">
                <a:solidFill>
                  <a:srgbClr val="000000"/>
                </a:solidFill>
                <a:latin typeface="Arial MT"/>
              </a:rPr>
              <a:t> </a:t>
            </a:r>
            <a:r>
              <a:rPr b="0" lang="en-GB" sz="1800" spc="-1" strike="noStrike">
                <a:solidFill>
                  <a:srgbClr val="000000"/>
                </a:solidFill>
                <a:latin typeface="Arial MT"/>
              </a:rPr>
              <a:t>of</a:t>
            </a:r>
            <a:r>
              <a:rPr b="0" lang="en-GB" sz="1800" spc="-12" strike="noStrike">
                <a:solidFill>
                  <a:srgbClr val="000000"/>
                </a:solidFill>
                <a:latin typeface="Arial MT"/>
              </a:rPr>
              <a:t> </a:t>
            </a:r>
            <a:r>
              <a:rPr b="0" lang="en-GB" sz="1800" spc="-1" strike="noStrike">
                <a:solidFill>
                  <a:srgbClr val="000000"/>
                </a:solidFill>
                <a:latin typeface="Arial MT"/>
              </a:rPr>
              <a:t>10</a:t>
            </a:r>
            <a:r>
              <a:rPr b="0" lang="en-GB" sz="1800" spc="-12" strike="noStrike">
                <a:solidFill>
                  <a:srgbClr val="000000"/>
                </a:solidFill>
                <a:latin typeface="Arial MT"/>
              </a:rPr>
              <a:t> features.</a:t>
            </a:r>
            <a:endParaRPr b="0" lang="en-GB" sz="1800" spc="-1" strike="noStrike">
              <a:solidFill>
                <a:srgbClr val="000000"/>
              </a:solidFill>
              <a:latin typeface="Arial"/>
            </a:endParaRPr>
          </a:p>
          <a:p>
            <a:pPr marL="186120">
              <a:lnSpc>
                <a:spcPct val="100000"/>
              </a:lnSpc>
              <a:tabLst>
                <a:tab algn="l" pos="186120"/>
              </a:tabLst>
            </a:pP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next</a:t>
            </a:r>
            <a:r>
              <a:rPr b="0" lang="en-GB" sz="1800" spc="-15" strike="noStrike">
                <a:solidFill>
                  <a:srgbClr val="000000"/>
                </a:solidFill>
                <a:latin typeface="Arial MT"/>
              </a:rPr>
              <a:t> </a:t>
            </a:r>
            <a:r>
              <a:rPr b="0" lang="en-GB" sz="1800" spc="-1" strike="noStrike">
                <a:solidFill>
                  <a:srgbClr val="000000"/>
                </a:solidFill>
                <a:latin typeface="Arial MT"/>
              </a:rPr>
              <a:t>step</a:t>
            </a:r>
            <a:r>
              <a:rPr b="0" lang="en-GB" sz="1800" spc="-12" strike="noStrike">
                <a:solidFill>
                  <a:srgbClr val="000000"/>
                </a:solidFill>
                <a:latin typeface="Arial MT"/>
              </a:rPr>
              <a:t> </a:t>
            </a:r>
            <a:r>
              <a:rPr b="0" lang="en-GB" sz="1800" spc="-1" strike="noStrike">
                <a:solidFill>
                  <a:srgbClr val="000000"/>
                </a:solidFill>
                <a:latin typeface="Arial MT"/>
              </a:rPr>
              <a:t>for</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2" strike="noStrike">
                <a:solidFill>
                  <a:srgbClr val="000000"/>
                </a:solidFill>
                <a:latin typeface="Arial MT"/>
              </a:rPr>
              <a:t> </a:t>
            </a:r>
            <a:r>
              <a:rPr b="0" lang="en-GB" sz="1800" spc="-1" strike="noStrike">
                <a:solidFill>
                  <a:srgbClr val="000000"/>
                </a:solidFill>
                <a:latin typeface="Arial MT"/>
              </a:rPr>
              <a:t>algorithm</a:t>
            </a:r>
            <a:r>
              <a:rPr b="0" lang="en-GB" sz="1800" spc="-15" strike="noStrike">
                <a:solidFill>
                  <a:srgbClr val="000000"/>
                </a:solidFill>
                <a:latin typeface="Arial MT"/>
              </a:rPr>
              <a:t> </a:t>
            </a:r>
            <a:r>
              <a:rPr b="0" lang="en-GB" sz="1800" spc="-1" strike="noStrike">
                <a:solidFill>
                  <a:srgbClr val="000000"/>
                </a:solidFill>
                <a:latin typeface="Arial MT"/>
              </a:rPr>
              <a:t>is</a:t>
            </a:r>
            <a:r>
              <a:rPr b="0" lang="en-GB" sz="1800" spc="-12" strike="noStrike">
                <a:solidFill>
                  <a:srgbClr val="000000"/>
                </a:solidFill>
                <a:latin typeface="Arial MT"/>
              </a:rPr>
              <a:t> </a:t>
            </a:r>
            <a:r>
              <a:rPr b="0" lang="en-GB" sz="1800" spc="-1" strike="noStrike">
                <a:solidFill>
                  <a:srgbClr val="000000"/>
                </a:solidFill>
                <a:latin typeface="Arial MT"/>
              </a:rPr>
              <a:t>to</a:t>
            </a:r>
            <a:r>
              <a:rPr b="0" lang="en-GB" sz="1800" spc="-15" strike="noStrike">
                <a:solidFill>
                  <a:srgbClr val="000000"/>
                </a:solidFill>
                <a:latin typeface="Arial MT"/>
              </a:rPr>
              <a:t> </a:t>
            </a:r>
            <a:r>
              <a:rPr b="0" lang="en-GB" sz="1800" spc="-1" strike="noStrike">
                <a:solidFill>
                  <a:srgbClr val="000000"/>
                </a:solidFill>
                <a:latin typeface="Arial MT"/>
              </a:rPr>
              <a:t>make</a:t>
            </a:r>
            <a:r>
              <a:rPr b="0" lang="en-GB" sz="1800" spc="-12" strike="noStrike">
                <a:solidFill>
                  <a:srgbClr val="000000"/>
                </a:solidFill>
                <a:latin typeface="Arial MT"/>
              </a:rPr>
              <a:t> </a:t>
            </a:r>
            <a:r>
              <a:rPr b="0" lang="en-GB" sz="1800" spc="-26" strike="noStrike">
                <a:solidFill>
                  <a:srgbClr val="000000"/>
                </a:solidFill>
                <a:latin typeface="Arial MT"/>
              </a:rPr>
              <a:t>the </a:t>
            </a:r>
            <a:r>
              <a:rPr b="0" lang="en-GB" sz="1800" spc="-1" strike="noStrike">
                <a:solidFill>
                  <a:srgbClr val="000000"/>
                </a:solidFill>
                <a:latin typeface="Arial MT"/>
              </a:rPr>
              <a:t>prediction.</a:t>
            </a:r>
            <a:r>
              <a:rPr b="0" lang="en-GB" sz="1800" spc="-35" strike="noStrike">
                <a:solidFill>
                  <a:srgbClr val="000000"/>
                </a:solidFill>
                <a:latin typeface="Arial MT"/>
              </a:rPr>
              <a:t> </a:t>
            </a:r>
            <a:r>
              <a:rPr b="0" lang="en-GB" sz="1800" spc="-1" strike="noStrike">
                <a:solidFill>
                  <a:srgbClr val="000000"/>
                </a:solidFill>
                <a:latin typeface="Arial MT"/>
              </a:rPr>
              <a:t>In</a:t>
            </a:r>
            <a:r>
              <a:rPr b="0" lang="en-GB" sz="1800" spc="-21" strike="noStrike">
                <a:solidFill>
                  <a:srgbClr val="000000"/>
                </a:solidFill>
                <a:latin typeface="Arial MT"/>
              </a:rPr>
              <a:t> </a:t>
            </a:r>
            <a:r>
              <a:rPr b="0" lang="en-GB" sz="1800" spc="-1" strike="noStrike">
                <a:solidFill>
                  <a:srgbClr val="000000"/>
                </a:solidFill>
                <a:latin typeface="Arial MT"/>
              </a:rPr>
              <a:t>order</a:t>
            </a:r>
            <a:r>
              <a:rPr b="0" lang="en-GB" sz="1800" spc="-21" strike="noStrike">
                <a:solidFill>
                  <a:srgbClr val="000000"/>
                </a:solidFill>
                <a:latin typeface="Arial MT"/>
              </a:rPr>
              <a:t> </a:t>
            </a:r>
            <a:r>
              <a:rPr b="0" lang="en-GB" sz="1800" spc="-1" strike="noStrike">
                <a:solidFill>
                  <a:srgbClr val="000000"/>
                </a:solidFill>
                <a:latin typeface="Arial MT"/>
              </a:rPr>
              <a:t>to</a:t>
            </a:r>
            <a:r>
              <a:rPr b="0" lang="en-GB" sz="1800" spc="-26" strike="noStrike">
                <a:solidFill>
                  <a:srgbClr val="000000"/>
                </a:solidFill>
                <a:latin typeface="Arial MT"/>
              </a:rPr>
              <a:t> </a:t>
            </a:r>
            <a:r>
              <a:rPr b="0" lang="en-GB" sz="1800" spc="-1" strike="noStrike">
                <a:solidFill>
                  <a:srgbClr val="000000"/>
                </a:solidFill>
                <a:latin typeface="Arial MT"/>
              </a:rPr>
              <a:t>better</a:t>
            </a:r>
            <a:r>
              <a:rPr b="0" lang="en-GB" sz="1800" spc="-21" strike="noStrike">
                <a:solidFill>
                  <a:srgbClr val="000000"/>
                </a:solidFill>
                <a:latin typeface="Arial MT"/>
              </a:rPr>
              <a:t> </a:t>
            </a:r>
            <a:r>
              <a:rPr b="0" lang="en-GB" sz="1800" spc="-1" strike="noStrike">
                <a:solidFill>
                  <a:srgbClr val="000000"/>
                </a:solidFill>
                <a:latin typeface="Arial MT"/>
              </a:rPr>
              <a:t>understand</a:t>
            </a:r>
            <a:r>
              <a:rPr b="0" lang="en-GB" sz="1800" spc="-21" strike="noStrike">
                <a:solidFill>
                  <a:srgbClr val="000000"/>
                </a:solidFill>
                <a:latin typeface="Arial MT"/>
              </a:rPr>
              <a:t> </a:t>
            </a:r>
            <a:r>
              <a:rPr b="0" lang="en-GB" sz="1800" spc="-1" strike="noStrike">
                <a:solidFill>
                  <a:srgbClr val="000000"/>
                </a:solidFill>
                <a:latin typeface="Arial MT"/>
              </a:rPr>
              <a:t>how</a:t>
            </a:r>
            <a:r>
              <a:rPr b="0" lang="en-GB" sz="1800" spc="-21" strike="noStrike">
                <a:solidFill>
                  <a:srgbClr val="000000"/>
                </a:solidFill>
                <a:latin typeface="Arial MT"/>
              </a:rPr>
              <a:t> </a:t>
            </a:r>
            <a:r>
              <a:rPr b="0" lang="en-GB" sz="1800" spc="-26" strike="noStrike">
                <a:solidFill>
                  <a:srgbClr val="000000"/>
                </a:solidFill>
                <a:latin typeface="Arial MT"/>
              </a:rPr>
              <a:t>the </a:t>
            </a:r>
            <a:r>
              <a:rPr b="0" lang="en-GB" sz="1800" spc="-1" strike="noStrike">
                <a:solidFill>
                  <a:srgbClr val="000000"/>
                </a:solidFill>
                <a:latin typeface="Arial MT"/>
              </a:rPr>
              <a:t>random</a:t>
            </a:r>
            <a:r>
              <a:rPr b="0" lang="en-GB" sz="1800" spc="-26" strike="noStrike">
                <a:solidFill>
                  <a:srgbClr val="000000"/>
                </a:solidFill>
                <a:latin typeface="Arial MT"/>
              </a:rPr>
              <a:t> </a:t>
            </a:r>
            <a:r>
              <a:rPr b="0" lang="en-GB" sz="1800" spc="-1" strike="noStrike">
                <a:solidFill>
                  <a:srgbClr val="000000"/>
                </a:solidFill>
                <a:latin typeface="Arial MT"/>
              </a:rPr>
              <a:t>forest</a:t>
            </a:r>
            <a:r>
              <a:rPr b="0" lang="en-GB" sz="1800" spc="-12" strike="noStrike">
                <a:solidFill>
                  <a:srgbClr val="000000"/>
                </a:solidFill>
                <a:latin typeface="Arial MT"/>
              </a:rPr>
              <a:t> </a:t>
            </a:r>
            <a:r>
              <a:rPr b="0" lang="en-GB" sz="1800" spc="-1" strike="noStrike">
                <a:solidFill>
                  <a:srgbClr val="000000"/>
                </a:solidFill>
                <a:latin typeface="Arial MT"/>
              </a:rPr>
              <a:t>algorithm</a:t>
            </a:r>
            <a:r>
              <a:rPr b="0" lang="en-GB" sz="1800" spc="-12" strike="noStrike">
                <a:solidFill>
                  <a:srgbClr val="000000"/>
                </a:solidFill>
                <a:latin typeface="Arial MT"/>
              </a:rPr>
              <a:t> </a:t>
            </a:r>
            <a:r>
              <a:rPr b="0" lang="en-GB" sz="1800" spc="-1" strike="noStrike">
                <a:solidFill>
                  <a:srgbClr val="000000"/>
                </a:solidFill>
                <a:latin typeface="Arial MT"/>
              </a:rPr>
              <a:t>makes</a:t>
            </a:r>
            <a:r>
              <a:rPr b="0" lang="en-GB" sz="1800" spc="-12" strike="noStrike">
                <a:solidFill>
                  <a:srgbClr val="000000"/>
                </a:solidFill>
                <a:latin typeface="Arial MT"/>
              </a:rPr>
              <a:t> predictions, </a:t>
            </a:r>
            <a:r>
              <a:rPr b="0" lang="en-GB" sz="1800" spc="-1" strike="noStrike">
                <a:solidFill>
                  <a:srgbClr val="000000"/>
                </a:solidFill>
                <a:latin typeface="Arial MT"/>
              </a:rPr>
              <a:t>consider</a:t>
            </a:r>
            <a:r>
              <a:rPr b="0" lang="en-GB" sz="1800" spc="-26"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following</a:t>
            </a:r>
            <a:r>
              <a:rPr b="0" lang="en-GB" sz="1800" spc="-21" strike="noStrike">
                <a:solidFill>
                  <a:srgbClr val="000000"/>
                </a:solidFill>
                <a:latin typeface="Arial MT"/>
              </a:rPr>
              <a:t> </a:t>
            </a:r>
            <a:r>
              <a:rPr b="0" lang="en-GB" sz="1800" spc="-12" strike="noStrike">
                <a:solidFill>
                  <a:srgbClr val="000000"/>
                </a:solidFill>
                <a:latin typeface="Arial MT"/>
              </a:rPr>
              <a:t>diagram:</a:t>
            </a:r>
            <a:endParaRPr b="0" lang="en-GB" sz="1800" spc="-1" strike="noStrike">
              <a:solidFill>
                <a:srgbClr val="000000"/>
              </a:solidFill>
              <a:latin typeface="Arial"/>
            </a:endParaRPr>
          </a:p>
        </p:txBody>
      </p:sp>
      <p:sp>
        <p:nvSpPr>
          <p:cNvPr id="113" name="object 5"/>
          <p:cNvSpPr/>
          <p:nvPr/>
        </p:nvSpPr>
        <p:spPr>
          <a:xfrm>
            <a:off x="5856480" y="3445200"/>
            <a:ext cx="4975200" cy="56088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1" lang="en-GB" sz="1800" spc="-1" strike="noStrike">
                <a:solidFill>
                  <a:srgbClr val="000000"/>
                </a:solidFill>
                <a:latin typeface="Arial"/>
              </a:rPr>
              <a:t>The</a:t>
            </a:r>
            <a:r>
              <a:rPr b="1" lang="en-GB" sz="1800" spc="-35" strike="noStrike">
                <a:solidFill>
                  <a:srgbClr val="000000"/>
                </a:solidFill>
                <a:latin typeface="Arial"/>
              </a:rPr>
              <a:t> </a:t>
            </a:r>
            <a:r>
              <a:rPr b="1" lang="en-GB" sz="1800" spc="-1" strike="noStrike">
                <a:solidFill>
                  <a:srgbClr val="000000"/>
                </a:solidFill>
                <a:latin typeface="Arial"/>
              </a:rPr>
              <a:t>process</a:t>
            </a:r>
            <a:r>
              <a:rPr b="1" lang="en-GB" sz="1800" spc="-32" strike="noStrike">
                <a:solidFill>
                  <a:srgbClr val="000000"/>
                </a:solidFill>
                <a:latin typeface="Arial"/>
              </a:rPr>
              <a:t> </a:t>
            </a:r>
            <a:r>
              <a:rPr b="1" lang="en-GB" sz="1800" spc="-1" strike="noStrike">
                <a:solidFill>
                  <a:srgbClr val="000000"/>
                </a:solidFill>
                <a:latin typeface="Arial"/>
              </a:rPr>
              <a:t>of</a:t>
            </a:r>
            <a:r>
              <a:rPr b="1" lang="en-GB" sz="1800" spc="-32" strike="noStrike">
                <a:solidFill>
                  <a:srgbClr val="000000"/>
                </a:solidFill>
                <a:latin typeface="Arial"/>
              </a:rPr>
              <a:t> </a:t>
            </a:r>
            <a:r>
              <a:rPr b="1" lang="en-GB" sz="1800" spc="-1" strike="noStrike">
                <a:solidFill>
                  <a:srgbClr val="000000"/>
                </a:solidFill>
                <a:latin typeface="Arial"/>
              </a:rPr>
              <a:t>making</a:t>
            </a:r>
            <a:r>
              <a:rPr b="1" lang="en-GB" sz="1800" spc="-32" strike="noStrike">
                <a:solidFill>
                  <a:srgbClr val="000000"/>
                </a:solidFill>
                <a:latin typeface="Arial"/>
              </a:rPr>
              <a:t> </a:t>
            </a:r>
            <a:r>
              <a:rPr b="1" lang="en-GB" sz="1800" spc="-1" strike="noStrike">
                <a:solidFill>
                  <a:srgbClr val="000000"/>
                </a:solidFill>
                <a:latin typeface="Arial"/>
              </a:rPr>
              <a:t>predictions</a:t>
            </a:r>
            <a:r>
              <a:rPr b="1" lang="en-GB" sz="1800" spc="-32" strike="noStrike">
                <a:solidFill>
                  <a:srgbClr val="000000"/>
                </a:solidFill>
                <a:latin typeface="Arial"/>
              </a:rPr>
              <a:t> </a:t>
            </a:r>
            <a:r>
              <a:rPr b="1" lang="en-GB" sz="1800" spc="-1" strike="noStrike">
                <a:solidFill>
                  <a:srgbClr val="000000"/>
                </a:solidFill>
                <a:latin typeface="Arial"/>
              </a:rPr>
              <a:t>in</a:t>
            </a:r>
            <a:r>
              <a:rPr b="1" lang="en-GB" sz="1800" spc="-32" strike="noStrike">
                <a:solidFill>
                  <a:srgbClr val="000000"/>
                </a:solidFill>
                <a:latin typeface="Arial"/>
              </a:rPr>
              <a:t> </a:t>
            </a:r>
            <a:r>
              <a:rPr b="1" lang="en-GB" sz="1800" spc="-12" strike="noStrike">
                <a:solidFill>
                  <a:srgbClr val="000000"/>
                </a:solidFill>
                <a:latin typeface="Arial"/>
              </a:rPr>
              <a:t>random forests</a:t>
            </a:r>
            <a:endParaRPr b="0" lang="en-GB" sz="1800" spc="-1" strike="noStrike">
              <a:solidFill>
                <a:srgbClr val="000000"/>
              </a:solidFill>
              <a:latin typeface="Arial"/>
            </a:endParaRPr>
          </a:p>
        </p:txBody>
      </p:sp>
      <p:sp>
        <p:nvSpPr>
          <p:cNvPr id="114" name="object 6"/>
          <p:cNvSpPr/>
          <p:nvPr/>
        </p:nvSpPr>
        <p:spPr>
          <a:xfrm>
            <a:off x="5682960" y="4268160"/>
            <a:ext cx="5530680" cy="3029760"/>
          </a:xfrm>
          <a:prstGeom prst="rect">
            <a:avLst/>
          </a:prstGeom>
          <a:noFill/>
          <a:ln w="0">
            <a:noFill/>
          </a:ln>
        </p:spPr>
        <p:style>
          <a:lnRef idx="0"/>
          <a:fillRef idx="0"/>
          <a:effectRef idx="0"/>
          <a:fontRef idx="minor"/>
        </p:style>
        <p:txBody>
          <a:bodyPr lIns="0" rIns="0" tIns="12600" bIns="0" anchor="t">
            <a:spAutoFit/>
          </a:bodyPr>
          <a:p>
            <a:pPr marL="184680" indent="-176400">
              <a:lnSpc>
                <a:spcPct val="100000"/>
              </a:lnSpc>
              <a:spcBef>
                <a:spcPts val="99"/>
              </a:spcBef>
              <a:buClr>
                <a:srgbClr val="000000"/>
              </a:buClr>
              <a:buSzPct val="94000"/>
              <a:buFont typeface="Calibri"/>
              <a:buAutoNum type="arabicPeriod"/>
              <a:tabLst>
                <a:tab algn="l" pos="186120"/>
              </a:tabLst>
            </a:pPr>
            <a:r>
              <a:rPr b="0" lang="en-GB" sz="1800" spc="-1" strike="noStrike">
                <a:solidFill>
                  <a:srgbClr val="000000"/>
                </a:solidFill>
                <a:latin typeface="Arial MT"/>
              </a:rPr>
              <a:t>Let's</a:t>
            </a:r>
            <a:r>
              <a:rPr b="0" lang="en-GB" sz="1800" spc="-32" strike="noStrike">
                <a:solidFill>
                  <a:srgbClr val="000000"/>
                </a:solidFill>
                <a:latin typeface="Arial MT"/>
              </a:rPr>
              <a:t> </a:t>
            </a:r>
            <a:r>
              <a:rPr b="0" lang="en-GB" sz="1800" spc="-1" strike="noStrike">
                <a:solidFill>
                  <a:srgbClr val="000000"/>
                </a:solidFill>
                <a:latin typeface="Arial MT"/>
              </a:rPr>
              <a:t>assume</a:t>
            </a:r>
            <a:r>
              <a:rPr b="0" lang="en-GB" sz="1800" spc="-21" strike="noStrike">
                <a:solidFill>
                  <a:srgbClr val="000000"/>
                </a:solidFill>
                <a:latin typeface="Arial MT"/>
              </a:rPr>
              <a:t> </a:t>
            </a:r>
            <a:r>
              <a:rPr b="0" lang="en-GB" sz="1800" spc="-1" strike="noStrike">
                <a:solidFill>
                  <a:srgbClr val="000000"/>
                </a:solidFill>
                <a:latin typeface="Arial MT"/>
              </a:rPr>
              <a:t>that</a:t>
            </a:r>
            <a:r>
              <a:rPr b="0" lang="en-GB" sz="1800" spc="-15" strike="noStrike">
                <a:solidFill>
                  <a:srgbClr val="000000"/>
                </a:solidFill>
                <a:latin typeface="Arial MT"/>
              </a:rPr>
              <a:t> </a:t>
            </a:r>
            <a:r>
              <a:rPr b="0" lang="en-GB" sz="1800" spc="-1" strike="noStrike">
                <a:solidFill>
                  <a:srgbClr val="000000"/>
                </a:solidFill>
                <a:latin typeface="Arial MT"/>
              </a:rPr>
              <a:t>there</a:t>
            </a:r>
            <a:r>
              <a:rPr b="0" lang="en-GB" sz="1800" spc="-21" strike="noStrike">
                <a:solidFill>
                  <a:srgbClr val="000000"/>
                </a:solidFill>
                <a:latin typeface="Arial MT"/>
              </a:rPr>
              <a:t> </a:t>
            </a:r>
            <a:r>
              <a:rPr b="0" lang="en-GB" sz="1800" spc="-1" strike="noStrike">
                <a:solidFill>
                  <a:srgbClr val="000000"/>
                </a:solidFill>
                <a:latin typeface="Arial MT"/>
              </a:rPr>
              <a:t>are</a:t>
            </a:r>
            <a:r>
              <a:rPr b="0" lang="en-GB" sz="1800" spc="-15" strike="noStrike">
                <a:solidFill>
                  <a:srgbClr val="000000"/>
                </a:solidFill>
                <a:latin typeface="Arial MT"/>
              </a:rPr>
              <a:t> </a:t>
            </a:r>
            <a:r>
              <a:rPr b="0" lang="en-GB" sz="1800" spc="-1" strike="noStrike">
                <a:solidFill>
                  <a:srgbClr val="000000"/>
                </a:solidFill>
                <a:latin typeface="Arial MT"/>
              </a:rPr>
              <a:t>10</a:t>
            </a:r>
            <a:r>
              <a:rPr b="0" lang="en-GB" sz="1800" spc="-21" strike="noStrike">
                <a:solidFill>
                  <a:srgbClr val="000000"/>
                </a:solidFill>
                <a:latin typeface="Arial MT"/>
              </a:rPr>
              <a:t> </a:t>
            </a:r>
            <a:r>
              <a:rPr b="0" lang="en-GB" sz="1800" spc="-1" strike="noStrike">
                <a:solidFill>
                  <a:srgbClr val="000000"/>
                </a:solidFill>
                <a:latin typeface="Arial MT"/>
              </a:rPr>
              <a:t>decision</a:t>
            </a:r>
            <a:r>
              <a:rPr b="0" lang="en-GB" sz="1800" spc="-15" strike="noStrike">
                <a:solidFill>
                  <a:srgbClr val="000000"/>
                </a:solidFill>
                <a:latin typeface="Arial MT"/>
              </a:rPr>
              <a:t> </a:t>
            </a:r>
            <a:r>
              <a:rPr b="0" lang="en-GB" sz="1800" spc="-1" strike="noStrike">
                <a:solidFill>
                  <a:srgbClr val="000000"/>
                </a:solidFill>
                <a:latin typeface="Arial MT"/>
              </a:rPr>
              <a:t>trees</a:t>
            </a:r>
            <a:r>
              <a:rPr b="0" lang="en-GB" sz="1800" spc="-21" strike="noStrike">
                <a:solidFill>
                  <a:srgbClr val="000000"/>
                </a:solidFill>
                <a:latin typeface="Arial MT"/>
              </a:rPr>
              <a:t> </a:t>
            </a:r>
            <a:r>
              <a:rPr b="0" lang="en-GB" sz="1800" spc="-1" strike="noStrike">
                <a:solidFill>
                  <a:srgbClr val="000000"/>
                </a:solidFill>
                <a:latin typeface="Arial MT"/>
              </a:rPr>
              <a:t>in</a:t>
            </a:r>
            <a:r>
              <a:rPr b="0" lang="en-GB" sz="1800" spc="-15" strike="noStrike">
                <a:solidFill>
                  <a:srgbClr val="000000"/>
                </a:solidFill>
                <a:latin typeface="Arial MT"/>
              </a:rPr>
              <a:t> </a:t>
            </a:r>
            <a:r>
              <a:rPr b="0" lang="en-GB" sz="1800" spc="-26" strike="noStrike">
                <a:solidFill>
                  <a:srgbClr val="000000"/>
                </a:solidFill>
                <a:latin typeface="Arial MT"/>
              </a:rPr>
              <a:t>the </a:t>
            </a:r>
            <a:r>
              <a:rPr b="0" lang="en-GB" sz="1800" spc="-26" strike="noStrike">
                <a:solidFill>
                  <a:srgbClr val="000000"/>
                </a:solidFill>
                <a:latin typeface="Arial MT"/>
              </a:rPr>
              <a:t>	</a:t>
            </a:r>
            <a:r>
              <a:rPr b="0" lang="en-GB" sz="1800" spc="-1" strike="noStrike">
                <a:solidFill>
                  <a:srgbClr val="000000"/>
                </a:solidFill>
                <a:latin typeface="Arial MT"/>
              </a:rPr>
              <a:t>random</a:t>
            </a:r>
            <a:r>
              <a:rPr b="0" lang="en-GB" sz="1800" spc="-7" strike="noStrike">
                <a:solidFill>
                  <a:srgbClr val="000000"/>
                </a:solidFill>
                <a:latin typeface="Arial MT"/>
              </a:rPr>
              <a:t> </a:t>
            </a:r>
            <a:r>
              <a:rPr b="0" lang="en-GB" sz="1800" spc="-12" strike="noStrike">
                <a:solidFill>
                  <a:srgbClr val="000000"/>
                </a:solidFill>
                <a:latin typeface="Arial MT"/>
              </a:rPr>
              <a:t>forest.</a:t>
            </a:r>
            <a:endParaRPr b="0" lang="en-GB" sz="1800" spc="-1" strike="noStrike">
              <a:solidFill>
                <a:srgbClr val="000000"/>
              </a:solidFill>
              <a:latin typeface="Arial"/>
            </a:endParaRPr>
          </a:p>
          <a:p>
            <a:pPr marL="184680" indent="-176400">
              <a:lnSpc>
                <a:spcPct val="100000"/>
              </a:lnSpc>
              <a:buClr>
                <a:srgbClr val="000000"/>
              </a:buClr>
              <a:buSzPct val="94000"/>
              <a:buFont typeface="Calibri"/>
              <a:buAutoNum type="arabicPeriod"/>
              <a:tabLst>
                <a:tab algn="l" pos="186120"/>
              </a:tabLst>
            </a:pPr>
            <a:r>
              <a:rPr b="0" lang="en-GB" sz="1800" spc="-1" strike="noStrike">
                <a:solidFill>
                  <a:srgbClr val="000000"/>
                </a:solidFill>
                <a:latin typeface="Arial MT"/>
              </a:rPr>
              <a:t>Each</a:t>
            </a:r>
            <a:r>
              <a:rPr b="0" lang="en-GB" sz="1800" spc="-35" strike="noStrike">
                <a:solidFill>
                  <a:srgbClr val="000000"/>
                </a:solidFill>
                <a:latin typeface="Arial MT"/>
              </a:rPr>
              <a:t> </a:t>
            </a:r>
            <a:r>
              <a:rPr b="0" lang="en-GB" sz="1800" spc="-1" strike="noStrike">
                <a:solidFill>
                  <a:srgbClr val="000000"/>
                </a:solidFill>
                <a:latin typeface="Arial MT"/>
              </a:rPr>
              <a:t>decision</a:t>
            </a:r>
            <a:r>
              <a:rPr b="0" lang="en-GB" sz="1800" spc="-21" strike="noStrike">
                <a:solidFill>
                  <a:srgbClr val="000000"/>
                </a:solidFill>
                <a:latin typeface="Arial MT"/>
              </a:rPr>
              <a:t> </a:t>
            </a:r>
            <a:r>
              <a:rPr b="0" lang="en-GB" sz="1800" spc="-1" strike="noStrike">
                <a:solidFill>
                  <a:srgbClr val="000000"/>
                </a:solidFill>
                <a:latin typeface="Arial MT"/>
              </a:rPr>
              <a:t>tree</a:t>
            </a:r>
            <a:r>
              <a:rPr b="0" lang="en-GB" sz="1800" spc="-26" strike="noStrike">
                <a:solidFill>
                  <a:srgbClr val="000000"/>
                </a:solidFill>
                <a:latin typeface="Arial MT"/>
              </a:rPr>
              <a:t> </a:t>
            </a:r>
            <a:r>
              <a:rPr b="0" lang="en-GB" sz="1800" spc="-1" strike="noStrike">
                <a:solidFill>
                  <a:srgbClr val="000000"/>
                </a:solidFill>
                <a:latin typeface="Arial MT"/>
              </a:rPr>
              <a:t>makes</a:t>
            </a:r>
            <a:r>
              <a:rPr b="0" lang="en-GB" sz="1800" spc="-21" strike="noStrike">
                <a:solidFill>
                  <a:srgbClr val="000000"/>
                </a:solidFill>
                <a:latin typeface="Arial MT"/>
              </a:rPr>
              <a:t> </a:t>
            </a:r>
            <a:r>
              <a:rPr b="0" lang="en-GB" sz="1800" spc="-1" strike="noStrike">
                <a:solidFill>
                  <a:srgbClr val="000000"/>
                </a:solidFill>
                <a:latin typeface="Arial MT"/>
              </a:rPr>
              <a:t>a</a:t>
            </a:r>
            <a:r>
              <a:rPr b="0" lang="en-GB" sz="1800" spc="-21" strike="noStrike">
                <a:solidFill>
                  <a:srgbClr val="000000"/>
                </a:solidFill>
                <a:latin typeface="Arial MT"/>
              </a:rPr>
              <a:t> </a:t>
            </a:r>
            <a:r>
              <a:rPr b="0" lang="en-GB" sz="1800" spc="-1" strike="noStrike">
                <a:solidFill>
                  <a:srgbClr val="000000"/>
                </a:solidFill>
                <a:latin typeface="Arial MT"/>
              </a:rPr>
              <a:t>single</a:t>
            </a:r>
            <a:r>
              <a:rPr b="0" lang="en-GB" sz="1800" spc="-26" strike="noStrike">
                <a:solidFill>
                  <a:srgbClr val="000000"/>
                </a:solidFill>
                <a:latin typeface="Arial MT"/>
              </a:rPr>
              <a:t> </a:t>
            </a:r>
            <a:r>
              <a:rPr b="0" lang="en-GB" sz="1800" spc="-1" strike="noStrike">
                <a:solidFill>
                  <a:srgbClr val="000000"/>
                </a:solidFill>
                <a:latin typeface="Arial MT"/>
              </a:rPr>
              <a:t>prediction</a:t>
            </a:r>
            <a:r>
              <a:rPr b="0" lang="en-GB" sz="1800" spc="-21" strike="noStrike">
                <a:solidFill>
                  <a:srgbClr val="000000"/>
                </a:solidFill>
                <a:latin typeface="Arial MT"/>
              </a:rPr>
              <a:t> </a:t>
            </a:r>
            <a:r>
              <a:rPr b="0" lang="en-GB" sz="1800" spc="-1" strike="noStrike">
                <a:solidFill>
                  <a:srgbClr val="000000"/>
                </a:solidFill>
                <a:latin typeface="Arial MT"/>
              </a:rPr>
              <a:t>for</a:t>
            </a:r>
            <a:r>
              <a:rPr b="0" lang="en-GB" sz="1800" spc="-21" strike="noStrike">
                <a:solidFill>
                  <a:srgbClr val="000000"/>
                </a:solidFill>
                <a:latin typeface="Arial MT"/>
              </a:rPr>
              <a:t> </a:t>
            </a:r>
            <a:r>
              <a:rPr b="0" lang="en-GB" sz="1800" spc="-26" strike="noStrike">
                <a:solidFill>
                  <a:srgbClr val="000000"/>
                </a:solidFill>
                <a:latin typeface="Arial MT"/>
              </a:rPr>
              <a:t>the </a:t>
            </a:r>
            <a:r>
              <a:rPr b="0" lang="en-GB" sz="1800" spc="-26" strike="noStrike">
                <a:solidFill>
                  <a:srgbClr val="000000"/>
                </a:solidFill>
                <a:latin typeface="Arial MT"/>
              </a:rPr>
              <a:t>	</a:t>
            </a:r>
            <a:r>
              <a:rPr b="0" lang="en-GB" sz="1800" spc="-1" strike="noStrike">
                <a:solidFill>
                  <a:srgbClr val="000000"/>
                </a:solidFill>
                <a:latin typeface="Arial MT"/>
              </a:rPr>
              <a:t>data</a:t>
            </a:r>
            <a:r>
              <a:rPr b="0" lang="en-GB" sz="1800" spc="-15" strike="noStrike">
                <a:solidFill>
                  <a:srgbClr val="000000"/>
                </a:solidFill>
                <a:latin typeface="Arial MT"/>
              </a:rPr>
              <a:t> </a:t>
            </a:r>
            <a:r>
              <a:rPr b="0" lang="en-GB" sz="1800" spc="-1" strike="noStrike">
                <a:solidFill>
                  <a:srgbClr val="000000"/>
                </a:solidFill>
                <a:latin typeface="Arial MT"/>
              </a:rPr>
              <a:t>that</a:t>
            </a:r>
            <a:r>
              <a:rPr b="0" lang="en-GB" sz="1800" spc="-15" strike="noStrike">
                <a:solidFill>
                  <a:srgbClr val="000000"/>
                </a:solidFill>
                <a:latin typeface="Arial MT"/>
              </a:rPr>
              <a:t> </a:t>
            </a:r>
            <a:r>
              <a:rPr b="0" lang="en-GB" sz="1800" spc="-1" strike="noStrike">
                <a:solidFill>
                  <a:srgbClr val="000000"/>
                </a:solidFill>
                <a:latin typeface="Arial MT"/>
              </a:rPr>
              <a:t>comes</a:t>
            </a:r>
            <a:r>
              <a:rPr b="0" lang="en-GB" sz="1800" spc="-15" strike="noStrike">
                <a:solidFill>
                  <a:srgbClr val="000000"/>
                </a:solidFill>
                <a:latin typeface="Arial MT"/>
              </a:rPr>
              <a:t> </a:t>
            </a:r>
            <a:r>
              <a:rPr b="0" lang="en-GB" sz="1800" spc="-26" strike="noStrike">
                <a:solidFill>
                  <a:srgbClr val="000000"/>
                </a:solidFill>
                <a:latin typeface="Arial MT"/>
              </a:rPr>
              <a:t>in.</a:t>
            </a:r>
            <a:endParaRPr b="0" lang="en-GB" sz="1800" spc="-1" strike="noStrike">
              <a:solidFill>
                <a:srgbClr val="000000"/>
              </a:solidFill>
              <a:latin typeface="Arial"/>
            </a:endParaRPr>
          </a:p>
          <a:p>
            <a:pPr marL="184680" indent="-176400">
              <a:lnSpc>
                <a:spcPct val="100000"/>
              </a:lnSpc>
              <a:buClr>
                <a:srgbClr val="000000"/>
              </a:buClr>
              <a:buSzPct val="94000"/>
              <a:buFont typeface="Calibri"/>
              <a:buAutoNum type="arabicPeriod"/>
              <a:tabLst>
                <a:tab algn="l" pos="186120"/>
              </a:tabLst>
            </a:pPr>
            <a:r>
              <a:rPr b="0" lang="en-GB" sz="1800" spc="-1" strike="noStrike">
                <a:solidFill>
                  <a:srgbClr val="000000"/>
                </a:solidFill>
                <a:latin typeface="Arial MT"/>
              </a:rPr>
              <a:t>If</a:t>
            </a:r>
            <a:r>
              <a:rPr b="0" lang="en-GB" sz="1800" spc="-15" strike="noStrike">
                <a:solidFill>
                  <a:srgbClr val="000000"/>
                </a:solidFill>
                <a:latin typeface="Arial MT"/>
              </a:rPr>
              <a:t> </a:t>
            </a:r>
            <a:r>
              <a:rPr b="0" lang="en-GB" sz="1800" spc="-1" strike="noStrike">
                <a:solidFill>
                  <a:srgbClr val="000000"/>
                </a:solidFill>
                <a:latin typeface="Arial MT"/>
              </a:rPr>
              <a:t>six</a:t>
            </a:r>
            <a:r>
              <a:rPr b="0" lang="en-GB" sz="1800" spc="-12" strike="noStrike">
                <a:solidFill>
                  <a:srgbClr val="000000"/>
                </a:solidFill>
                <a:latin typeface="Arial MT"/>
              </a:rPr>
              <a:t> </a:t>
            </a:r>
            <a:r>
              <a:rPr b="0" lang="en-GB" sz="1800" spc="-1" strike="noStrike">
                <a:solidFill>
                  <a:srgbClr val="000000"/>
                </a:solidFill>
                <a:latin typeface="Arial MT"/>
              </a:rPr>
              <a:t>trees</a:t>
            </a:r>
            <a:r>
              <a:rPr b="0" lang="en-GB" sz="1800" spc="-12" strike="noStrike">
                <a:solidFill>
                  <a:srgbClr val="000000"/>
                </a:solidFill>
                <a:latin typeface="Arial MT"/>
              </a:rPr>
              <a:t> </a:t>
            </a:r>
            <a:r>
              <a:rPr b="0" lang="en-GB" sz="1800" spc="-1" strike="noStrike">
                <a:solidFill>
                  <a:srgbClr val="000000"/>
                </a:solidFill>
                <a:latin typeface="Arial MT"/>
              </a:rPr>
              <a:t>predict</a:t>
            </a:r>
            <a:r>
              <a:rPr b="0" lang="en-GB" sz="1800" spc="-12" strike="noStrike">
                <a:solidFill>
                  <a:srgbClr val="000000"/>
                </a:solidFill>
                <a:latin typeface="Arial MT"/>
              </a:rPr>
              <a:t> </a:t>
            </a:r>
            <a:r>
              <a:rPr b="0" lang="en-GB" sz="1800" spc="-1" strike="noStrike">
                <a:solidFill>
                  <a:srgbClr val="000000"/>
                </a:solidFill>
                <a:latin typeface="Arial MT"/>
              </a:rPr>
              <a:t>class</a:t>
            </a:r>
            <a:r>
              <a:rPr b="0" lang="en-GB" sz="1800" spc="-111" strike="noStrike">
                <a:solidFill>
                  <a:srgbClr val="000000"/>
                </a:solidFill>
                <a:latin typeface="Arial MT"/>
              </a:rPr>
              <a:t> </a:t>
            </a:r>
            <a:r>
              <a:rPr b="0" lang="en-GB" sz="1800" spc="-1" strike="noStrike">
                <a:solidFill>
                  <a:srgbClr val="000000"/>
                </a:solidFill>
                <a:latin typeface="Arial MT"/>
              </a:rPr>
              <a:t>A,</a:t>
            </a:r>
            <a:r>
              <a:rPr b="0" lang="en-GB" sz="1800" spc="-12" strike="noStrike">
                <a:solidFill>
                  <a:srgbClr val="000000"/>
                </a:solidFill>
                <a:latin typeface="Arial MT"/>
              </a:rPr>
              <a:t> </a:t>
            </a:r>
            <a:r>
              <a:rPr b="0" lang="en-GB" sz="1800" spc="-1" strike="noStrike">
                <a:solidFill>
                  <a:srgbClr val="000000"/>
                </a:solidFill>
                <a:latin typeface="Arial MT"/>
              </a:rPr>
              <a:t>and</a:t>
            </a:r>
            <a:r>
              <a:rPr b="0" lang="en-GB" sz="1800" spc="-12" strike="noStrike">
                <a:solidFill>
                  <a:srgbClr val="000000"/>
                </a:solidFill>
                <a:latin typeface="Arial MT"/>
              </a:rPr>
              <a:t> </a:t>
            </a:r>
            <a:r>
              <a:rPr b="0" lang="en-GB" sz="1800" spc="-1" strike="noStrike">
                <a:solidFill>
                  <a:srgbClr val="000000"/>
                </a:solidFill>
                <a:latin typeface="Arial MT"/>
              </a:rPr>
              <a:t>four</a:t>
            </a:r>
            <a:r>
              <a:rPr b="0" lang="en-GB" sz="1800" spc="-12" strike="noStrike">
                <a:solidFill>
                  <a:srgbClr val="000000"/>
                </a:solidFill>
                <a:latin typeface="Arial MT"/>
              </a:rPr>
              <a:t> </a:t>
            </a:r>
            <a:r>
              <a:rPr b="0" lang="en-GB" sz="1800" spc="-1" strike="noStrike">
                <a:solidFill>
                  <a:srgbClr val="000000"/>
                </a:solidFill>
                <a:latin typeface="Arial MT"/>
              </a:rPr>
              <a:t>trees</a:t>
            </a:r>
            <a:r>
              <a:rPr b="0" lang="en-GB" sz="1800" spc="-12" strike="noStrike">
                <a:solidFill>
                  <a:srgbClr val="000000"/>
                </a:solidFill>
                <a:latin typeface="Arial MT"/>
              </a:rPr>
              <a:t> predict </a:t>
            </a:r>
            <a:r>
              <a:rPr b="0" lang="en-GB" sz="1800" spc="-12" strike="noStrike">
                <a:solidFill>
                  <a:srgbClr val="000000"/>
                </a:solidFill>
                <a:latin typeface="Arial MT"/>
              </a:rPr>
              <a:t>	</a:t>
            </a:r>
            <a:r>
              <a:rPr b="0" lang="en-GB" sz="1800" spc="-1" strike="noStrike">
                <a:solidFill>
                  <a:srgbClr val="000000"/>
                </a:solidFill>
                <a:latin typeface="Arial MT"/>
              </a:rPr>
              <a:t>class</a:t>
            </a:r>
            <a:r>
              <a:rPr b="0" lang="en-GB" sz="1800" spc="-32" strike="noStrike">
                <a:solidFill>
                  <a:srgbClr val="000000"/>
                </a:solidFill>
                <a:latin typeface="Arial MT"/>
              </a:rPr>
              <a:t> </a:t>
            </a:r>
            <a:r>
              <a:rPr b="0" lang="en-GB" sz="1800" spc="-1" strike="noStrike">
                <a:solidFill>
                  <a:srgbClr val="000000"/>
                </a:solidFill>
                <a:latin typeface="Arial MT"/>
              </a:rPr>
              <a:t>B,</a:t>
            </a:r>
            <a:r>
              <a:rPr b="0" lang="en-GB" sz="1800" spc="-15" strike="noStrike">
                <a:solidFill>
                  <a:srgbClr val="000000"/>
                </a:solidFill>
                <a:latin typeface="Arial MT"/>
              </a:rPr>
              <a:t> </a:t>
            </a:r>
            <a:r>
              <a:rPr b="0" lang="en-GB" sz="1800" spc="-1" strike="noStrike">
                <a:solidFill>
                  <a:srgbClr val="000000"/>
                </a:solidFill>
                <a:latin typeface="Arial MT"/>
              </a:rPr>
              <a:t>then</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final</a:t>
            </a:r>
            <a:r>
              <a:rPr b="0" lang="en-GB" sz="1800" spc="-21" strike="noStrike">
                <a:solidFill>
                  <a:srgbClr val="000000"/>
                </a:solidFill>
                <a:latin typeface="Arial MT"/>
              </a:rPr>
              <a:t> </a:t>
            </a:r>
            <a:r>
              <a:rPr b="0" lang="en-GB" sz="1800" spc="-1" strike="noStrike">
                <a:solidFill>
                  <a:srgbClr val="000000"/>
                </a:solidFill>
                <a:latin typeface="Arial MT"/>
              </a:rPr>
              <a:t>prediction</a:t>
            </a:r>
            <a:r>
              <a:rPr b="0" lang="en-GB" sz="1800" spc="-15"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random</a:t>
            </a:r>
            <a:r>
              <a:rPr b="0" lang="en-GB" sz="1800" spc="-15" strike="noStrike">
                <a:solidFill>
                  <a:srgbClr val="000000"/>
                </a:solidFill>
                <a:latin typeface="Arial MT"/>
              </a:rPr>
              <a:t> </a:t>
            </a:r>
            <a:r>
              <a:rPr b="0" lang="en-GB" sz="1800" spc="-12" strike="noStrike">
                <a:solidFill>
                  <a:srgbClr val="000000"/>
                </a:solidFill>
                <a:latin typeface="Arial MT"/>
              </a:rPr>
              <a:t>forest </a:t>
            </a:r>
            <a:r>
              <a:rPr b="0" lang="en-GB" sz="1800" spc="-12" strike="noStrike">
                <a:solidFill>
                  <a:srgbClr val="000000"/>
                </a:solidFill>
                <a:latin typeface="Arial MT"/>
              </a:rPr>
              <a:t>	</a:t>
            </a:r>
            <a:r>
              <a:rPr b="0" lang="en-GB" sz="1800" spc="-1" strike="noStrike">
                <a:solidFill>
                  <a:srgbClr val="000000"/>
                </a:solidFill>
                <a:latin typeface="Arial MT"/>
              </a:rPr>
              <a:t>algorithm</a:t>
            </a:r>
            <a:r>
              <a:rPr b="0" lang="en-GB" sz="1800" spc="-21" strike="noStrike">
                <a:solidFill>
                  <a:srgbClr val="000000"/>
                </a:solidFill>
                <a:latin typeface="Arial MT"/>
              </a:rPr>
              <a:t> </a:t>
            </a:r>
            <a:r>
              <a:rPr b="0" lang="en-GB" sz="1800" spc="-1" strike="noStrike">
                <a:solidFill>
                  <a:srgbClr val="000000"/>
                </a:solidFill>
                <a:latin typeface="Arial MT"/>
              </a:rPr>
              <a:t>is</a:t>
            </a:r>
            <a:r>
              <a:rPr b="0" lang="en-GB" sz="1800" spc="-12" strike="noStrike">
                <a:solidFill>
                  <a:srgbClr val="000000"/>
                </a:solidFill>
                <a:latin typeface="Arial MT"/>
              </a:rPr>
              <a:t> </a:t>
            </a:r>
            <a:r>
              <a:rPr b="0" lang="en-GB" sz="1800" spc="-1" strike="noStrike">
                <a:solidFill>
                  <a:srgbClr val="000000"/>
                </a:solidFill>
                <a:latin typeface="Arial MT"/>
              </a:rPr>
              <a:t>class</a:t>
            </a:r>
            <a:r>
              <a:rPr b="0" lang="en-GB" sz="1800" spc="-106" strike="noStrike">
                <a:solidFill>
                  <a:srgbClr val="000000"/>
                </a:solidFill>
                <a:latin typeface="Arial MT"/>
              </a:rPr>
              <a:t> </a:t>
            </a:r>
            <a:r>
              <a:rPr b="0" lang="en-GB" sz="1800" spc="-1" strike="noStrike">
                <a:solidFill>
                  <a:srgbClr val="000000"/>
                </a:solidFill>
                <a:latin typeface="Arial MT"/>
              </a:rPr>
              <a:t>A,</a:t>
            </a:r>
            <a:r>
              <a:rPr b="0" lang="en-GB" sz="1800" spc="-12" strike="noStrike">
                <a:solidFill>
                  <a:srgbClr val="000000"/>
                </a:solidFill>
                <a:latin typeface="Arial MT"/>
              </a:rPr>
              <a:t> </a:t>
            </a:r>
            <a:r>
              <a:rPr b="0" lang="en-GB" sz="1800" spc="-1" strike="noStrike">
                <a:solidFill>
                  <a:srgbClr val="000000"/>
                </a:solidFill>
                <a:latin typeface="Arial MT"/>
              </a:rPr>
              <a:t>as</a:t>
            </a:r>
            <a:r>
              <a:rPr b="0" lang="en-GB" sz="1800" spc="-12" strike="noStrike">
                <a:solidFill>
                  <a:srgbClr val="000000"/>
                </a:solidFill>
                <a:latin typeface="Arial MT"/>
              </a:rPr>
              <a:t> </a:t>
            </a:r>
            <a:r>
              <a:rPr b="0" lang="en-GB" sz="1800" spc="-1" strike="noStrike">
                <a:solidFill>
                  <a:srgbClr val="000000"/>
                </a:solidFill>
                <a:latin typeface="Arial MT"/>
              </a:rPr>
              <a:t>it</a:t>
            </a:r>
            <a:r>
              <a:rPr b="0" lang="en-GB" sz="1800" spc="-7" strike="noStrike">
                <a:solidFill>
                  <a:srgbClr val="000000"/>
                </a:solidFill>
                <a:latin typeface="Arial MT"/>
              </a:rPr>
              <a:t> </a:t>
            </a:r>
            <a:r>
              <a:rPr b="0" lang="en-GB" sz="1800" spc="-1" strike="noStrike">
                <a:solidFill>
                  <a:srgbClr val="000000"/>
                </a:solidFill>
                <a:latin typeface="Arial MT"/>
              </a:rPr>
              <a:t>had</a:t>
            </a:r>
            <a:r>
              <a:rPr b="0" lang="en-GB" sz="1800" spc="-12" strike="noStrike">
                <a:solidFill>
                  <a:srgbClr val="000000"/>
                </a:solidFill>
                <a:latin typeface="Arial MT"/>
              </a:rPr>
              <a:t> </a:t>
            </a:r>
            <a:r>
              <a:rPr b="0" lang="en-GB" sz="1800" spc="-1" strike="noStrike">
                <a:solidFill>
                  <a:srgbClr val="000000"/>
                </a:solidFill>
                <a:latin typeface="Arial MT"/>
              </a:rPr>
              <a:t>the</a:t>
            </a:r>
            <a:r>
              <a:rPr b="0" lang="en-GB" sz="1800" spc="-12" strike="noStrike">
                <a:solidFill>
                  <a:srgbClr val="000000"/>
                </a:solidFill>
                <a:latin typeface="Arial MT"/>
              </a:rPr>
              <a:t> </a:t>
            </a:r>
            <a:r>
              <a:rPr b="0" lang="en-GB" sz="1800" spc="-1" strike="noStrike">
                <a:solidFill>
                  <a:srgbClr val="000000"/>
                </a:solidFill>
                <a:latin typeface="Arial MT"/>
              </a:rPr>
              <a:t>majority</a:t>
            </a:r>
            <a:r>
              <a:rPr b="0" lang="en-GB" sz="1800" spc="-7" strike="noStrike">
                <a:solidFill>
                  <a:srgbClr val="000000"/>
                </a:solidFill>
                <a:latin typeface="Arial MT"/>
              </a:rPr>
              <a:t> </a:t>
            </a:r>
            <a:r>
              <a:rPr b="0" lang="en-GB" sz="1800" spc="-12" strike="noStrike">
                <a:solidFill>
                  <a:srgbClr val="000000"/>
                </a:solidFill>
                <a:latin typeface="Arial MT"/>
              </a:rPr>
              <a:t>vote.</a:t>
            </a:r>
            <a:endParaRPr b="0" lang="en-GB" sz="1800" spc="-1" strike="noStrike">
              <a:solidFill>
                <a:srgbClr val="000000"/>
              </a:solidFill>
              <a:latin typeface="Arial"/>
            </a:endParaRPr>
          </a:p>
          <a:p>
            <a:pPr marL="184680" indent="-176400">
              <a:lnSpc>
                <a:spcPct val="100000"/>
              </a:lnSpc>
              <a:buClr>
                <a:srgbClr val="000000"/>
              </a:buClr>
              <a:buSzPct val="94000"/>
              <a:buFont typeface="Calibri"/>
              <a:buAutoNum type="arabicPeriod"/>
              <a:tabLst>
                <a:tab algn="l" pos="186120"/>
              </a:tabLst>
            </a:pPr>
            <a:r>
              <a:rPr b="0" lang="en-GB" sz="1800" spc="-1" strike="noStrike">
                <a:solidFill>
                  <a:srgbClr val="000000"/>
                </a:solidFill>
                <a:latin typeface="Arial MT"/>
              </a:rPr>
              <a:t>This</a:t>
            </a:r>
            <a:r>
              <a:rPr b="0" lang="en-GB" sz="1800" spc="-32" strike="noStrike">
                <a:solidFill>
                  <a:srgbClr val="000000"/>
                </a:solidFill>
                <a:latin typeface="Arial MT"/>
              </a:rPr>
              <a:t> </a:t>
            </a:r>
            <a:r>
              <a:rPr b="0" lang="en-GB" sz="1800" spc="-1" strike="noStrike">
                <a:solidFill>
                  <a:srgbClr val="000000"/>
                </a:solidFill>
                <a:latin typeface="Arial MT"/>
              </a:rPr>
              <a:t>process</a:t>
            </a:r>
            <a:r>
              <a:rPr b="0" lang="en-GB" sz="1800" spc="-15"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voting</a:t>
            </a:r>
            <a:r>
              <a:rPr b="0" lang="en-GB" sz="1800" spc="-15" strike="noStrike">
                <a:solidFill>
                  <a:srgbClr val="000000"/>
                </a:solidFill>
                <a:latin typeface="Arial MT"/>
              </a:rPr>
              <a:t> </a:t>
            </a:r>
            <a:r>
              <a:rPr b="0" lang="en-GB" sz="1800" spc="-1" strike="noStrike">
                <a:solidFill>
                  <a:srgbClr val="000000"/>
                </a:solidFill>
                <a:latin typeface="Arial MT"/>
              </a:rPr>
              <a:t>on</a:t>
            </a:r>
            <a:r>
              <a:rPr b="0" lang="en-GB" sz="1800" spc="-21" strike="noStrike">
                <a:solidFill>
                  <a:srgbClr val="000000"/>
                </a:solidFill>
                <a:latin typeface="Arial MT"/>
              </a:rPr>
              <a:t> </a:t>
            </a:r>
            <a:r>
              <a:rPr b="0" lang="en-GB" sz="1800" spc="-1" strike="noStrike">
                <a:solidFill>
                  <a:srgbClr val="000000"/>
                </a:solidFill>
                <a:latin typeface="Arial MT"/>
              </a:rPr>
              <a:t>a</a:t>
            </a:r>
            <a:r>
              <a:rPr b="0" lang="en-GB" sz="1800" spc="-15" strike="noStrike">
                <a:solidFill>
                  <a:srgbClr val="000000"/>
                </a:solidFill>
                <a:latin typeface="Arial MT"/>
              </a:rPr>
              <a:t> </a:t>
            </a:r>
            <a:r>
              <a:rPr b="0" lang="en-GB" sz="1800" spc="-1" strike="noStrike">
                <a:solidFill>
                  <a:srgbClr val="000000"/>
                </a:solidFill>
                <a:latin typeface="Arial MT"/>
              </a:rPr>
              <a:t>prediction,</a:t>
            </a:r>
            <a:r>
              <a:rPr b="0" lang="en-GB" sz="1800" spc="-21" strike="noStrike">
                <a:solidFill>
                  <a:srgbClr val="000000"/>
                </a:solidFill>
                <a:latin typeface="Arial MT"/>
              </a:rPr>
              <a:t> </a:t>
            </a:r>
            <a:r>
              <a:rPr b="0" lang="en-GB" sz="1800" spc="-1" strike="noStrike">
                <a:solidFill>
                  <a:srgbClr val="000000"/>
                </a:solidFill>
                <a:latin typeface="Arial MT"/>
              </a:rPr>
              <a:t>based</a:t>
            </a:r>
            <a:r>
              <a:rPr b="0" lang="en-GB" sz="1800" spc="-15" strike="noStrike">
                <a:solidFill>
                  <a:srgbClr val="000000"/>
                </a:solidFill>
                <a:latin typeface="Arial MT"/>
              </a:rPr>
              <a:t> </a:t>
            </a:r>
            <a:r>
              <a:rPr b="0" lang="en-GB" sz="1800" spc="-1" strike="noStrike">
                <a:solidFill>
                  <a:srgbClr val="000000"/>
                </a:solidFill>
                <a:latin typeface="Arial MT"/>
              </a:rPr>
              <a:t>on</a:t>
            </a:r>
            <a:r>
              <a:rPr b="0" lang="en-GB" sz="1800" spc="-15" strike="noStrike">
                <a:solidFill>
                  <a:srgbClr val="000000"/>
                </a:solidFill>
                <a:latin typeface="Arial MT"/>
              </a:rPr>
              <a:t> </a:t>
            </a:r>
            <a:r>
              <a:rPr b="0" lang="en-GB" sz="1800" spc="-26" strike="noStrike">
                <a:solidFill>
                  <a:srgbClr val="000000"/>
                </a:solidFill>
                <a:latin typeface="Arial MT"/>
              </a:rPr>
              <a:t>the </a:t>
            </a:r>
            <a:r>
              <a:rPr b="0" lang="en-GB" sz="1800" spc="-26" strike="noStrike">
                <a:solidFill>
                  <a:srgbClr val="000000"/>
                </a:solidFill>
                <a:latin typeface="Arial MT"/>
              </a:rPr>
              <a:t>	</a:t>
            </a:r>
            <a:r>
              <a:rPr b="0" lang="en-GB" sz="1800" spc="-1" strike="noStrike">
                <a:solidFill>
                  <a:srgbClr val="000000"/>
                </a:solidFill>
                <a:latin typeface="Arial MT"/>
              </a:rPr>
              <a:t>outputs</a:t>
            </a:r>
            <a:r>
              <a:rPr b="0" lang="en-GB" sz="1800" spc="-32"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multiple</a:t>
            </a:r>
            <a:r>
              <a:rPr b="0" lang="en-GB" sz="1800" spc="-15" strike="noStrike">
                <a:solidFill>
                  <a:srgbClr val="000000"/>
                </a:solidFill>
                <a:latin typeface="Arial MT"/>
              </a:rPr>
              <a:t> </a:t>
            </a:r>
            <a:r>
              <a:rPr b="0" lang="en-GB" sz="1800" spc="-1" strike="noStrike">
                <a:solidFill>
                  <a:srgbClr val="000000"/>
                </a:solidFill>
                <a:latin typeface="Arial MT"/>
              </a:rPr>
              <a:t>models,</a:t>
            </a:r>
            <a:r>
              <a:rPr b="0" lang="en-GB" sz="1800" spc="-21" strike="noStrike">
                <a:solidFill>
                  <a:srgbClr val="000000"/>
                </a:solidFill>
                <a:latin typeface="Arial MT"/>
              </a:rPr>
              <a:t> </a:t>
            </a:r>
            <a:r>
              <a:rPr b="0" lang="en-GB" sz="1800" spc="-1" strike="noStrike">
                <a:solidFill>
                  <a:srgbClr val="000000"/>
                </a:solidFill>
                <a:latin typeface="Arial MT"/>
              </a:rPr>
              <a:t>is</a:t>
            </a:r>
            <a:r>
              <a:rPr b="0" lang="en-GB" sz="1800" spc="-15" strike="noStrike">
                <a:solidFill>
                  <a:srgbClr val="000000"/>
                </a:solidFill>
                <a:latin typeface="Arial MT"/>
              </a:rPr>
              <a:t> </a:t>
            </a:r>
            <a:r>
              <a:rPr b="0" lang="en-GB" sz="1800" spc="-1" strike="noStrike">
                <a:solidFill>
                  <a:srgbClr val="000000"/>
                </a:solidFill>
                <a:latin typeface="Arial MT"/>
              </a:rPr>
              <a:t>known</a:t>
            </a:r>
            <a:r>
              <a:rPr b="0" lang="en-GB" sz="1800" spc="-21" strike="noStrike">
                <a:solidFill>
                  <a:srgbClr val="000000"/>
                </a:solidFill>
                <a:latin typeface="Arial MT"/>
              </a:rPr>
              <a:t> </a:t>
            </a:r>
            <a:r>
              <a:rPr b="0" lang="en-GB" sz="1800" spc="-1" strike="noStrike">
                <a:solidFill>
                  <a:srgbClr val="000000"/>
                </a:solidFill>
                <a:latin typeface="Arial MT"/>
              </a:rPr>
              <a:t>as</a:t>
            </a:r>
            <a:r>
              <a:rPr b="0" lang="en-GB" sz="1800" spc="-15" strike="noStrike">
                <a:solidFill>
                  <a:srgbClr val="000000"/>
                </a:solidFill>
                <a:latin typeface="Arial MT"/>
              </a:rPr>
              <a:t> </a:t>
            </a:r>
            <a:r>
              <a:rPr b="0" lang="en-GB" sz="1800" spc="-12" strike="noStrike">
                <a:solidFill>
                  <a:srgbClr val="000000"/>
                </a:solidFill>
                <a:latin typeface="Arial MT"/>
              </a:rPr>
              <a:t>ensemble</a:t>
            </a:r>
            <a:endParaRPr b="0" lang="en-GB" sz="1800" spc="-1" strike="noStrike">
              <a:solidFill>
                <a:srgbClr val="000000"/>
              </a:solidFill>
              <a:latin typeface="Arial"/>
            </a:endParaRPr>
          </a:p>
        </p:txBody>
      </p:sp>
      <p:pic>
        <p:nvPicPr>
          <p:cNvPr id="115" name="object 7" descr=""/>
          <p:cNvPicPr/>
          <p:nvPr/>
        </p:nvPicPr>
        <p:blipFill>
          <a:blip r:embed="rId1"/>
          <a:stretch/>
        </p:blipFill>
        <p:spPr>
          <a:xfrm>
            <a:off x="5637960" y="498600"/>
            <a:ext cx="6012360" cy="290304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788040" y="153720"/>
            <a:ext cx="10362600" cy="276120"/>
          </a:xfrm>
          <a:prstGeom prst="rect">
            <a:avLst/>
          </a:prstGeom>
          <a:noFill/>
          <a:ln w="0">
            <a:noFill/>
          </a:ln>
        </p:spPr>
        <p:txBody>
          <a:bodyPr lIns="0" rIns="0" tIns="0" bIns="0" anchor="t">
            <a:noAutofit/>
          </a:bodyPr>
          <a:p>
            <a:pPr indent="0">
              <a:lnSpc>
                <a:spcPct val="100000"/>
              </a:lnSpc>
              <a:buNone/>
              <a:tabLst>
                <a:tab algn="l" pos="0"/>
              </a:tabLst>
            </a:pPr>
            <a:r>
              <a:rPr b="1" lang="en-US" sz="1800" spc="-1" strike="noStrike">
                <a:solidFill>
                  <a:schemeClr val="dk1"/>
                </a:solidFill>
                <a:latin typeface="Arial"/>
              </a:rPr>
              <a:t>                       </a:t>
            </a:r>
            <a:r>
              <a:rPr b="1" lang="en-US" sz="1800" spc="-1" strike="noStrike">
                <a:solidFill>
                  <a:schemeClr val="dk1"/>
                </a:solidFill>
                <a:latin typeface="Arial"/>
              </a:rPr>
              <a:t>STRENGTH, WEAKNESS  AND ASSUMPTION OF RANDOM FOREST CLASSIFIER</a:t>
            </a:r>
            <a:endParaRPr b="0" lang="en-GB" sz="1800" spc="-1" strike="noStrike">
              <a:solidFill>
                <a:srgbClr val="000000"/>
              </a:solidFill>
              <a:latin typeface="Arial"/>
            </a:endParaRPr>
          </a:p>
        </p:txBody>
      </p:sp>
      <p:graphicFrame>
        <p:nvGraphicFramePr>
          <p:cNvPr id="117" name="Table 3"/>
          <p:cNvGraphicFramePr/>
          <p:nvPr/>
        </p:nvGraphicFramePr>
        <p:xfrm>
          <a:off x="1332720" y="601200"/>
          <a:ext cx="9612360" cy="3446280"/>
        </p:xfrm>
        <a:graphic>
          <a:graphicData uri="http://schemas.openxmlformats.org/drawingml/2006/table">
            <a:tbl>
              <a:tblPr/>
              <a:tblGrid>
                <a:gridCol w="4781880"/>
                <a:gridCol w="4830840"/>
              </a:tblGrid>
              <a:tr h="640080">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STRENGTH</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WEAKNESS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r>
              <a:tr h="993600">
                <a:tc>
                  <a:txBody>
                    <a:bodyPr anchor="t">
                      <a:noAutofit/>
                    </a:bodyPr>
                    <a:p>
                      <a:pPr>
                        <a:lnSpc>
                          <a:spcPct val="100000"/>
                        </a:lnSpc>
                      </a:pPr>
                      <a:r>
                        <a:rPr b="0" lang="en-US" sz="1800" spc="-1" strike="noStrike">
                          <a:solidFill>
                            <a:schemeClr val="dk1"/>
                          </a:solidFill>
                          <a:latin typeface="Calibri"/>
                        </a:rPr>
                        <a:t>High accuracy than a single decision tree.</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Slower compared to simpler models due to the large number of trees.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640080">
                <a:tc>
                  <a:txBody>
                    <a:bodyPr anchor="t">
                      <a:noAutofit/>
                    </a:bodyPr>
                    <a:p>
                      <a:pPr>
                        <a:lnSpc>
                          <a:spcPct val="100000"/>
                        </a:lnSpc>
                      </a:pPr>
                      <a:r>
                        <a:rPr b="0" lang="en-US" sz="1800" spc="-1" strike="noStrike">
                          <a:solidFill>
                            <a:schemeClr val="dk1"/>
                          </a:solidFill>
                          <a:latin typeface="Calibri"/>
                        </a:rPr>
                        <a:t>Resistant to overfitting especially when using a large number of trees.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More complex and harder to interpret compared to individual decision trees.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640080">
                <a:tc>
                  <a:txBody>
                    <a:bodyPr anchor="t">
                      <a:noAutofit/>
                    </a:bodyPr>
                    <a:p>
                      <a:pPr>
                        <a:lnSpc>
                          <a:spcPct val="100000"/>
                        </a:lnSpc>
                      </a:pPr>
                      <a:r>
                        <a:rPr b="0" lang="en-US" sz="1800" spc="-1" strike="noStrike">
                          <a:solidFill>
                            <a:schemeClr val="dk1"/>
                          </a:solidFill>
                          <a:latin typeface="Calibri"/>
                        </a:rPr>
                        <a:t>Can handle missing values and maintain accuracy.</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Tends to perform poorly on highly imbalanced datasets without proper adjustments (e.g., class weighting).</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bl>
          </a:graphicData>
        </a:graphic>
      </p:graphicFrame>
      <p:sp>
        <p:nvSpPr>
          <p:cNvPr id="118" name="Title 1"/>
          <p:cNvSpPr/>
          <p:nvPr/>
        </p:nvSpPr>
        <p:spPr>
          <a:xfrm>
            <a:off x="567720" y="4116240"/>
            <a:ext cx="11143440" cy="246888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800" spc="-1" strike="noStrike">
                <a:solidFill>
                  <a:schemeClr val="dk1"/>
                </a:solidFill>
                <a:latin typeface="Arial"/>
              </a:rPr>
              <a:t>                     </a:t>
            </a:r>
            <a:r>
              <a:rPr b="1" lang="en-US" sz="1800" spc="-1" strike="noStrike">
                <a:solidFill>
                  <a:schemeClr val="dk1"/>
                </a:solidFill>
                <a:latin typeface="Arial"/>
              </a:rPr>
              <a:t>Assumption Of Random Forest Classifier</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Independent Decision Trees:</a:t>
            </a:r>
            <a:r>
              <a:rPr b="0" lang="en-US" sz="1800" spc="-1" strike="noStrike">
                <a:solidFill>
                  <a:schemeClr val="dk1"/>
                </a:solidFill>
                <a:latin typeface="Arial"/>
              </a:rPr>
              <a:t> Assumes that each decision tree is created independently from different random subsets of data.</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Bagging:</a:t>
            </a:r>
            <a:r>
              <a:rPr b="0" lang="en-US" sz="1800" spc="-1" strike="noStrike">
                <a:solidFill>
                  <a:schemeClr val="dk1"/>
                </a:solidFill>
                <a:latin typeface="Arial"/>
              </a:rPr>
              <a:t> Random subsets of features and data points are used to reduce variance and improve generalization.</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Sufficient Number of Trees: </a:t>
            </a:r>
            <a:r>
              <a:rPr b="0" lang="en-US" sz="1800" spc="-1" strike="noStrike">
                <a:solidFill>
                  <a:schemeClr val="dk1"/>
                </a:solidFill>
                <a:latin typeface="Arial"/>
              </a:rPr>
              <a:t>Requires a large number of trees to achieve good generalization and accuracy.</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Diverse Features:</a:t>
            </a:r>
            <a:r>
              <a:rPr b="0" lang="en-US" sz="1800" spc="-1" strike="noStrike">
                <a:solidFill>
                  <a:schemeClr val="dk1"/>
                </a:solidFill>
                <a:latin typeface="Arial"/>
              </a:rPr>
              <a:t> Works best when features are diverse, reducing the risk of overfitting to any single feature.</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198720" y="232200"/>
            <a:ext cx="2196360" cy="115740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n-GB" sz="1800" spc="-1" strike="noStrike">
                <a:solidFill>
                  <a:schemeClr val="dk1"/>
                </a:solidFill>
                <a:latin typeface="Arial"/>
              </a:rPr>
              <a:t>AdaBoost</a:t>
            </a:r>
            <a:r>
              <a:rPr b="1" lang="en-GB" sz="1800" spc="-97" strike="noStrike">
                <a:solidFill>
                  <a:schemeClr val="dk1"/>
                </a:solidFill>
                <a:latin typeface="Arial"/>
              </a:rPr>
              <a:t> </a:t>
            </a:r>
            <a:r>
              <a:rPr b="1" lang="en-GB" sz="1800" spc="-12" strike="noStrike">
                <a:solidFill>
                  <a:schemeClr val="dk1"/>
                </a:solidFill>
                <a:latin typeface="Arial"/>
              </a:rPr>
              <a:t>Classifier</a:t>
            </a:r>
            <a:endParaRPr b="0" lang="en-GB" sz="1800" spc="-1" strike="noStrike">
              <a:solidFill>
                <a:srgbClr val="000000"/>
              </a:solidFill>
              <a:latin typeface="Arial"/>
            </a:endParaRPr>
          </a:p>
        </p:txBody>
      </p:sp>
      <p:sp>
        <p:nvSpPr>
          <p:cNvPr id="120" name="object 3"/>
          <p:cNvSpPr/>
          <p:nvPr/>
        </p:nvSpPr>
        <p:spPr>
          <a:xfrm>
            <a:off x="198720" y="780840"/>
            <a:ext cx="5320080" cy="331560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Arial MT"/>
              </a:rPr>
              <a:t>AdaBoost</a:t>
            </a:r>
            <a:r>
              <a:rPr b="0" lang="en-GB" sz="1800" spc="-35" strike="noStrike">
                <a:solidFill>
                  <a:srgbClr val="000000"/>
                </a:solidFill>
                <a:latin typeface="Arial MT"/>
              </a:rPr>
              <a:t> </a:t>
            </a:r>
            <a:r>
              <a:rPr b="0" lang="en-GB" sz="1800" spc="-1" strike="noStrike">
                <a:solidFill>
                  <a:srgbClr val="000000"/>
                </a:solidFill>
                <a:latin typeface="Arial MT"/>
              </a:rPr>
              <a:t>stands</a:t>
            </a:r>
            <a:r>
              <a:rPr b="0" lang="en-GB" sz="1800" spc="-26" strike="noStrike">
                <a:solidFill>
                  <a:srgbClr val="000000"/>
                </a:solidFill>
                <a:latin typeface="Arial MT"/>
              </a:rPr>
              <a:t> </a:t>
            </a:r>
            <a:r>
              <a:rPr b="0" lang="en-GB" sz="1800" spc="-1" strike="noStrike">
                <a:solidFill>
                  <a:srgbClr val="000000"/>
                </a:solidFill>
                <a:latin typeface="Arial MT"/>
              </a:rPr>
              <a:t>for</a:t>
            </a:r>
            <a:r>
              <a:rPr b="0" lang="en-GB" sz="1800" spc="-114" strike="noStrike">
                <a:solidFill>
                  <a:srgbClr val="000000"/>
                </a:solidFill>
                <a:latin typeface="Arial MT"/>
              </a:rPr>
              <a:t> </a:t>
            </a:r>
            <a:r>
              <a:rPr b="0" lang="en-GB" sz="1800" spc="-1" strike="noStrike">
                <a:solidFill>
                  <a:srgbClr val="000000"/>
                </a:solidFill>
                <a:latin typeface="Arial MT"/>
              </a:rPr>
              <a:t>Adaptive</a:t>
            </a:r>
            <a:r>
              <a:rPr b="0" lang="en-GB" sz="1800" spc="-26" strike="noStrike">
                <a:solidFill>
                  <a:srgbClr val="000000"/>
                </a:solidFill>
                <a:latin typeface="Arial MT"/>
              </a:rPr>
              <a:t> </a:t>
            </a:r>
            <a:r>
              <a:rPr b="0" lang="en-GB" sz="1800" spc="-1" strike="noStrike">
                <a:solidFill>
                  <a:srgbClr val="000000"/>
                </a:solidFill>
                <a:latin typeface="Arial MT"/>
              </a:rPr>
              <a:t>Boosting,</a:t>
            </a:r>
            <a:r>
              <a:rPr b="0" lang="en-GB" sz="1800" spc="-21" strike="noStrike">
                <a:solidFill>
                  <a:srgbClr val="000000"/>
                </a:solidFill>
                <a:latin typeface="Arial MT"/>
              </a:rPr>
              <a:t> </a:t>
            </a:r>
            <a:r>
              <a:rPr b="0" lang="en-GB" sz="1800" spc="-1" strike="noStrike">
                <a:solidFill>
                  <a:srgbClr val="000000"/>
                </a:solidFill>
                <a:latin typeface="Arial MT"/>
              </a:rPr>
              <a:t>and</a:t>
            </a:r>
            <a:r>
              <a:rPr b="0" lang="en-GB" sz="1800" spc="-26" strike="noStrike">
                <a:solidFill>
                  <a:srgbClr val="000000"/>
                </a:solidFill>
                <a:latin typeface="Arial MT"/>
              </a:rPr>
              <a:t> </a:t>
            </a:r>
            <a:r>
              <a:rPr b="0" lang="en-GB" sz="1800" spc="-1" strike="noStrike">
                <a:solidFill>
                  <a:srgbClr val="000000"/>
                </a:solidFill>
                <a:latin typeface="Arial MT"/>
              </a:rPr>
              <a:t>is</a:t>
            </a:r>
            <a:r>
              <a:rPr b="0" lang="en-GB" sz="1800" spc="-21" strike="noStrike">
                <a:solidFill>
                  <a:srgbClr val="000000"/>
                </a:solidFill>
                <a:latin typeface="Arial MT"/>
              </a:rPr>
              <a:t> </a:t>
            </a:r>
            <a:r>
              <a:rPr b="0" lang="en-GB" sz="1800" spc="-52" strike="noStrike">
                <a:solidFill>
                  <a:srgbClr val="000000"/>
                </a:solidFill>
                <a:latin typeface="Arial MT"/>
              </a:rPr>
              <a:t>a </a:t>
            </a:r>
            <a:r>
              <a:rPr b="0" lang="en-GB" sz="1800" spc="-1" strike="noStrike">
                <a:solidFill>
                  <a:srgbClr val="000000"/>
                </a:solidFill>
                <a:latin typeface="Arial MT"/>
              </a:rPr>
              <a:t>boosting</a:t>
            </a:r>
            <a:r>
              <a:rPr b="0" lang="en-GB" sz="1800" spc="-32" strike="noStrike">
                <a:solidFill>
                  <a:srgbClr val="000000"/>
                </a:solidFill>
                <a:latin typeface="Arial MT"/>
              </a:rPr>
              <a:t> </a:t>
            </a:r>
            <a:r>
              <a:rPr b="0" lang="en-GB" sz="1800" spc="-1" strike="noStrike">
                <a:solidFill>
                  <a:srgbClr val="000000"/>
                </a:solidFill>
                <a:latin typeface="Arial MT"/>
              </a:rPr>
              <a:t>algorithm</a:t>
            </a:r>
            <a:r>
              <a:rPr b="0" lang="en-GB" sz="1800" spc="-21" strike="noStrike">
                <a:solidFill>
                  <a:srgbClr val="000000"/>
                </a:solidFill>
                <a:latin typeface="Arial MT"/>
              </a:rPr>
              <a:t> </a:t>
            </a:r>
            <a:r>
              <a:rPr b="0" lang="en-GB" sz="1800" spc="-1" strike="noStrike">
                <a:solidFill>
                  <a:srgbClr val="000000"/>
                </a:solidFill>
                <a:latin typeface="Arial MT"/>
              </a:rPr>
              <a:t>in</a:t>
            </a:r>
            <a:r>
              <a:rPr b="0" lang="en-GB" sz="1800" spc="-21" strike="noStrike">
                <a:solidFill>
                  <a:srgbClr val="000000"/>
                </a:solidFill>
                <a:latin typeface="Arial MT"/>
              </a:rPr>
              <a:t> </a:t>
            </a:r>
            <a:r>
              <a:rPr b="0" lang="en-GB" sz="1800" spc="-1" strike="noStrike">
                <a:solidFill>
                  <a:srgbClr val="000000"/>
                </a:solidFill>
                <a:latin typeface="Arial MT"/>
              </a:rPr>
              <a:t>which</a:t>
            </a:r>
            <a:r>
              <a:rPr b="0" lang="en-GB" sz="1800" spc="-21" strike="noStrike">
                <a:solidFill>
                  <a:srgbClr val="000000"/>
                </a:solidFill>
                <a:latin typeface="Arial MT"/>
              </a:rPr>
              <a:t> </a:t>
            </a:r>
            <a:r>
              <a:rPr b="0" lang="en-GB" sz="1800" spc="-1" strike="noStrike">
                <a:solidFill>
                  <a:srgbClr val="000000"/>
                </a:solidFill>
                <a:latin typeface="Arial MT"/>
              </a:rPr>
              <a:t>a</a:t>
            </a:r>
            <a:r>
              <a:rPr b="0" lang="en-GB" sz="1800" spc="-21" strike="noStrike">
                <a:solidFill>
                  <a:srgbClr val="000000"/>
                </a:solidFill>
                <a:latin typeface="Arial MT"/>
              </a:rPr>
              <a:t> </a:t>
            </a:r>
            <a:r>
              <a:rPr b="0" lang="en-GB" sz="1800" spc="-1" strike="noStrike">
                <a:solidFill>
                  <a:srgbClr val="000000"/>
                </a:solidFill>
                <a:latin typeface="Arial MT"/>
              </a:rPr>
              <a:t>lot</a:t>
            </a:r>
            <a:r>
              <a:rPr b="0" lang="en-GB" sz="1800" spc="-21"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importance</a:t>
            </a:r>
            <a:r>
              <a:rPr b="0" lang="en-GB" sz="1800" spc="-21" strike="noStrike">
                <a:solidFill>
                  <a:srgbClr val="000000"/>
                </a:solidFill>
                <a:latin typeface="Arial MT"/>
              </a:rPr>
              <a:t> </a:t>
            </a:r>
            <a:r>
              <a:rPr b="0" lang="en-GB" sz="1800" spc="-26" strike="noStrike">
                <a:solidFill>
                  <a:srgbClr val="000000"/>
                </a:solidFill>
                <a:latin typeface="Arial MT"/>
              </a:rPr>
              <a:t>is </a:t>
            </a:r>
            <a:r>
              <a:rPr b="0" lang="en-GB" sz="1800" spc="-1" strike="noStrike">
                <a:solidFill>
                  <a:srgbClr val="000000"/>
                </a:solidFill>
                <a:latin typeface="Arial MT"/>
              </a:rPr>
              <a:t>given</a:t>
            </a:r>
            <a:r>
              <a:rPr b="0" lang="en-GB" sz="1800" spc="-32" strike="noStrike">
                <a:solidFill>
                  <a:srgbClr val="000000"/>
                </a:solidFill>
                <a:latin typeface="Arial MT"/>
              </a:rPr>
              <a:t> </a:t>
            </a:r>
            <a:r>
              <a:rPr b="0" lang="en-GB" sz="1800" spc="-1" strike="noStrike">
                <a:solidFill>
                  <a:srgbClr val="000000"/>
                </a:solidFill>
                <a:latin typeface="Arial MT"/>
              </a:rPr>
              <a:t>to</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rows</a:t>
            </a:r>
            <a:r>
              <a:rPr b="0" lang="en-GB" sz="1800" spc="-15"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data</a:t>
            </a:r>
            <a:r>
              <a:rPr b="0" lang="en-GB" sz="1800" spc="-15" strike="noStrike">
                <a:solidFill>
                  <a:srgbClr val="000000"/>
                </a:solidFill>
                <a:latin typeface="Arial MT"/>
              </a:rPr>
              <a:t> </a:t>
            </a:r>
            <a:r>
              <a:rPr b="0" lang="en-GB" sz="1800" spc="-1" strike="noStrike">
                <a:solidFill>
                  <a:srgbClr val="000000"/>
                </a:solidFill>
                <a:latin typeface="Arial MT"/>
              </a:rPr>
              <a:t>that</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initial</a:t>
            </a:r>
            <a:r>
              <a:rPr b="0" lang="en-GB" sz="1800" spc="-15" strike="noStrike">
                <a:solidFill>
                  <a:srgbClr val="000000"/>
                </a:solidFill>
                <a:latin typeface="Arial MT"/>
              </a:rPr>
              <a:t> </a:t>
            </a:r>
            <a:r>
              <a:rPr b="0" lang="en-GB" sz="1800" spc="-12" strike="noStrike">
                <a:solidFill>
                  <a:srgbClr val="000000"/>
                </a:solidFill>
                <a:latin typeface="Arial MT"/>
              </a:rPr>
              <a:t>predictive </a:t>
            </a:r>
            <a:r>
              <a:rPr b="0" lang="en-GB" sz="1800" spc="-1" strike="noStrike">
                <a:solidFill>
                  <a:srgbClr val="000000"/>
                </a:solidFill>
                <a:latin typeface="Arial MT"/>
              </a:rPr>
              <a:t>model</a:t>
            </a:r>
            <a:r>
              <a:rPr b="0" lang="en-GB" sz="1800" spc="-32" strike="noStrike">
                <a:solidFill>
                  <a:srgbClr val="000000"/>
                </a:solidFill>
                <a:latin typeface="Arial MT"/>
              </a:rPr>
              <a:t> </a:t>
            </a:r>
            <a:r>
              <a:rPr b="0" lang="en-GB" sz="1800" spc="-1" strike="noStrike">
                <a:solidFill>
                  <a:srgbClr val="000000"/>
                </a:solidFill>
                <a:latin typeface="Arial MT"/>
              </a:rPr>
              <a:t>got</a:t>
            </a:r>
            <a:r>
              <a:rPr b="0" lang="en-GB" sz="1800" spc="-15" strike="noStrike">
                <a:solidFill>
                  <a:srgbClr val="000000"/>
                </a:solidFill>
                <a:latin typeface="Arial MT"/>
              </a:rPr>
              <a:t> </a:t>
            </a:r>
            <a:r>
              <a:rPr b="0" lang="en-GB" sz="1800" spc="-1" strike="noStrike">
                <a:solidFill>
                  <a:srgbClr val="000000"/>
                </a:solidFill>
                <a:latin typeface="Arial MT"/>
              </a:rPr>
              <a:t>wrong.</a:t>
            </a:r>
            <a:r>
              <a:rPr b="0" lang="en-GB" sz="1800" spc="-52" strike="noStrike">
                <a:solidFill>
                  <a:srgbClr val="000000"/>
                </a:solidFill>
                <a:latin typeface="Arial MT"/>
              </a:rPr>
              <a:t> </a:t>
            </a:r>
            <a:r>
              <a:rPr b="0" lang="en-GB" sz="1800" spc="-1" strike="noStrike">
                <a:solidFill>
                  <a:srgbClr val="000000"/>
                </a:solidFill>
                <a:latin typeface="Arial MT"/>
              </a:rPr>
              <a:t>This</a:t>
            </a:r>
            <a:r>
              <a:rPr b="0" lang="en-GB" sz="1800" spc="-21" strike="noStrike">
                <a:solidFill>
                  <a:srgbClr val="000000"/>
                </a:solidFill>
                <a:latin typeface="Arial MT"/>
              </a:rPr>
              <a:t> </a:t>
            </a:r>
            <a:r>
              <a:rPr b="0" lang="en-GB" sz="1800" spc="-1" strike="noStrike">
                <a:solidFill>
                  <a:srgbClr val="000000"/>
                </a:solidFill>
                <a:latin typeface="Arial MT"/>
              </a:rPr>
              <a:t>ensures</a:t>
            </a:r>
            <a:r>
              <a:rPr b="0" lang="en-GB" sz="1800" spc="-15" strike="noStrike">
                <a:solidFill>
                  <a:srgbClr val="000000"/>
                </a:solidFill>
                <a:latin typeface="Arial MT"/>
              </a:rPr>
              <a:t> </a:t>
            </a:r>
            <a:r>
              <a:rPr b="0" lang="en-GB" sz="1800" spc="-1" strike="noStrike">
                <a:solidFill>
                  <a:srgbClr val="000000"/>
                </a:solidFill>
                <a:latin typeface="Arial MT"/>
              </a:rPr>
              <a:t>that</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21" strike="noStrike">
                <a:solidFill>
                  <a:srgbClr val="000000"/>
                </a:solidFill>
                <a:latin typeface="Arial MT"/>
              </a:rPr>
              <a:t>next </a:t>
            </a:r>
            <a:r>
              <a:rPr b="0" lang="en-GB" sz="1800" spc="-1" strike="noStrike">
                <a:solidFill>
                  <a:srgbClr val="000000"/>
                </a:solidFill>
                <a:latin typeface="Arial MT"/>
              </a:rPr>
              <a:t>predictive</a:t>
            </a:r>
            <a:r>
              <a:rPr b="0" lang="en-GB" sz="1800" spc="-32" strike="noStrike">
                <a:solidFill>
                  <a:srgbClr val="000000"/>
                </a:solidFill>
                <a:latin typeface="Arial MT"/>
              </a:rPr>
              <a:t> </a:t>
            </a:r>
            <a:r>
              <a:rPr b="0" lang="en-GB" sz="1800" spc="-1" strike="noStrike">
                <a:solidFill>
                  <a:srgbClr val="000000"/>
                </a:solidFill>
                <a:latin typeface="Arial MT"/>
              </a:rPr>
              <a:t>model</a:t>
            </a:r>
            <a:r>
              <a:rPr b="0" lang="en-GB" sz="1800" spc="-26" strike="noStrike">
                <a:solidFill>
                  <a:srgbClr val="000000"/>
                </a:solidFill>
                <a:latin typeface="Arial MT"/>
              </a:rPr>
              <a:t> </a:t>
            </a:r>
            <a:r>
              <a:rPr b="0" lang="en-GB" sz="1800" spc="-1" strike="noStrike">
                <a:solidFill>
                  <a:srgbClr val="000000"/>
                </a:solidFill>
                <a:latin typeface="Arial MT"/>
              </a:rPr>
              <a:t>will</a:t>
            </a:r>
            <a:r>
              <a:rPr b="0" lang="en-GB" sz="1800" spc="-32" strike="noStrike">
                <a:solidFill>
                  <a:srgbClr val="000000"/>
                </a:solidFill>
                <a:latin typeface="Arial MT"/>
              </a:rPr>
              <a:t> </a:t>
            </a:r>
            <a:r>
              <a:rPr b="0" lang="en-GB" sz="1800" spc="-1" strike="noStrike">
                <a:solidFill>
                  <a:srgbClr val="000000"/>
                </a:solidFill>
                <a:latin typeface="Arial MT"/>
              </a:rPr>
              <a:t>not</a:t>
            </a:r>
            <a:r>
              <a:rPr b="0" lang="en-GB" sz="1800" spc="-26" strike="noStrike">
                <a:solidFill>
                  <a:srgbClr val="000000"/>
                </a:solidFill>
                <a:latin typeface="Arial MT"/>
              </a:rPr>
              <a:t> </a:t>
            </a:r>
            <a:r>
              <a:rPr b="0" lang="en-GB" sz="1800" spc="-1" strike="noStrike">
                <a:solidFill>
                  <a:srgbClr val="000000"/>
                </a:solidFill>
                <a:latin typeface="Arial MT"/>
              </a:rPr>
              <a:t>make</a:t>
            </a:r>
            <a:r>
              <a:rPr b="0" lang="en-GB" sz="1800" spc="-32"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same</a:t>
            </a:r>
            <a:r>
              <a:rPr b="0" lang="en-GB" sz="1800" spc="-26" strike="noStrike">
                <a:solidFill>
                  <a:srgbClr val="000000"/>
                </a:solidFill>
                <a:latin typeface="Arial MT"/>
              </a:rPr>
              <a:t> </a:t>
            </a:r>
            <a:r>
              <a:rPr b="0" lang="en-GB" sz="1800" spc="-12" strike="noStrike">
                <a:solidFill>
                  <a:srgbClr val="000000"/>
                </a:solidFill>
                <a:latin typeface="Arial MT"/>
              </a:rPr>
              <a:t>mistakes. </a:t>
            </a:r>
            <a:r>
              <a:rPr b="0" lang="en-GB" sz="1800" spc="-1" strike="noStrike">
                <a:solidFill>
                  <a:srgbClr val="000000"/>
                </a:solidFill>
                <a:latin typeface="Arial MT"/>
              </a:rPr>
              <a:t>The</a:t>
            </a:r>
            <a:r>
              <a:rPr b="0" lang="en-GB" sz="1800" spc="-32" strike="noStrike">
                <a:solidFill>
                  <a:srgbClr val="000000"/>
                </a:solidFill>
                <a:latin typeface="Arial MT"/>
              </a:rPr>
              <a:t> </a:t>
            </a:r>
            <a:r>
              <a:rPr b="0" lang="en-GB" sz="1800" spc="-1" strike="noStrike">
                <a:solidFill>
                  <a:srgbClr val="000000"/>
                </a:solidFill>
                <a:latin typeface="Arial MT"/>
              </a:rPr>
              <a:t>process</a:t>
            </a:r>
            <a:r>
              <a:rPr b="0" lang="en-GB" sz="1800" spc="-15" strike="noStrike">
                <a:solidFill>
                  <a:srgbClr val="000000"/>
                </a:solidFill>
                <a:latin typeface="Arial MT"/>
              </a:rPr>
              <a:t> </a:t>
            </a:r>
            <a:r>
              <a:rPr b="0" lang="en-GB" sz="1800" spc="-1" strike="noStrike">
                <a:solidFill>
                  <a:srgbClr val="000000"/>
                </a:solidFill>
                <a:latin typeface="Arial MT"/>
              </a:rPr>
              <a:t>by</a:t>
            </a:r>
            <a:r>
              <a:rPr b="0" lang="en-GB" sz="1800" spc="-15" strike="noStrike">
                <a:solidFill>
                  <a:srgbClr val="000000"/>
                </a:solidFill>
                <a:latin typeface="Arial MT"/>
              </a:rPr>
              <a:t> </a:t>
            </a:r>
            <a:r>
              <a:rPr b="0" lang="en-GB" sz="1800" spc="-1" strike="noStrike">
                <a:solidFill>
                  <a:srgbClr val="000000"/>
                </a:solidFill>
                <a:latin typeface="Arial MT"/>
              </a:rPr>
              <a:t>which</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14" strike="noStrike">
                <a:solidFill>
                  <a:srgbClr val="000000"/>
                </a:solidFill>
                <a:latin typeface="Arial MT"/>
              </a:rPr>
              <a:t> </a:t>
            </a:r>
            <a:r>
              <a:rPr b="0" lang="en-GB" sz="1800" spc="-1" strike="noStrike">
                <a:solidFill>
                  <a:srgbClr val="000000"/>
                </a:solidFill>
                <a:latin typeface="Arial MT"/>
              </a:rPr>
              <a:t>AdaBoost</a:t>
            </a:r>
            <a:r>
              <a:rPr b="0" lang="en-GB" sz="1800" spc="-15" strike="noStrike">
                <a:solidFill>
                  <a:srgbClr val="000000"/>
                </a:solidFill>
                <a:latin typeface="Arial MT"/>
              </a:rPr>
              <a:t> </a:t>
            </a:r>
            <a:r>
              <a:rPr b="0" lang="en-GB" sz="1800" spc="-1" strike="noStrike">
                <a:solidFill>
                  <a:srgbClr val="000000"/>
                </a:solidFill>
                <a:latin typeface="Arial MT"/>
              </a:rPr>
              <a:t>algorithm</a:t>
            </a:r>
            <a:r>
              <a:rPr b="0" lang="en-GB" sz="1800" spc="-15" strike="noStrike">
                <a:solidFill>
                  <a:srgbClr val="000000"/>
                </a:solidFill>
                <a:latin typeface="Arial MT"/>
              </a:rPr>
              <a:t> </a:t>
            </a:r>
            <a:r>
              <a:rPr b="0" lang="en-GB" sz="1800" spc="-12" strike="noStrike">
                <a:solidFill>
                  <a:srgbClr val="000000"/>
                </a:solidFill>
                <a:latin typeface="Arial MT"/>
              </a:rPr>
              <a:t>works </a:t>
            </a:r>
            <a:r>
              <a:rPr b="0" lang="en-GB" sz="1800" spc="-1" strike="noStrike">
                <a:solidFill>
                  <a:srgbClr val="000000"/>
                </a:solidFill>
                <a:latin typeface="Arial MT"/>
              </a:rPr>
              <a:t>is</a:t>
            </a:r>
            <a:r>
              <a:rPr b="0" lang="en-GB" sz="1800" spc="-32" strike="noStrike">
                <a:solidFill>
                  <a:srgbClr val="000000"/>
                </a:solidFill>
                <a:latin typeface="Arial MT"/>
              </a:rPr>
              <a:t> </a:t>
            </a:r>
            <a:r>
              <a:rPr b="0" lang="en-GB" sz="1800" spc="-1" strike="noStrike">
                <a:solidFill>
                  <a:srgbClr val="000000"/>
                </a:solidFill>
                <a:latin typeface="Arial MT"/>
              </a:rPr>
              <a:t>illustrated</a:t>
            </a:r>
            <a:r>
              <a:rPr b="0" lang="en-GB" sz="1800" spc="-26" strike="noStrike">
                <a:solidFill>
                  <a:srgbClr val="000000"/>
                </a:solidFill>
                <a:latin typeface="Arial MT"/>
              </a:rPr>
              <a:t> </a:t>
            </a:r>
            <a:r>
              <a:rPr b="0" lang="en-GB" sz="1800" spc="-1" strike="noStrike">
                <a:solidFill>
                  <a:srgbClr val="000000"/>
                </a:solidFill>
                <a:latin typeface="Arial MT"/>
              </a:rPr>
              <a:t>in</a:t>
            </a:r>
            <a:r>
              <a:rPr b="0" lang="en-GB" sz="1800" spc="-26"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following</a:t>
            </a:r>
            <a:r>
              <a:rPr b="0" lang="en-GB" sz="1800" spc="-26" strike="noStrike">
                <a:solidFill>
                  <a:srgbClr val="000000"/>
                </a:solidFill>
                <a:latin typeface="Arial MT"/>
              </a:rPr>
              <a:t> </a:t>
            </a:r>
            <a:r>
              <a:rPr b="0" lang="en-GB" sz="1800" spc="-12" strike="noStrike">
                <a:solidFill>
                  <a:srgbClr val="000000"/>
                </a:solidFill>
                <a:latin typeface="Arial MT"/>
              </a:rPr>
              <a:t>diagram:</a:t>
            </a:r>
            <a:endParaRPr b="0" lang="en-GB" sz="1800" spc="-1" strike="noStrike">
              <a:solidFill>
                <a:srgbClr val="000000"/>
              </a:solidFill>
              <a:latin typeface="Arial"/>
            </a:endParaRPr>
          </a:p>
          <a:p>
            <a:pPr marL="12600">
              <a:lnSpc>
                <a:spcPct val="100000"/>
              </a:lnSpc>
              <a:spcBef>
                <a:spcPts val="91"/>
              </a:spcBef>
            </a:pPr>
            <a:endParaRPr b="0" lang="en-GB" sz="1800" spc="-1" strike="noStrike">
              <a:solidFill>
                <a:srgbClr val="000000"/>
              </a:solidFill>
              <a:latin typeface="Arial"/>
            </a:endParaRPr>
          </a:p>
          <a:p>
            <a:pPr marL="12600">
              <a:lnSpc>
                <a:spcPct val="100000"/>
              </a:lnSpc>
            </a:pPr>
            <a:r>
              <a:rPr b="0" lang="en-GB" sz="1800" spc="-1" strike="noStrike">
                <a:solidFill>
                  <a:srgbClr val="000000"/>
                </a:solidFill>
                <a:latin typeface="Calibri"/>
              </a:rPr>
              <a:t>An</a:t>
            </a:r>
            <a:r>
              <a:rPr b="0" lang="en-GB" sz="1800" spc="-52" strike="noStrike">
                <a:solidFill>
                  <a:srgbClr val="000000"/>
                </a:solidFill>
                <a:latin typeface="Calibri"/>
              </a:rPr>
              <a:t> </a:t>
            </a:r>
            <a:r>
              <a:rPr b="0" lang="en-GB" sz="1800" spc="-1" strike="noStrike">
                <a:solidFill>
                  <a:srgbClr val="000000"/>
                </a:solidFill>
                <a:latin typeface="Calibri"/>
              </a:rPr>
              <a:t>outline</a:t>
            </a:r>
            <a:r>
              <a:rPr b="0" lang="en-GB" sz="1800" spc="-46" strike="noStrike">
                <a:solidFill>
                  <a:srgbClr val="000000"/>
                </a:solidFill>
                <a:latin typeface="Calibri"/>
              </a:rPr>
              <a:t> </a:t>
            </a:r>
            <a:r>
              <a:rPr b="0" lang="en-GB" sz="1800" spc="-1" strike="noStrike">
                <a:solidFill>
                  <a:srgbClr val="000000"/>
                </a:solidFill>
                <a:latin typeface="Calibri"/>
              </a:rPr>
              <a:t>of</a:t>
            </a:r>
            <a:r>
              <a:rPr b="0" lang="en-GB" sz="1800" spc="-52" strike="noStrike">
                <a:solidFill>
                  <a:srgbClr val="000000"/>
                </a:solidFill>
                <a:latin typeface="Calibri"/>
              </a:rPr>
              <a:t> </a:t>
            </a:r>
            <a:r>
              <a:rPr b="0" lang="en-GB" sz="1800" spc="-1" strike="noStrike">
                <a:solidFill>
                  <a:srgbClr val="000000"/>
                </a:solidFill>
                <a:latin typeface="Calibri"/>
              </a:rPr>
              <a:t>the</a:t>
            </a:r>
            <a:r>
              <a:rPr b="0" lang="en-GB" sz="1800" spc="-46" strike="noStrike">
                <a:solidFill>
                  <a:srgbClr val="000000"/>
                </a:solidFill>
                <a:latin typeface="Calibri"/>
              </a:rPr>
              <a:t> </a:t>
            </a:r>
            <a:r>
              <a:rPr b="0" lang="en-GB" sz="1800" spc="-1" strike="noStrike">
                <a:solidFill>
                  <a:srgbClr val="000000"/>
                </a:solidFill>
                <a:latin typeface="Calibri"/>
              </a:rPr>
              <a:t>AdaBoost</a:t>
            </a:r>
            <a:r>
              <a:rPr b="0" lang="en-GB" sz="1800" spc="-52" strike="noStrike">
                <a:solidFill>
                  <a:srgbClr val="000000"/>
                </a:solidFill>
                <a:latin typeface="Calibri"/>
              </a:rPr>
              <a:t> </a:t>
            </a:r>
            <a:r>
              <a:rPr b="0" lang="en-GB" sz="1800" spc="-12" strike="noStrike">
                <a:solidFill>
                  <a:srgbClr val="000000"/>
                </a:solidFill>
                <a:latin typeface="Calibri"/>
              </a:rPr>
              <a:t>algorithm</a:t>
            </a:r>
            <a:endParaRPr b="0" lang="en-GB" sz="1800" spc="-1" strike="noStrike">
              <a:solidFill>
                <a:srgbClr val="000000"/>
              </a:solidFill>
              <a:latin typeface="Arial"/>
            </a:endParaRPr>
          </a:p>
          <a:p>
            <a:pPr marL="12600">
              <a:lnSpc>
                <a:spcPct val="100000"/>
              </a:lnSpc>
            </a:pPr>
            <a:r>
              <a:rPr b="0" lang="en-GB" sz="1800" spc="-1" strike="noStrike">
                <a:solidFill>
                  <a:srgbClr val="000000"/>
                </a:solidFill>
                <a:latin typeface="Calibri"/>
              </a:rPr>
              <a:t>In</a:t>
            </a:r>
            <a:r>
              <a:rPr b="0" lang="en-GB" sz="1800" spc="-46" strike="noStrike">
                <a:solidFill>
                  <a:srgbClr val="000000"/>
                </a:solidFill>
                <a:latin typeface="Calibri"/>
              </a:rPr>
              <a:t> </a:t>
            </a:r>
            <a:r>
              <a:rPr b="0" lang="en-GB" sz="1800" spc="-1" strike="noStrike">
                <a:solidFill>
                  <a:srgbClr val="000000"/>
                </a:solidFill>
                <a:latin typeface="Calibri"/>
              </a:rPr>
              <a:t>the</a:t>
            </a:r>
            <a:r>
              <a:rPr b="0" lang="en-GB" sz="1800" spc="-46" strike="noStrike">
                <a:solidFill>
                  <a:srgbClr val="000000"/>
                </a:solidFill>
                <a:latin typeface="Calibri"/>
              </a:rPr>
              <a:t> </a:t>
            </a:r>
            <a:r>
              <a:rPr b="0" lang="en-GB" sz="1800" spc="-12" strike="noStrike">
                <a:solidFill>
                  <a:srgbClr val="000000"/>
                </a:solidFill>
                <a:latin typeface="Calibri"/>
              </a:rPr>
              <a:t>preceding</a:t>
            </a:r>
            <a:r>
              <a:rPr b="0" lang="en-GB" sz="1800" spc="-46" strike="noStrike">
                <a:solidFill>
                  <a:srgbClr val="000000"/>
                </a:solidFill>
                <a:latin typeface="Calibri"/>
              </a:rPr>
              <a:t> </a:t>
            </a:r>
            <a:r>
              <a:rPr b="0" lang="en-GB" sz="1800" spc="-12" strike="noStrike">
                <a:solidFill>
                  <a:srgbClr val="000000"/>
                </a:solidFill>
                <a:latin typeface="Calibri"/>
              </a:rPr>
              <a:t>diagram</a:t>
            </a:r>
            <a:r>
              <a:rPr b="0" lang="en-GB" sz="1800" spc="-41" strike="noStrike">
                <a:solidFill>
                  <a:srgbClr val="000000"/>
                </a:solidFill>
                <a:latin typeface="Calibri"/>
              </a:rPr>
              <a:t> </a:t>
            </a:r>
            <a:r>
              <a:rPr b="0" lang="en-GB" sz="1800" spc="-1" strike="noStrike">
                <a:solidFill>
                  <a:srgbClr val="000000"/>
                </a:solidFill>
                <a:latin typeface="Calibri"/>
              </a:rPr>
              <a:t>of</a:t>
            </a:r>
            <a:r>
              <a:rPr b="0" lang="en-GB" sz="1800" spc="-46" strike="noStrike">
                <a:solidFill>
                  <a:srgbClr val="000000"/>
                </a:solidFill>
                <a:latin typeface="Calibri"/>
              </a:rPr>
              <a:t> </a:t>
            </a:r>
            <a:r>
              <a:rPr b="0" lang="en-GB" sz="1800" spc="-1" strike="noStrike">
                <a:solidFill>
                  <a:srgbClr val="000000"/>
                </a:solidFill>
                <a:latin typeface="Calibri"/>
              </a:rPr>
              <a:t>the</a:t>
            </a:r>
            <a:r>
              <a:rPr b="0" lang="en-GB" sz="1800" spc="-46" strike="noStrike">
                <a:solidFill>
                  <a:srgbClr val="000000"/>
                </a:solidFill>
                <a:latin typeface="Calibri"/>
              </a:rPr>
              <a:t> </a:t>
            </a:r>
            <a:r>
              <a:rPr b="0" lang="en-GB" sz="1800" spc="-1" strike="noStrike">
                <a:solidFill>
                  <a:srgbClr val="000000"/>
                </a:solidFill>
                <a:latin typeface="Calibri"/>
              </a:rPr>
              <a:t>AdaBoost</a:t>
            </a:r>
            <a:r>
              <a:rPr b="0" lang="en-GB" sz="1800" spc="-46" strike="noStrike">
                <a:solidFill>
                  <a:srgbClr val="000000"/>
                </a:solidFill>
                <a:latin typeface="Calibri"/>
              </a:rPr>
              <a:t> </a:t>
            </a:r>
            <a:r>
              <a:rPr b="0" lang="en-GB" sz="1800" spc="-1" strike="noStrike">
                <a:solidFill>
                  <a:srgbClr val="000000"/>
                </a:solidFill>
                <a:latin typeface="Calibri"/>
              </a:rPr>
              <a:t>algorithm,</a:t>
            </a:r>
            <a:r>
              <a:rPr b="0" lang="en-GB" sz="1800" spc="-41" strike="noStrike">
                <a:solidFill>
                  <a:srgbClr val="000000"/>
                </a:solidFill>
                <a:latin typeface="Calibri"/>
              </a:rPr>
              <a:t> </a:t>
            </a:r>
            <a:r>
              <a:rPr b="0" lang="en-GB" sz="1800" spc="-26" strike="noStrike">
                <a:solidFill>
                  <a:srgbClr val="000000"/>
                </a:solidFill>
                <a:latin typeface="Calibri"/>
              </a:rPr>
              <a:t>the </a:t>
            </a:r>
            <a:r>
              <a:rPr b="0" lang="en-GB" sz="1800" spc="-12" strike="noStrike">
                <a:solidFill>
                  <a:srgbClr val="000000"/>
                </a:solidFill>
                <a:latin typeface="Calibri"/>
              </a:rPr>
              <a:t>following</a:t>
            </a:r>
            <a:r>
              <a:rPr b="0" lang="en-GB" sz="1800" spc="-66" strike="noStrike">
                <a:solidFill>
                  <a:srgbClr val="000000"/>
                </a:solidFill>
                <a:latin typeface="Calibri"/>
              </a:rPr>
              <a:t> </a:t>
            </a:r>
            <a:r>
              <a:rPr b="0" lang="en-GB" sz="1800" spc="-12" strike="noStrike">
                <a:solidFill>
                  <a:srgbClr val="000000"/>
                </a:solidFill>
                <a:latin typeface="Calibri"/>
              </a:rPr>
              <a:t>happens:</a:t>
            </a:r>
            <a:endParaRPr b="0" lang="en-GB" sz="1800" spc="-1" strike="noStrike">
              <a:solidFill>
                <a:srgbClr val="000000"/>
              </a:solidFill>
              <a:latin typeface="Arial"/>
            </a:endParaRPr>
          </a:p>
        </p:txBody>
      </p:sp>
      <p:sp>
        <p:nvSpPr>
          <p:cNvPr id="121" name="object 4"/>
          <p:cNvSpPr/>
          <p:nvPr/>
        </p:nvSpPr>
        <p:spPr>
          <a:xfrm>
            <a:off x="198720" y="4072680"/>
            <a:ext cx="5425920" cy="138384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Calibri"/>
              </a:rPr>
              <a:t>The</a:t>
            </a:r>
            <a:r>
              <a:rPr b="0" lang="en-GB" sz="1800" spc="-55" strike="noStrike">
                <a:solidFill>
                  <a:srgbClr val="000000"/>
                </a:solidFill>
                <a:latin typeface="Calibri"/>
              </a:rPr>
              <a:t> </a:t>
            </a:r>
            <a:r>
              <a:rPr b="0" lang="en-GB" sz="1800" spc="-1" strike="noStrike">
                <a:solidFill>
                  <a:srgbClr val="000000"/>
                </a:solidFill>
                <a:latin typeface="Calibri"/>
              </a:rPr>
              <a:t>first</a:t>
            </a:r>
            <a:r>
              <a:rPr b="0" lang="en-GB" sz="1800" spc="-52" strike="noStrike">
                <a:solidFill>
                  <a:srgbClr val="000000"/>
                </a:solidFill>
                <a:latin typeface="Calibri"/>
              </a:rPr>
              <a:t> </a:t>
            </a:r>
            <a:r>
              <a:rPr b="0" lang="en-GB" sz="1800" spc="-1" strike="noStrike">
                <a:solidFill>
                  <a:srgbClr val="000000"/>
                </a:solidFill>
                <a:latin typeface="Calibri"/>
              </a:rPr>
              <a:t>decision</a:t>
            </a:r>
            <a:r>
              <a:rPr b="0" lang="en-GB" sz="1800" spc="-55" strike="noStrike">
                <a:solidFill>
                  <a:srgbClr val="000000"/>
                </a:solidFill>
                <a:latin typeface="Calibri"/>
              </a:rPr>
              <a:t> </a:t>
            </a:r>
            <a:r>
              <a:rPr b="0" lang="en-GB" sz="1800" spc="-1" strike="noStrike">
                <a:solidFill>
                  <a:srgbClr val="000000"/>
                </a:solidFill>
                <a:latin typeface="Calibri"/>
              </a:rPr>
              <a:t>tree</a:t>
            </a:r>
            <a:r>
              <a:rPr b="0" lang="en-GB" sz="1800" spc="-52" strike="noStrike">
                <a:solidFill>
                  <a:srgbClr val="000000"/>
                </a:solidFill>
                <a:latin typeface="Calibri"/>
              </a:rPr>
              <a:t> </a:t>
            </a:r>
            <a:r>
              <a:rPr b="0" lang="en-GB" sz="1800" spc="-1" strike="noStrike">
                <a:solidFill>
                  <a:srgbClr val="000000"/>
                </a:solidFill>
                <a:latin typeface="Calibri"/>
              </a:rPr>
              <a:t>is</a:t>
            </a:r>
            <a:r>
              <a:rPr b="0" lang="en-GB" sz="1800" spc="-55" strike="noStrike">
                <a:solidFill>
                  <a:srgbClr val="000000"/>
                </a:solidFill>
                <a:latin typeface="Calibri"/>
              </a:rPr>
              <a:t> </a:t>
            </a:r>
            <a:r>
              <a:rPr b="0" lang="en-GB" sz="1800" spc="-1" strike="noStrike">
                <a:solidFill>
                  <a:srgbClr val="000000"/>
                </a:solidFill>
                <a:latin typeface="Calibri"/>
              </a:rPr>
              <a:t>built</a:t>
            </a:r>
            <a:r>
              <a:rPr b="0" lang="en-GB" sz="1800" spc="-52" strike="noStrike">
                <a:solidFill>
                  <a:srgbClr val="000000"/>
                </a:solidFill>
                <a:latin typeface="Calibri"/>
              </a:rPr>
              <a:t> </a:t>
            </a:r>
            <a:r>
              <a:rPr b="0" lang="en-GB" sz="1800" spc="-1" strike="noStrike">
                <a:solidFill>
                  <a:srgbClr val="000000"/>
                </a:solidFill>
                <a:latin typeface="Calibri"/>
              </a:rPr>
              <a:t>and</a:t>
            </a:r>
            <a:r>
              <a:rPr b="0" lang="en-GB" sz="1800" spc="-55" strike="noStrike">
                <a:solidFill>
                  <a:srgbClr val="000000"/>
                </a:solidFill>
                <a:latin typeface="Calibri"/>
              </a:rPr>
              <a:t> </a:t>
            </a:r>
            <a:r>
              <a:rPr b="0" lang="en-GB" sz="1800" spc="-1" strike="noStrike">
                <a:solidFill>
                  <a:srgbClr val="000000"/>
                </a:solidFill>
                <a:latin typeface="Calibri"/>
              </a:rPr>
              <a:t>outputs</a:t>
            </a:r>
            <a:r>
              <a:rPr b="0" lang="en-GB" sz="1800" spc="-52" strike="noStrike">
                <a:solidFill>
                  <a:srgbClr val="000000"/>
                </a:solidFill>
                <a:latin typeface="Calibri"/>
              </a:rPr>
              <a:t> </a:t>
            </a:r>
            <a:r>
              <a:rPr b="0" lang="en-GB" sz="1800" spc="-1" strike="noStrike">
                <a:solidFill>
                  <a:srgbClr val="000000"/>
                </a:solidFill>
                <a:latin typeface="Calibri"/>
              </a:rPr>
              <a:t>a</a:t>
            </a:r>
            <a:r>
              <a:rPr b="0" lang="en-GB" sz="1800" spc="-55" strike="noStrike">
                <a:solidFill>
                  <a:srgbClr val="000000"/>
                </a:solidFill>
                <a:latin typeface="Calibri"/>
              </a:rPr>
              <a:t> </a:t>
            </a:r>
            <a:r>
              <a:rPr b="0" lang="en-GB" sz="1800" spc="-1" strike="noStrike">
                <a:solidFill>
                  <a:srgbClr val="000000"/>
                </a:solidFill>
                <a:latin typeface="Calibri"/>
              </a:rPr>
              <a:t>set</a:t>
            </a:r>
            <a:r>
              <a:rPr b="0" lang="en-GB" sz="1800" spc="-52" strike="noStrike">
                <a:solidFill>
                  <a:srgbClr val="000000"/>
                </a:solidFill>
                <a:latin typeface="Calibri"/>
              </a:rPr>
              <a:t> </a:t>
            </a:r>
            <a:r>
              <a:rPr b="0" lang="en-GB" sz="1800" spc="-26" strike="noStrike">
                <a:solidFill>
                  <a:srgbClr val="000000"/>
                </a:solidFill>
                <a:latin typeface="Calibri"/>
              </a:rPr>
              <a:t>of </a:t>
            </a:r>
            <a:r>
              <a:rPr b="0" lang="en-GB" sz="1800" spc="-12" strike="noStrike">
                <a:solidFill>
                  <a:srgbClr val="000000"/>
                </a:solidFill>
                <a:latin typeface="Calibri"/>
              </a:rPr>
              <a:t>predictions.</a:t>
            </a:r>
            <a:endParaRPr b="0" lang="en-GB" sz="1800" spc="-1" strike="noStrike">
              <a:solidFill>
                <a:srgbClr val="000000"/>
              </a:solidFill>
              <a:latin typeface="Arial"/>
            </a:endParaRPr>
          </a:p>
          <a:p>
            <a:pPr marL="12600">
              <a:lnSpc>
                <a:spcPct val="100000"/>
              </a:lnSpc>
            </a:pPr>
            <a:r>
              <a:rPr b="0" lang="en-GB" sz="1800" spc="-1" strike="noStrike">
                <a:solidFill>
                  <a:srgbClr val="000000"/>
                </a:solidFill>
                <a:latin typeface="Calibri"/>
              </a:rPr>
              <a:t>The</a:t>
            </a:r>
            <a:r>
              <a:rPr b="0" lang="en-GB" sz="1800" spc="-55" strike="noStrike">
                <a:solidFill>
                  <a:srgbClr val="000000"/>
                </a:solidFill>
                <a:latin typeface="Calibri"/>
              </a:rPr>
              <a:t> </a:t>
            </a:r>
            <a:r>
              <a:rPr b="0" lang="en-GB" sz="1800" spc="-12" strike="noStrike">
                <a:solidFill>
                  <a:srgbClr val="000000"/>
                </a:solidFill>
                <a:latin typeface="Calibri"/>
              </a:rPr>
              <a:t>predictions</a:t>
            </a:r>
            <a:r>
              <a:rPr b="0" lang="en-GB" sz="1800" spc="-55" strike="noStrike">
                <a:solidFill>
                  <a:srgbClr val="000000"/>
                </a:solidFill>
                <a:latin typeface="Calibri"/>
              </a:rPr>
              <a:t> </a:t>
            </a:r>
            <a:r>
              <a:rPr b="0" lang="en-GB" sz="1800" spc="-1" strike="noStrike">
                <a:solidFill>
                  <a:srgbClr val="000000"/>
                </a:solidFill>
                <a:latin typeface="Calibri"/>
              </a:rPr>
              <a:t>that</a:t>
            </a:r>
            <a:r>
              <a:rPr b="0" lang="en-GB" sz="1800" spc="-52" strike="noStrike">
                <a:solidFill>
                  <a:srgbClr val="000000"/>
                </a:solidFill>
                <a:latin typeface="Calibri"/>
              </a:rPr>
              <a:t> </a:t>
            </a:r>
            <a:r>
              <a:rPr b="0" lang="en-GB" sz="1800" spc="-1" strike="noStrike">
                <a:solidFill>
                  <a:srgbClr val="000000"/>
                </a:solidFill>
                <a:latin typeface="Calibri"/>
              </a:rPr>
              <a:t>the</a:t>
            </a:r>
            <a:r>
              <a:rPr b="0" lang="en-GB" sz="1800" spc="-55" strike="noStrike">
                <a:solidFill>
                  <a:srgbClr val="000000"/>
                </a:solidFill>
                <a:latin typeface="Calibri"/>
              </a:rPr>
              <a:t> </a:t>
            </a:r>
            <a:r>
              <a:rPr b="0" lang="en-GB" sz="1800" spc="-1" strike="noStrike">
                <a:solidFill>
                  <a:srgbClr val="000000"/>
                </a:solidFill>
                <a:latin typeface="Calibri"/>
              </a:rPr>
              <a:t>first</a:t>
            </a:r>
            <a:r>
              <a:rPr b="0" lang="en-GB" sz="1800" spc="-55" strike="noStrike">
                <a:solidFill>
                  <a:srgbClr val="000000"/>
                </a:solidFill>
                <a:latin typeface="Calibri"/>
              </a:rPr>
              <a:t> </a:t>
            </a:r>
            <a:r>
              <a:rPr b="0" lang="en-GB" sz="1800" spc="-1" strike="noStrike">
                <a:solidFill>
                  <a:srgbClr val="000000"/>
                </a:solidFill>
                <a:latin typeface="Calibri"/>
              </a:rPr>
              <a:t>decision</a:t>
            </a:r>
            <a:r>
              <a:rPr b="0" lang="en-GB" sz="1800" spc="-52" strike="noStrike">
                <a:solidFill>
                  <a:srgbClr val="000000"/>
                </a:solidFill>
                <a:latin typeface="Calibri"/>
              </a:rPr>
              <a:t> </a:t>
            </a:r>
            <a:r>
              <a:rPr b="0" lang="en-GB" sz="1800" spc="-1" strike="noStrike">
                <a:solidFill>
                  <a:srgbClr val="000000"/>
                </a:solidFill>
                <a:latin typeface="Calibri"/>
              </a:rPr>
              <a:t>tree</a:t>
            </a:r>
            <a:r>
              <a:rPr b="0" lang="en-GB" sz="1800" spc="-55" strike="noStrike">
                <a:solidFill>
                  <a:srgbClr val="000000"/>
                </a:solidFill>
                <a:latin typeface="Calibri"/>
              </a:rPr>
              <a:t> </a:t>
            </a:r>
            <a:r>
              <a:rPr b="0" lang="en-GB" sz="1800" spc="-1" strike="noStrike">
                <a:solidFill>
                  <a:srgbClr val="000000"/>
                </a:solidFill>
                <a:latin typeface="Calibri"/>
              </a:rPr>
              <a:t>1</a:t>
            </a:r>
            <a:r>
              <a:rPr b="0" lang="en-GB" sz="1800" spc="-55" strike="noStrike">
                <a:solidFill>
                  <a:srgbClr val="000000"/>
                </a:solidFill>
                <a:latin typeface="Calibri"/>
              </a:rPr>
              <a:t> </a:t>
            </a:r>
            <a:r>
              <a:rPr b="0" lang="en-GB" sz="1800" spc="-1" strike="noStrike">
                <a:solidFill>
                  <a:srgbClr val="000000"/>
                </a:solidFill>
                <a:latin typeface="Calibri"/>
              </a:rPr>
              <a:t>got</a:t>
            </a:r>
            <a:r>
              <a:rPr b="0" lang="en-GB" sz="1800" spc="-52" strike="noStrike">
                <a:solidFill>
                  <a:srgbClr val="000000"/>
                </a:solidFill>
                <a:latin typeface="Calibri"/>
              </a:rPr>
              <a:t> </a:t>
            </a:r>
            <a:r>
              <a:rPr b="0" lang="en-GB" sz="1800" spc="-1" strike="noStrike">
                <a:solidFill>
                  <a:srgbClr val="000000"/>
                </a:solidFill>
                <a:latin typeface="Calibri"/>
              </a:rPr>
              <a:t>wrong</a:t>
            </a:r>
            <a:r>
              <a:rPr b="0" lang="en-GB" sz="1800" spc="-55" strike="noStrike">
                <a:solidFill>
                  <a:srgbClr val="000000"/>
                </a:solidFill>
                <a:latin typeface="Calibri"/>
              </a:rPr>
              <a:t> </a:t>
            </a:r>
            <a:r>
              <a:rPr b="0" lang="en-GB" sz="1800" spc="-26" strike="noStrike">
                <a:solidFill>
                  <a:srgbClr val="000000"/>
                </a:solidFill>
                <a:latin typeface="Calibri"/>
              </a:rPr>
              <a:t>are </a:t>
            </a:r>
            <a:r>
              <a:rPr b="0" lang="en-GB" sz="1800" spc="-1" strike="noStrike">
                <a:solidFill>
                  <a:srgbClr val="000000"/>
                </a:solidFill>
                <a:latin typeface="Calibri"/>
              </a:rPr>
              <a:t>given</a:t>
            </a:r>
            <a:r>
              <a:rPr b="0" lang="en-GB" sz="1800" spc="-52" strike="noStrike">
                <a:solidFill>
                  <a:srgbClr val="000000"/>
                </a:solidFill>
                <a:latin typeface="Calibri"/>
              </a:rPr>
              <a:t> </a:t>
            </a:r>
            <a:r>
              <a:rPr b="0" lang="en-GB" sz="1800" spc="-1" strike="noStrike">
                <a:solidFill>
                  <a:srgbClr val="000000"/>
                </a:solidFill>
                <a:latin typeface="Calibri"/>
              </a:rPr>
              <a:t>a</a:t>
            </a:r>
            <a:r>
              <a:rPr b="0" lang="en-GB" sz="1800" spc="-52" strike="noStrike">
                <a:solidFill>
                  <a:srgbClr val="000000"/>
                </a:solidFill>
                <a:latin typeface="Calibri"/>
              </a:rPr>
              <a:t> </a:t>
            </a:r>
            <a:r>
              <a:rPr b="0" lang="en-GB" sz="1800" spc="-12" strike="noStrike">
                <a:solidFill>
                  <a:srgbClr val="000000"/>
                </a:solidFill>
                <a:latin typeface="Calibri"/>
              </a:rPr>
              <a:t>weight</a:t>
            </a:r>
            <a:r>
              <a:rPr b="0" lang="en-GB" sz="1800" spc="-52" strike="noStrike">
                <a:solidFill>
                  <a:srgbClr val="000000"/>
                </a:solidFill>
                <a:latin typeface="Calibri"/>
              </a:rPr>
              <a:t> </a:t>
            </a:r>
            <a:r>
              <a:rPr b="0" lang="en-GB" sz="1800" spc="-1" strike="noStrike">
                <a:solidFill>
                  <a:srgbClr val="000000"/>
                </a:solidFill>
                <a:latin typeface="Calibri"/>
              </a:rPr>
              <a:t>of</a:t>
            </a:r>
            <a:r>
              <a:rPr b="0" lang="en-GB" sz="1800" spc="-52" strike="noStrike">
                <a:solidFill>
                  <a:srgbClr val="000000"/>
                </a:solidFill>
                <a:latin typeface="Calibri"/>
              </a:rPr>
              <a:t> </a:t>
            </a:r>
            <a:r>
              <a:rPr b="0" lang="en-GB" sz="1800" spc="-1" strike="noStrike">
                <a:solidFill>
                  <a:srgbClr val="000000"/>
                </a:solidFill>
                <a:latin typeface="Calibri"/>
              </a:rPr>
              <a:t>w</a:t>
            </a:r>
            <a:r>
              <a:rPr b="0" lang="en-GB" sz="1800" spc="-52" strike="noStrike">
                <a:solidFill>
                  <a:srgbClr val="000000"/>
                </a:solidFill>
                <a:latin typeface="Calibri"/>
              </a:rPr>
              <a:t> </a:t>
            </a:r>
            <a:r>
              <a:rPr b="0" lang="en-GB" sz="1800" spc="-1" strike="noStrike">
                <a:solidFill>
                  <a:srgbClr val="000000"/>
                </a:solidFill>
                <a:latin typeface="Calibri"/>
              </a:rPr>
              <a:t>and</a:t>
            </a:r>
            <a:r>
              <a:rPr b="0" lang="en-GB" sz="1800" spc="-52" strike="noStrike">
                <a:solidFill>
                  <a:srgbClr val="000000"/>
                </a:solidFill>
                <a:latin typeface="Calibri"/>
              </a:rPr>
              <a:t> </a:t>
            </a:r>
            <a:r>
              <a:rPr b="0" lang="en-GB" sz="1800" spc="-1" strike="noStrike">
                <a:solidFill>
                  <a:srgbClr val="000000"/>
                </a:solidFill>
                <a:latin typeface="Calibri"/>
              </a:rPr>
              <a:t>get</a:t>
            </a:r>
            <a:r>
              <a:rPr b="0" lang="en-GB" sz="1800" spc="-52" strike="noStrike">
                <a:solidFill>
                  <a:srgbClr val="000000"/>
                </a:solidFill>
                <a:latin typeface="Calibri"/>
              </a:rPr>
              <a:t> </a:t>
            </a:r>
            <a:r>
              <a:rPr b="0" lang="en-GB" sz="1800" spc="-1" strike="noStrike">
                <a:solidFill>
                  <a:srgbClr val="000000"/>
                </a:solidFill>
                <a:latin typeface="Calibri"/>
              </a:rPr>
              <a:t>passed</a:t>
            </a:r>
            <a:r>
              <a:rPr b="0" lang="en-GB" sz="1800" spc="-52" strike="noStrike">
                <a:solidFill>
                  <a:srgbClr val="000000"/>
                </a:solidFill>
                <a:latin typeface="Calibri"/>
              </a:rPr>
              <a:t> </a:t>
            </a:r>
            <a:r>
              <a:rPr b="0" lang="en-GB" sz="1800" spc="-1" strike="noStrike">
                <a:solidFill>
                  <a:srgbClr val="000000"/>
                </a:solidFill>
                <a:latin typeface="Calibri"/>
              </a:rPr>
              <a:t>to</a:t>
            </a:r>
            <a:r>
              <a:rPr b="0" lang="en-GB" sz="1800" spc="-52" strike="noStrike">
                <a:solidFill>
                  <a:srgbClr val="000000"/>
                </a:solidFill>
                <a:latin typeface="Calibri"/>
              </a:rPr>
              <a:t> </a:t>
            </a:r>
            <a:r>
              <a:rPr b="0" lang="en-GB" sz="1800" spc="-1" strike="noStrike">
                <a:solidFill>
                  <a:srgbClr val="000000"/>
                </a:solidFill>
                <a:latin typeface="Calibri"/>
              </a:rPr>
              <a:t>decision</a:t>
            </a:r>
            <a:r>
              <a:rPr b="0" lang="en-GB" sz="1800" spc="-52" strike="noStrike">
                <a:solidFill>
                  <a:srgbClr val="000000"/>
                </a:solidFill>
                <a:latin typeface="Calibri"/>
              </a:rPr>
              <a:t> </a:t>
            </a:r>
            <a:r>
              <a:rPr b="0" lang="en-GB" sz="1800" spc="-1" strike="noStrike">
                <a:solidFill>
                  <a:srgbClr val="000000"/>
                </a:solidFill>
                <a:latin typeface="Calibri"/>
              </a:rPr>
              <a:t>tree</a:t>
            </a:r>
            <a:r>
              <a:rPr b="0" lang="en-GB" sz="1800" spc="-52" strike="noStrike">
                <a:solidFill>
                  <a:srgbClr val="000000"/>
                </a:solidFill>
                <a:latin typeface="Calibri"/>
              </a:rPr>
              <a:t> </a:t>
            </a:r>
            <a:r>
              <a:rPr b="0" lang="en-GB" sz="1800" spc="-26" strike="noStrike">
                <a:solidFill>
                  <a:srgbClr val="000000"/>
                </a:solidFill>
                <a:latin typeface="Calibri"/>
              </a:rPr>
              <a:t>2.</a:t>
            </a:r>
            <a:endParaRPr b="0" lang="en-GB" sz="1800" spc="-1" strike="noStrike">
              <a:solidFill>
                <a:srgbClr val="000000"/>
              </a:solidFill>
              <a:latin typeface="Arial"/>
            </a:endParaRPr>
          </a:p>
        </p:txBody>
      </p:sp>
      <p:sp>
        <p:nvSpPr>
          <p:cNvPr id="122" name="object 5"/>
          <p:cNvSpPr/>
          <p:nvPr/>
        </p:nvSpPr>
        <p:spPr>
          <a:xfrm>
            <a:off x="5819040" y="4121640"/>
            <a:ext cx="5663520" cy="193248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Calibri"/>
              </a:rPr>
              <a:t>This</a:t>
            </a:r>
            <a:r>
              <a:rPr b="0" lang="en-GB" sz="1800" spc="-55" strike="noStrike">
                <a:solidFill>
                  <a:srgbClr val="000000"/>
                </a:solidFill>
                <a:latin typeface="Calibri"/>
              </a:rPr>
              <a:t> </a:t>
            </a:r>
            <a:r>
              <a:rPr b="0" lang="en-GB" sz="1800" spc="-1" strike="noStrike">
                <a:solidFill>
                  <a:srgbClr val="000000"/>
                </a:solidFill>
                <a:latin typeface="Calibri"/>
              </a:rPr>
              <a:t>enables</a:t>
            </a:r>
            <a:r>
              <a:rPr b="0" lang="en-GB" sz="1800" spc="-52" strike="noStrike">
                <a:solidFill>
                  <a:srgbClr val="000000"/>
                </a:solidFill>
                <a:latin typeface="Calibri"/>
              </a:rPr>
              <a:t> </a:t>
            </a:r>
            <a:r>
              <a:rPr b="0" lang="en-GB" sz="1800" spc="-1" strike="noStrike">
                <a:solidFill>
                  <a:srgbClr val="000000"/>
                </a:solidFill>
                <a:latin typeface="Calibri"/>
              </a:rPr>
              <a:t>decision</a:t>
            </a:r>
            <a:r>
              <a:rPr b="0" lang="en-GB" sz="1800" spc="-52" strike="noStrike">
                <a:solidFill>
                  <a:srgbClr val="000000"/>
                </a:solidFill>
                <a:latin typeface="Calibri"/>
              </a:rPr>
              <a:t> </a:t>
            </a:r>
            <a:r>
              <a:rPr b="0" lang="en-GB" sz="1800" spc="-1" strike="noStrike">
                <a:solidFill>
                  <a:srgbClr val="000000"/>
                </a:solidFill>
                <a:latin typeface="Calibri"/>
              </a:rPr>
              <a:t>tree</a:t>
            </a:r>
            <a:r>
              <a:rPr b="0" lang="en-GB" sz="1800" spc="-52" strike="noStrike">
                <a:solidFill>
                  <a:srgbClr val="000000"/>
                </a:solidFill>
                <a:latin typeface="Calibri"/>
              </a:rPr>
              <a:t> </a:t>
            </a:r>
            <a:r>
              <a:rPr b="0" lang="en-GB" sz="1800" spc="-1" strike="noStrike">
                <a:solidFill>
                  <a:srgbClr val="000000"/>
                </a:solidFill>
                <a:latin typeface="Calibri"/>
              </a:rPr>
              <a:t>2</a:t>
            </a:r>
            <a:r>
              <a:rPr b="0" lang="en-GB" sz="1800" spc="-52" strike="noStrike">
                <a:solidFill>
                  <a:srgbClr val="000000"/>
                </a:solidFill>
                <a:latin typeface="Calibri"/>
              </a:rPr>
              <a:t> </a:t>
            </a:r>
            <a:r>
              <a:rPr b="0" lang="en-GB" sz="1800" spc="-1" strike="noStrike">
                <a:solidFill>
                  <a:srgbClr val="000000"/>
                </a:solidFill>
                <a:latin typeface="Calibri"/>
              </a:rPr>
              <a:t>to</a:t>
            </a:r>
            <a:r>
              <a:rPr b="0" lang="en-GB" sz="1800" spc="-52" strike="noStrike">
                <a:solidFill>
                  <a:srgbClr val="000000"/>
                </a:solidFill>
                <a:latin typeface="Calibri"/>
              </a:rPr>
              <a:t> </a:t>
            </a:r>
            <a:r>
              <a:rPr b="0" lang="en-GB" sz="1800" spc="-1" strike="noStrike">
                <a:solidFill>
                  <a:srgbClr val="000000"/>
                </a:solidFill>
                <a:latin typeface="Calibri"/>
              </a:rPr>
              <a:t>learn</a:t>
            </a:r>
            <a:r>
              <a:rPr b="0" lang="en-GB" sz="1800" spc="-52" strike="noStrike">
                <a:solidFill>
                  <a:srgbClr val="000000"/>
                </a:solidFill>
                <a:latin typeface="Calibri"/>
              </a:rPr>
              <a:t> </a:t>
            </a:r>
            <a:r>
              <a:rPr b="0" lang="en-GB" sz="1800" spc="-1" strike="noStrike">
                <a:solidFill>
                  <a:srgbClr val="000000"/>
                </a:solidFill>
                <a:latin typeface="Calibri"/>
              </a:rPr>
              <a:t>at</a:t>
            </a:r>
            <a:r>
              <a:rPr b="0" lang="en-GB" sz="1800" spc="-52" strike="noStrike">
                <a:solidFill>
                  <a:srgbClr val="000000"/>
                </a:solidFill>
                <a:latin typeface="Calibri"/>
              </a:rPr>
              <a:t> </a:t>
            </a:r>
            <a:r>
              <a:rPr b="0" lang="en-GB" sz="1800" spc="-1" strike="noStrike">
                <a:solidFill>
                  <a:srgbClr val="000000"/>
                </a:solidFill>
                <a:latin typeface="Calibri"/>
              </a:rPr>
              <a:t>a</a:t>
            </a:r>
            <a:r>
              <a:rPr b="0" lang="en-GB" sz="1800" spc="-52" strike="noStrike">
                <a:solidFill>
                  <a:srgbClr val="000000"/>
                </a:solidFill>
                <a:latin typeface="Calibri"/>
              </a:rPr>
              <a:t> </a:t>
            </a:r>
            <a:r>
              <a:rPr b="0" lang="en-GB" sz="1800" spc="-12" strike="noStrike">
                <a:solidFill>
                  <a:srgbClr val="000000"/>
                </a:solidFill>
                <a:latin typeface="Calibri"/>
              </a:rPr>
              <a:t>faster</a:t>
            </a:r>
            <a:r>
              <a:rPr b="0" lang="en-GB" sz="1800" spc="-52" strike="noStrike">
                <a:solidFill>
                  <a:srgbClr val="000000"/>
                </a:solidFill>
                <a:latin typeface="Calibri"/>
              </a:rPr>
              <a:t> </a:t>
            </a:r>
            <a:r>
              <a:rPr b="0" lang="en-GB" sz="1800" spc="-12" strike="noStrike">
                <a:solidFill>
                  <a:srgbClr val="000000"/>
                </a:solidFill>
                <a:latin typeface="Calibri"/>
              </a:rPr>
              <a:t>rate,</a:t>
            </a:r>
            <a:r>
              <a:rPr b="0" lang="en-GB" sz="1800" spc="-52" strike="noStrike">
                <a:solidFill>
                  <a:srgbClr val="000000"/>
                </a:solidFill>
                <a:latin typeface="Calibri"/>
              </a:rPr>
              <a:t> </a:t>
            </a:r>
            <a:r>
              <a:rPr b="0" lang="en-GB" sz="1800" spc="-1" strike="noStrike">
                <a:solidFill>
                  <a:srgbClr val="000000"/>
                </a:solidFill>
                <a:latin typeface="Calibri"/>
              </a:rPr>
              <a:t>since</a:t>
            </a:r>
            <a:r>
              <a:rPr b="0" lang="en-GB" sz="1800" spc="-52" strike="noStrike">
                <a:solidFill>
                  <a:srgbClr val="000000"/>
                </a:solidFill>
                <a:latin typeface="Calibri"/>
              </a:rPr>
              <a:t> </a:t>
            </a:r>
            <a:r>
              <a:rPr b="0" lang="en-GB" sz="1800" spc="-26" strike="noStrike">
                <a:solidFill>
                  <a:srgbClr val="000000"/>
                </a:solidFill>
                <a:latin typeface="Calibri"/>
              </a:rPr>
              <a:t>we </a:t>
            </a:r>
            <a:r>
              <a:rPr b="0" lang="en-GB" sz="1800" spc="-1" strike="noStrike">
                <a:solidFill>
                  <a:srgbClr val="000000"/>
                </a:solidFill>
                <a:latin typeface="Calibri"/>
              </a:rPr>
              <a:t>have</a:t>
            </a:r>
            <a:r>
              <a:rPr b="0" lang="en-GB" sz="1800" spc="-52" strike="noStrike">
                <a:solidFill>
                  <a:srgbClr val="000000"/>
                </a:solidFill>
                <a:latin typeface="Calibri"/>
              </a:rPr>
              <a:t> </a:t>
            </a:r>
            <a:r>
              <a:rPr b="0" lang="en-GB" sz="1800" spc="-1" strike="noStrike">
                <a:solidFill>
                  <a:srgbClr val="000000"/>
                </a:solidFill>
                <a:latin typeface="Calibri"/>
              </a:rPr>
              <a:t>more</a:t>
            </a:r>
            <a:r>
              <a:rPr b="0" lang="en-GB" sz="1800" spc="-52" strike="noStrike">
                <a:solidFill>
                  <a:srgbClr val="000000"/>
                </a:solidFill>
                <a:latin typeface="Calibri"/>
              </a:rPr>
              <a:t> </a:t>
            </a:r>
            <a:r>
              <a:rPr b="0" lang="en-GB" sz="1800" spc="-1" strike="noStrike">
                <a:solidFill>
                  <a:srgbClr val="000000"/>
                </a:solidFill>
                <a:latin typeface="Calibri"/>
              </a:rPr>
              <a:t>samples</a:t>
            </a:r>
            <a:r>
              <a:rPr b="0" lang="en-GB" sz="1800" spc="-46" strike="noStrike">
                <a:solidFill>
                  <a:srgbClr val="000000"/>
                </a:solidFill>
                <a:latin typeface="Calibri"/>
              </a:rPr>
              <a:t> </a:t>
            </a:r>
            <a:r>
              <a:rPr b="0" lang="en-GB" sz="1800" spc="-1" strike="noStrike">
                <a:solidFill>
                  <a:srgbClr val="000000"/>
                </a:solidFill>
                <a:latin typeface="Calibri"/>
              </a:rPr>
              <a:t>of</a:t>
            </a:r>
            <a:r>
              <a:rPr b="0" lang="en-GB" sz="1800" spc="-52" strike="noStrike">
                <a:solidFill>
                  <a:srgbClr val="000000"/>
                </a:solidFill>
                <a:latin typeface="Calibri"/>
              </a:rPr>
              <a:t> </a:t>
            </a:r>
            <a:r>
              <a:rPr b="0" lang="en-GB" sz="1800" spc="-1" strike="noStrike">
                <a:solidFill>
                  <a:srgbClr val="000000"/>
                </a:solidFill>
                <a:latin typeface="Calibri"/>
              </a:rPr>
              <a:t>the</a:t>
            </a:r>
            <a:r>
              <a:rPr b="0" lang="en-GB" sz="1800" spc="-46" strike="noStrike">
                <a:solidFill>
                  <a:srgbClr val="000000"/>
                </a:solidFill>
                <a:latin typeface="Calibri"/>
              </a:rPr>
              <a:t> </a:t>
            </a:r>
            <a:r>
              <a:rPr b="0" lang="en-GB" sz="1800" spc="-1" strike="noStrike">
                <a:solidFill>
                  <a:srgbClr val="000000"/>
                </a:solidFill>
                <a:latin typeface="Calibri"/>
              </a:rPr>
              <a:t>data</a:t>
            </a:r>
            <a:r>
              <a:rPr b="0" lang="en-GB" sz="1800" spc="-52" strike="noStrike">
                <a:solidFill>
                  <a:srgbClr val="000000"/>
                </a:solidFill>
                <a:latin typeface="Calibri"/>
              </a:rPr>
              <a:t> </a:t>
            </a:r>
            <a:r>
              <a:rPr b="0" lang="en-GB" sz="1800" spc="-1" strike="noStrike">
                <a:solidFill>
                  <a:srgbClr val="000000"/>
                </a:solidFill>
                <a:latin typeface="Calibri"/>
              </a:rPr>
              <a:t>in</a:t>
            </a:r>
            <a:r>
              <a:rPr b="0" lang="en-GB" sz="1800" spc="-46" strike="noStrike">
                <a:solidFill>
                  <a:srgbClr val="000000"/>
                </a:solidFill>
                <a:latin typeface="Calibri"/>
              </a:rPr>
              <a:t> </a:t>
            </a:r>
            <a:r>
              <a:rPr b="0" lang="en-GB" sz="1800" spc="-1" strike="noStrike">
                <a:solidFill>
                  <a:srgbClr val="000000"/>
                </a:solidFill>
                <a:latin typeface="Calibri"/>
              </a:rPr>
              <a:t>which</a:t>
            </a:r>
            <a:r>
              <a:rPr b="0" lang="en-GB" sz="1800" spc="-52" strike="noStrike">
                <a:solidFill>
                  <a:srgbClr val="000000"/>
                </a:solidFill>
                <a:latin typeface="Calibri"/>
              </a:rPr>
              <a:t> </a:t>
            </a:r>
            <a:r>
              <a:rPr b="0" lang="en-GB" sz="1800" spc="-1" strike="noStrike">
                <a:solidFill>
                  <a:srgbClr val="000000"/>
                </a:solidFill>
                <a:latin typeface="Calibri"/>
              </a:rPr>
              <a:t>an</a:t>
            </a:r>
            <a:r>
              <a:rPr b="0" lang="en-GB" sz="1800" spc="-52" strike="noStrike">
                <a:solidFill>
                  <a:srgbClr val="000000"/>
                </a:solidFill>
                <a:latin typeface="Calibri"/>
              </a:rPr>
              <a:t> </a:t>
            </a:r>
            <a:r>
              <a:rPr b="0" lang="en-GB" sz="1800" spc="-1" strike="noStrike">
                <a:solidFill>
                  <a:srgbClr val="000000"/>
                </a:solidFill>
                <a:latin typeface="Calibri"/>
              </a:rPr>
              <a:t>error</a:t>
            </a:r>
            <a:r>
              <a:rPr b="0" lang="en-GB" sz="1800" spc="-46" strike="noStrike">
                <a:solidFill>
                  <a:srgbClr val="000000"/>
                </a:solidFill>
                <a:latin typeface="Calibri"/>
              </a:rPr>
              <a:t> </a:t>
            </a:r>
            <a:r>
              <a:rPr b="0" lang="en-GB" sz="1800" spc="-1" strike="noStrike">
                <a:solidFill>
                  <a:srgbClr val="000000"/>
                </a:solidFill>
                <a:latin typeface="Calibri"/>
              </a:rPr>
              <a:t>was</a:t>
            </a:r>
            <a:r>
              <a:rPr b="0" lang="en-GB" sz="1800" spc="-52" strike="noStrike">
                <a:solidFill>
                  <a:srgbClr val="000000"/>
                </a:solidFill>
                <a:latin typeface="Calibri"/>
              </a:rPr>
              <a:t> </a:t>
            </a:r>
            <a:r>
              <a:rPr b="0" lang="en-GB" sz="1800" spc="-21" strike="noStrike">
                <a:solidFill>
                  <a:srgbClr val="000000"/>
                </a:solidFill>
                <a:latin typeface="Calibri"/>
              </a:rPr>
              <a:t>made </a:t>
            </a:r>
            <a:r>
              <a:rPr b="0" lang="en-GB" sz="1800" spc="-12" strike="noStrike">
                <a:solidFill>
                  <a:srgbClr val="000000"/>
                </a:solidFill>
                <a:latin typeface="Calibri"/>
              </a:rPr>
              <a:t>beforehand.</a:t>
            </a:r>
            <a:endParaRPr b="0" lang="en-GB" sz="1800" spc="-1" strike="noStrike">
              <a:solidFill>
                <a:srgbClr val="000000"/>
              </a:solidFill>
              <a:latin typeface="Arial"/>
            </a:endParaRPr>
          </a:p>
          <a:p>
            <a:pPr marL="12600">
              <a:lnSpc>
                <a:spcPct val="100000"/>
              </a:lnSpc>
            </a:pPr>
            <a:r>
              <a:rPr b="0" lang="en-GB" sz="1800" spc="-1" strike="noStrike">
                <a:solidFill>
                  <a:srgbClr val="000000"/>
                </a:solidFill>
                <a:latin typeface="Calibri"/>
              </a:rPr>
              <a:t>This</a:t>
            </a:r>
            <a:r>
              <a:rPr b="0" lang="en-GB" sz="1800" spc="-46" strike="noStrike">
                <a:solidFill>
                  <a:srgbClr val="000000"/>
                </a:solidFill>
                <a:latin typeface="Calibri"/>
              </a:rPr>
              <a:t> </a:t>
            </a:r>
            <a:r>
              <a:rPr b="0" lang="en-GB" sz="1800" spc="-1" strike="noStrike">
                <a:solidFill>
                  <a:srgbClr val="000000"/>
                </a:solidFill>
                <a:latin typeface="Calibri"/>
              </a:rPr>
              <a:t>process</a:t>
            </a:r>
            <a:r>
              <a:rPr b="0" lang="en-GB" sz="1800" spc="-46" strike="noStrike">
                <a:solidFill>
                  <a:srgbClr val="000000"/>
                </a:solidFill>
                <a:latin typeface="Calibri"/>
              </a:rPr>
              <a:t> </a:t>
            </a:r>
            <a:r>
              <a:rPr b="0" lang="en-GB" sz="1800" spc="-1" strike="noStrike">
                <a:solidFill>
                  <a:srgbClr val="000000"/>
                </a:solidFill>
                <a:latin typeface="Calibri"/>
              </a:rPr>
              <a:t>is</a:t>
            </a:r>
            <a:r>
              <a:rPr b="0" lang="en-GB" sz="1800" spc="-41" strike="noStrike">
                <a:solidFill>
                  <a:srgbClr val="000000"/>
                </a:solidFill>
                <a:latin typeface="Calibri"/>
              </a:rPr>
              <a:t> </a:t>
            </a:r>
            <a:r>
              <a:rPr b="0" lang="en-GB" sz="1800" spc="-12" strike="noStrike">
                <a:solidFill>
                  <a:srgbClr val="000000"/>
                </a:solidFill>
                <a:latin typeface="Calibri"/>
              </a:rPr>
              <a:t>repeated</a:t>
            </a:r>
            <a:r>
              <a:rPr b="0" lang="en-GB" sz="1800" spc="-46" strike="noStrike">
                <a:solidFill>
                  <a:srgbClr val="000000"/>
                </a:solidFill>
                <a:latin typeface="Calibri"/>
              </a:rPr>
              <a:t> </a:t>
            </a:r>
            <a:r>
              <a:rPr b="0" lang="en-GB" sz="1800" spc="-1" strike="noStrike">
                <a:solidFill>
                  <a:srgbClr val="000000"/>
                </a:solidFill>
                <a:latin typeface="Calibri"/>
              </a:rPr>
              <a:t>until</a:t>
            </a:r>
            <a:r>
              <a:rPr b="0" lang="en-GB" sz="1800" spc="-41" strike="noStrike">
                <a:solidFill>
                  <a:srgbClr val="000000"/>
                </a:solidFill>
                <a:latin typeface="Calibri"/>
              </a:rPr>
              <a:t> </a:t>
            </a:r>
            <a:r>
              <a:rPr b="0" lang="en-GB" sz="1800" spc="-1" strike="noStrike">
                <a:solidFill>
                  <a:srgbClr val="000000"/>
                </a:solidFill>
                <a:latin typeface="Calibri"/>
              </a:rPr>
              <a:t>all</a:t>
            </a:r>
            <a:r>
              <a:rPr b="0" lang="en-GB" sz="1800" spc="-46" strike="noStrike">
                <a:solidFill>
                  <a:srgbClr val="000000"/>
                </a:solidFill>
                <a:latin typeface="Calibri"/>
              </a:rPr>
              <a:t> </a:t>
            </a:r>
            <a:r>
              <a:rPr b="0" lang="en-GB" sz="1800" spc="-1" strike="noStrike">
                <a:solidFill>
                  <a:srgbClr val="000000"/>
                </a:solidFill>
                <a:latin typeface="Calibri"/>
              </a:rPr>
              <a:t>the</a:t>
            </a:r>
            <a:r>
              <a:rPr b="0" lang="en-GB" sz="1800" spc="-41" strike="noStrike">
                <a:solidFill>
                  <a:srgbClr val="000000"/>
                </a:solidFill>
                <a:latin typeface="Calibri"/>
              </a:rPr>
              <a:t> </a:t>
            </a:r>
            <a:r>
              <a:rPr b="0" lang="en-GB" sz="1800" spc="-1" strike="noStrike">
                <a:solidFill>
                  <a:srgbClr val="000000"/>
                </a:solidFill>
                <a:latin typeface="Calibri"/>
              </a:rPr>
              <a:t>trees</a:t>
            </a:r>
            <a:r>
              <a:rPr b="0" lang="en-GB" sz="1800" spc="-46" strike="noStrike">
                <a:solidFill>
                  <a:srgbClr val="000000"/>
                </a:solidFill>
                <a:latin typeface="Calibri"/>
              </a:rPr>
              <a:t> </a:t>
            </a:r>
            <a:r>
              <a:rPr b="0" lang="en-GB" sz="1800" spc="-1" strike="noStrike">
                <a:solidFill>
                  <a:srgbClr val="000000"/>
                </a:solidFill>
                <a:latin typeface="Calibri"/>
              </a:rPr>
              <a:t>are</a:t>
            </a:r>
            <a:r>
              <a:rPr b="0" lang="en-GB" sz="1800" spc="-41" strike="noStrike">
                <a:solidFill>
                  <a:srgbClr val="000000"/>
                </a:solidFill>
                <a:latin typeface="Calibri"/>
              </a:rPr>
              <a:t> </a:t>
            </a:r>
            <a:r>
              <a:rPr b="0" lang="en-GB" sz="1800" spc="-12" strike="noStrike">
                <a:solidFill>
                  <a:srgbClr val="000000"/>
                </a:solidFill>
                <a:latin typeface="Calibri"/>
              </a:rPr>
              <a:t>built. </a:t>
            </a:r>
            <a:r>
              <a:rPr b="0" lang="en-GB" sz="1800" spc="-21" strike="noStrike">
                <a:solidFill>
                  <a:srgbClr val="000000"/>
                </a:solidFill>
                <a:latin typeface="Calibri"/>
              </a:rPr>
              <a:t>Finally,</a:t>
            </a:r>
            <a:r>
              <a:rPr b="0" lang="en-GB" sz="1800" spc="-52" strike="noStrike">
                <a:solidFill>
                  <a:srgbClr val="000000"/>
                </a:solidFill>
                <a:latin typeface="Calibri"/>
              </a:rPr>
              <a:t> </a:t>
            </a:r>
            <a:r>
              <a:rPr b="0" lang="en-GB" sz="1800" spc="-1" strike="noStrike">
                <a:solidFill>
                  <a:srgbClr val="000000"/>
                </a:solidFill>
                <a:latin typeface="Calibri"/>
              </a:rPr>
              <a:t>the</a:t>
            </a:r>
            <a:r>
              <a:rPr b="0" lang="en-GB" sz="1800" spc="-46" strike="noStrike">
                <a:solidFill>
                  <a:srgbClr val="000000"/>
                </a:solidFill>
                <a:latin typeface="Calibri"/>
              </a:rPr>
              <a:t> </a:t>
            </a:r>
            <a:r>
              <a:rPr b="0" lang="en-GB" sz="1800" spc="-12" strike="noStrike">
                <a:solidFill>
                  <a:srgbClr val="000000"/>
                </a:solidFill>
                <a:latin typeface="Calibri"/>
              </a:rPr>
              <a:t>predictions</a:t>
            </a:r>
            <a:r>
              <a:rPr b="0" lang="en-GB" sz="1800" spc="-46" strike="noStrike">
                <a:solidFill>
                  <a:srgbClr val="000000"/>
                </a:solidFill>
                <a:latin typeface="Calibri"/>
              </a:rPr>
              <a:t> </a:t>
            </a:r>
            <a:r>
              <a:rPr b="0" lang="en-GB" sz="1800" spc="-1" strike="noStrike">
                <a:solidFill>
                  <a:srgbClr val="000000"/>
                </a:solidFill>
                <a:latin typeface="Calibri"/>
              </a:rPr>
              <a:t>of</a:t>
            </a:r>
            <a:r>
              <a:rPr b="0" lang="en-GB" sz="1800" spc="-46" strike="noStrike">
                <a:solidFill>
                  <a:srgbClr val="000000"/>
                </a:solidFill>
                <a:latin typeface="Calibri"/>
              </a:rPr>
              <a:t> </a:t>
            </a:r>
            <a:r>
              <a:rPr b="0" lang="en-GB" sz="1800" spc="-1" strike="noStrike">
                <a:solidFill>
                  <a:srgbClr val="000000"/>
                </a:solidFill>
                <a:latin typeface="Calibri"/>
              </a:rPr>
              <a:t>all</a:t>
            </a:r>
            <a:r>
              <a:rPr b="0" lang="en-GB" sz="1800" spc="-52" strike="noStrike">
                <a:solidFill>
                  <a:srgbClr val="000000"/>
                </a:solidFill>
                <a:latin typeface="Calibri"/>
              </a:rPr>
              <a:t> </a:t>
            </a:r>
            <a:r>
              <a:rPr b="0" lang="en-GB" sz="1800" spc="-1" strike="noStrike">
                <a:solidFill>
                  <a:srgbClr val="000000"/>
                </a:solidFill>
                <a:latin typeface="Calibri"/>
              </a:rPr>
              <a:t>the</a:t>
            </a:r>
            <a:r>
              <a:rPr b="0" lang="en-GB" sz="1800" spc="-46" strike="noStrike">
                <a:solidFill>
                  <a:srgbClr val="000000"/>
                </a:solidFill>
                <a:latin typeface="Calibri"/>
              </a:rPr>
              <a:t> </a:t>
            </a:r>
            <a:r>
              <a:rPr b="0" lang="en-GB" sz="1800" spc="-1" strike="noStrike">
                <a:solidFill>
                  <a:srgbClr val="000000"/>
                </a:solidFill>
                <a:latin typeface="Calibri"/>
              </a:rPr>
              <a:t>trees</a:t>
            </a:r>
            <a:r>
              <a:rPr b="0" lang="en-GB" sz="1800" spc="-46" strike="noStrike">
                <a:solidFill>
                  <a:srgbClr val="000000"/>
                </a:solidFill>
                <a:latin typeface="Calibri"/>
              </a:rPr>
              <a:t> </a:t>
            </a:r>
            <a:r>
              <a:rPr b="0" lang="en-GB" sz="1800" spc="-1" strike="noStrike">
                <a:solidFill>
                  <a:srgbClr val="000000"/>
                </a:solidFill>
                <a:latin typeface="Calibri"/>
              </a:rPr>
              <a:t>are</a:t>
            </a:r>
            <a:r>
              <a:rPr b="0" lang="en-GB" sz="1800" spc="-46" strike="noStrike">
                <a:solidFill>
                  <a:srgbClr val="000000"/>
                </a:solidFill>
                <a:latin typeface="Calibri"/>
              </a:rPr>
              <a:t> </a:t>
            </a:r>
            <a:r>
              <a:rPr b="0" lang="en-GB" sz="1800" spc="-12" strike="noStrike">
                <a:solidFill>
                  <a:srgbClr val="000000"/>
                </a:solidFill>
                <a:latin typeface="Calibri"/>
              </a:rPr>
              <a:t>gathered,</a:t>
            </a:r>
            <a:r>
              <a:rPr b="0" lang="en-GB" sz="1800" spc="-52" strike="noStrike">
                <a:solidFill>
                  <a:srgbClr val="000000"/>
                </a:solidFill>
                <a:latin typeface="Calibri"/>
              </a:rPr>
              <a:t> </a:t>
            </a:r>
            <a:r>
              <a:rPr b="0" lang="en-GB" sz="1800" spc="-1" strike="noStrike">
                <a:solidFill>
                  <a:srgbClr val="000000"/>
                </a:solidFill>
                <a:latin typeface="Calibri"/>
              </a:rPr>
              <a:t>and</a:t>
            </a:r>
            <a:r>
              <a:rPr b="0" lang="en-GB" sz="1800" spc="-46" strike="noStrike">
                <a:solidFill>
                  <a:srgbClr val="000000"/>
                </a:solidFill>
                <a:latin typeface="Calibri"/>
              </a:rPr>
              <a:t> </a:t>
            </a:r>
            <a:r>
              <a:rPr b="0" lang="en-GB" sz="1800" spc="-52" strike="noStrike">
                <a:solidFill>
                  <a:srgbClr val="000000"/>
                </a:solidFill>
                <a:latin typeface="Calibri"/>
              </a:rPr>
              <a:t>a </a:t>
            </a:r>
            <a:r>
              <a:rPr b="0" lang="en-GB" sz="1800" spc="-12" strike="noStrike">
                <a:solidFill>
                  <a:srgbClr val="000000"/>
                </a:solidFill>
                <a:latin typeface="Calibri"/>
              </a:rPr>
              <a:t>weighted</a:t>
            </a:r>
            <a:r>
              <a:rPr b="0" lang="en-GB" sz="1800" spc="-52" strike="noStrike">
                <a:solidFill>
                  <a:srgbClr val="000000"/>
                </a:solidFill>
                <a:latin typeface="Calibri"/>
              </a:rPr>
              <a:t> </a:t>
            </a:r>
            <a:r>
              <a:rPr b="0" lang="en-GB" sz="1800" spc="-1" strike="noStrike">
                <a:solidFill>
                  <a:srgbClr val="000000"/>
                </a:solidFill>
                <a:latin typeface="Calibri"/>
              </a:rPr>
              <a:t>vote</a:t>
            </a:r>
            <a:r>
              <a:rPr b="0" lang="en-GB" sz="1800" spc="-46" strike="noStrike">
                <a:solidFill>
                  <a:srgbClr val="000000"/>
                </a:solidFill>
                <a:latin typeface="Calibri"/>
              </a:rPr>
              <a:t> </a:t>
            </a:r>
            <a:r>
              <a:rPr b="0" lang="en-GB" sz="1800" spc="-1" strike="noStrike">
                <a:solidFill>
                  <a:srgbClr val="000000"/>
                </a:solidFill>
                <a:latin typeface="Calibri"/>
              </a:rPr>
              <a:t>is</a:t>
            </a:r>
            <a:r>
              <a:rPr b="0" lang="en-GB" sz="1800" spc="-46" strike="noStrike">
                <a:solidFill>
                  <a:srgbClr val="000000"/>
                </a:solidFill>
                <a:latin typeface="Calibri"/>
              </a:rPr>
              <a:t> </a:t>
            </a:r>
            <a:r>
              <a:rPr b="0" lang="en-GB" sz="1800" spc="-1" strike="noStrike">
                <a:solidFill>
                  <a:srgbClr val="000000"/>
                </a:solidFill>
                <a:latin typeface="Calibri"/>
              </a:rPr>
              <a:t>initiated</a:t>
            </a:r>
            <a:r>
              <a:rPr b="0" lang="en-GB" sz="1800" spc="-52" strike="noStrike">
                <a:solidFill>
                  <a:srgbClr val="000000"/>
                </a:solidFill>
                <a:latin typeface="Calibri"/>
              </a:rPr>
              <a:t> </a:t>
            </a:r>
            <a:r>
              <a:rPr b="0" lang="en-GB" sz="1800" spc="-1" strike="noStrike">
                <a:solidFill>
                  <a:srgbClr val="000000"/>
                </a:solidFill>
                <a:latin typeface="Calibri"/>
              </a:rPr>
              <a:t>in</a:t>
            </a:r>
            <a:r>
              <a:rPr b="0" lang="en-GB" sz="1800" spc="-46" strike="noStrike">
                <a:solidFill>
                  <a:srgbClr val="000000"/>
                </a:solidFill>
                <a:latin typeface="Calibri"/>
              </a:rPr>
              <a:t> </a:t>
            </a:r>
            <a:r>
              <a:rPr b="0" lang="en-GB" sz="1800" spc="-1" strike="noStrike">
                <a:solidFill>
                  <a:srgbClr val="000000"/>
                </a:solidFill>
                <a:latin typeface="Calibri"/>
              </a:rPr>
              <a:t>order</a:t>
            </a:r>
            <a:r>
              <a:rPr b="0" lang="en-GB" sz="1800" spc="-46" strike="noStrike">
                <a:solidFill>
                  <a:srgbClr val="000000"/>
                </a:solidFill>
                <a:latin typeface="Calibri"/>
              </a:rPr>
              <a:t> </a:t>
            </a:r>
            <a:r>
              <a:rPr b="0" lang="en-GB" sz="1800" spc="-1" strike="noStrike">
                <a:solidFill>
                  <a:srgbClr val="000000"/>
                </a:solidFill>
                <a:latin typeface="Calibri"/>
              </a:rPr>
              <a:t>to</a:t>
            </a:r>
            <a:r>
              <a:rPr b="0" lang="en-GB" sz="1800" spc="-52" strike="noStrike">
                <a:solidFill>
                  <a:srgbClr val="000000"/>
                </a:solidFill>
                <a:latin typeface="Calibri"/>
              </a:rPr>
              <a:t> </a:t>
            </a:r>
            <a:r>
              <a:rPr b="0" lang="en-GB" sz="1800" spc="-12" strike="noStrike">
                <a:solidFill>
                  <a:srgbClr val="000000"/>
                </a:solidFill>
                <a:latin typeface="Calibri"/>
              </a:rPr>
              <a:t>determine</a:t>
            </a:r>
            <a:r>
              <a:rPr b="0" lang="en-GB" sz="1800" spc="-46" strike="noStrike">
                <a:solidFill>
                  <a:srgbClr val="000000"/>
                </a:solidFill>
                <a:latin typeface="Calibri"/>
              </a:rPr>
              <a:t> </a:t>
            </a:r>
            <a:r>
              <a:rPr b="0" lang="en-GB" sz="1800" spc="-1" strike="noStrike">
                <a:solidFill>
                  <a:srgbClr val="000000"/>
                </a:solidFill>
                <a:latin typeface="Calibri"/>
              </a:rPr>
              <a:t>the</a:t>
            </a:r>
            <a:r>
              <a:rPr b="0" lang="en-GB" sz="1800" spc="-46" strike="noStrike">
                <a:solidFill>
                  <a:srgbClr val="000000"/>
                </a:solidFill>
                <a:latin typeface="Calibri"/>
              </a:rPr>
              <a:t> </a:t>
            </a:r>
            <a:r>
              <a:rPr b="0" lang="en-GB" sz="1800" spc="-12" strike="noStrike">
                <a:solidFill>
                  <a:srgbClr val="000000"/>
                </a:solidFill>
                <a:latin typeface="Calibri"/>
              </a:rPr>
              <a:t>final prediction.</a:t>
            </a:r>
            <a:endParaRPr b="0" lang="en-GB" sz="1800" spc="-1" strike="noStrike">
              <a:solidFill>
                <a:srgbClr val="000000"/>
              </a:solidFill>
              <a:latin typeface="Arial"/>
            </a:endParaRPr>
          </a:p>
        </p:txBody>
      </p:sp>
      <p:pic>
        <p:nvPicPr>
          <p:cNvPr id="123" name="object 6" descr=""/>
          <p:cNvPicPr/>
          <p:nvPr/>
        </p:nvPicPr>
        <p:blipFill>
          <a:blip r:embed="rId1"/>
          <a:stretch/>
        </p:blipFill>
        <p:spPr>
          <a:xfrm>
            <a:off x="6309360" y="308520"/>
            <a:ext cx="4842720" cy="335268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788040" y="153720"/>
            <a:ext cx="10362600" cy="276120"/>
          </a:xfrm>
          <a:prstGeom prst="rect">
            <a:avLst/>
          </a:prstGeom>
          <a:noFill/>
          <a:ln w="0">
            <a:noFill/>
          </a:ln>
        </p:spPr>
        <p:txBody>
          <a:bodyPr lIns="0" rIns="0" tIns="0" bIns="0" anchor="t">
            <a:noAutofit/>
          </a:bodyPr>
          <a:p>
            <a:pPr indent="0">
              <a:lnSpc>
                <a:spcPct val="100000"/>
              </a:lnSpc>
              <a:buNone/>
              <a:tabLst>
                <a:tab algn="l" pos="0"/>
              </a:tabLst>
            </a:pPr>
            <a:r>
              <a:rPr b="1" lang="en-US" sz="1800" spc="-1" strike="noStrike">
                <a:solidFill>
                  <a:schemeClr val="dk1"/>
                </a:solidFill>
                <a:latin typeface="Arial"/>
              </a:rPr>
              <a:t>                       </a:t>
            </a:r>
            <a:r>
              <a:rPr b="1" lang="en-US" sz="1800" spc="-1" strike="noStrike">
                <a:solidFill>
                  <a:schemeClr val="dk1"/>
                </a:solidFill>
                <a:latin typeface="Arial"/>
              </a:rPr>
              <a:t>STRENGTH, WEAKNESS  </a:t>
            </a:r>
            <a:r>
              <a:rPr b="1" lang="en-US" sz="1800" spc="-1" strike="noStrike">
                <a:solidFill>
                  <a:schemeClr val="dk1"/>
                </a:solidFill>
                <a:latin typeface="Arial"/>
              </a:rPr>
              <a:t>AND ASSUMPTION OF ADABOOST </a:t>
            </a:r>
            <a:r>
              <a:rPr b="1" lang="en-US" sz="1800" spc="-1" strike="noStrike">
                <a:solidFill>
                  <a:schemeClr val="dk1"/>
                </a:solidFill>
                <a:latin typeface="Arial"/>
              </a:rPr>
              <a:t>CLASSIFIER</a:t>
            </a:r>
            <a:endParaRPr b="0" lang="en-GB" sz="1800" spc="-1" strike="noStrike">
              <a:solidFill>
                <a:srgbClr val="000000"/>
              </a:solidFill>
              <a:latin typeface="Arial"/>
            </a:endParaRPr>
          </a:p>
        </p:txBody>
      </p:sp>
      <p:graphicFrame>
        <p:nvGraphicFramePr>
          <p:cNvPr id="125" name="Table 3"/>
          <p:cNvGraphicFramePr/>
          <p:nvPr/>
        </p:nvGraphicFramePr>
        <p:xfrm>
          <a:off x="1332720" y="601200"/>
          <a:ext cx="9612360" cy="3446280"/>
        </p:xfrm>
        <a:graphic>
          <a:graphicData uri="http://schemas.openxmlformats.org/drawingml/2006/table">
            <a:tbl>
              <a:tblPr/>
              <a:tblGrid>
                <a:gridCol w="4781880"/>
                <a:gridCol w="4830840"/>
              </a:tblGrid>
              <a:tr h="640080">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STRENGTH</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WEAKNESS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r>
              <a:tr h="993600">
                <a:tc>
                  <a:txBody>
                    <a:bodyPr anchor="t">
                      <a:noAutofit/>
                    </a:bodyPr>
                    <a:p>
                      <a:pPr>
                        <a:lnSpc>
                          <a:spcPct val="100000"/>
                        </a:lnSpc>
                      </a:pPr>
                      <a:r>
                        <a:rPr b="0" lang="en-US" sz="1800" spc="-1" strike="noStrike">
                          <a:solidFill>
                            <a:schemeClr val="dk1"/>
                          </a:solidFill>
                          <a:latin typeface="Calibri"/>
                        </a:rPr>
                        <a:t>Converts weak models into strong models by boosting their performance.</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Performance drops significantly if there is noisy data or outliers.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640080">
                <a:tc>
                  <a:txBody>
                    <a:bodyPr anchor="t">
                      <a:noAutofit/>
                    </a:bodyPr>
                    <a:p>
                      <a:pPr>
                        <a:lnSpc>
                          <a:spcPct val="100000"/>
                        </a:lnSpc>
                      </a:pPr>
                      <a:r>
                        <a:rPr b="0" lang="en-US" sz="1800" spc="-1" strike="noStrike">
                          <a:solidFill>
                            <a:schemeClr val="dk1"/>
                          </a:solidFill>
                          <a:latin typeface="Calibri"/>
                        </a:rPr>
                        <a:t>Often prevents overfitting by focusing on the hardest-to-classify examples.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Requires more computation as it builds multiple models iteratively.</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640080">
                <a:tc>
                  <a:txBody>
                    <a:bodyPr anchor="t">
                      <a:noAutofit/>
                    </a:bodyPr>
                    <a:p>
                      <a:pPr>
                        <a:lnSpc>
                          <a:spcPct val="100000"/>
                        </a:lnSpc>
                      </a:pPr>
                      <a:r>
                        <a:rPr b="0" lang="en-US" sz="1800" spc="-1" strike="noStrike">
                          <a:solidFill>
                            <a:schemeClr val="dk1"/>
                          </a:solidFill>
                          <a:latin typeface="Calibri"/>
                        </a:rPr>
                        <a:t> </a:t>
                      </a:r>
                      <a:r>
                        <a:rPr b="0" lang="en-US" sz="1800" spc="-1" strike="noStrike">
                          <a:solidFill>
                            <a:schemeClr val="dk1"/>
                          </a:solidFill>
                          <a:latin typeface="Calibri"/>
                        </a:rPr>
                        <a:t>It’s easy to understand and implement with weak classifiers like decision stumps (one-level decision trees).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Tends to overfit if the weak learners are too complex.</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bl>
          </a:graphicData>
        </a:graphic>
      </p:graphicFrame>
      <p:sp>
        <p:nvSpPr>
          <p:cNvPr id="126" name="Title 1"/>
          <p:cNvSpPr/>
          <p:nvPr/>
        </p:nvSpPr>
        <p:spPr>
          <a:xfrm>
            <a:off x="567720" y="4116240"/>
            <a:ext cx="11143440" cy="219456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800" spc="-1" strike="noStrike">
                <a:solidFill>
                  <a:schemeClr val="dk1"/>
                </a:solidFill>
                <a:latin typeface="Arial"/>
              </a:rPr>
              <a:t>                     </a:t>
            </a:r>
            <a:r>
              <a:rPr b="1" lang="en-US" sz="1800" spc="-1" strike="noStrike">
                <a:solidFill>
                  <a:schemeClr val="dk1"/>
                </a:solidFill>
                <a:latin typeface="Arial"/>
              </a:rPr>
              <a:t>Assumption Of Adaboost Classifier</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Weak Learners: </a:t>
            </a:r>
            <a:r>
              <a:rPr b="0" lang="en-US" sz="1800" spc="-1" strike="noStrike">
                <a:solidFill>
                  <a:schemeClr val="dk1"/>
                </a:solidFill>
                <a:latin typeface="Arial"/>
              </a:rPr>
              <a:t>Assumes that weak learners are slightly better than random guessing (accuracy slightly above 50%).</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Additive Model: </a:t>
            </a:r>
            <a:r>
              <a:rPr b="0" lang="en-US" sz="1800" spc="-1" strike="noStrike">
                <a:solidFill>
                  <a:schemeClr val="dk1"/>
                </a:solidFill>
                <a:latin typeface="Arial"/>
              </a:rPr>
              <a:t>Assumes the combination of weak learners leads to a strong overall model.</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Iterative Process:</a:t>
            </a:r>
            <a:r>
              <a:rPr b="0" lang="en-US" sz="1800" spc="-1" strike="noStrike">
                <a:solidFill>
                  <a:schemeClr val="dk1"/>
                </a:solidFill>
                <a:latin typeface="Arial"/>
              </a:rPr>
              <a:t> Boosting assumes that focusing on misclassified examples will improve performance over multiple iterations.</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Feature Independence:</a:t>
            </a:r>
            <a:r>
              <a:rPr b="0" lang="en-US" sz="1800" spc="-1" strike="noStrike">
                <a:solidFill>
                  <a:schemeClr val="dk1"/>
                </a:solidFill>
                <a:latin typeface="Arial"/>
              </a:rPr>
              <a:t> Like many algorithms, it assumes that features are independent (though AdaBoost can still work well with correlated features).</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336960" y="369360"/>
            <a:ext cx="11517480" cy="1157400"/>
          </a:xfrm>
          <a:prstGeom prst="rect">
            <a:avLst/>
          </a:prstGeom>
          <a:noFill/>
          <a:ln w="0">
            <a:noFill/>
          </a:ln>
        </p:spPr>
        <p:txBody>
          <a:bodyPr lIns="0" rIns="0" tIns="12600" bIns="0" anchor="t">
            <a:noAutofit/>
          </a:bodyPr>
          <a:p>
            <a:pPr marL="229320" indent="0">
              <a:lnSpc>
                <a:spcPct val="100000"/>
              </a:lnSpc>
              <a:spcBef>
                <a:spcPts val="99"/>
              </a:spcBef>
              <a:buNone/>
              <a:tabLst>
                <a:tab algn="l" pos="0"/>
              </a:tabLst>
            </a:pPr>
            <a:r>
              <a:rPr b="1" lang="en-GB" sz="1800" spc="-1" strike="noStrike">
                <a:solidFill>
                  <a:schemeClr val="dk1"/>
                </a:solidFill>
                <a:latin typeface="Calibri"/>
              </a:rPr>
              <a:t>LINEAR</a:t>
            </a:r>
            <a:r>
              <a:rPr b="1" lang="en-GB" sz="1800" spc="-52" strike="noStrike">
                <a:solidFill>
                  <a:schemeClr val="dk1"/>
                </a:solidFill>
                <a:latin typeface="Calibri"/>
              </a:rPr>
              <a:t> </a:t>
            </a:r>
            <a:r>
              <a:rPr b="1" lang="en-GB" sz="1800" spc="-12" strike="noStrike">
                <a:solidFill>
                  <a:schemeClr val="dk1"/>
                </a:solidFill>
                <a:latin typeface="Calibri"/>
              </a:rPr>
              <a:t>REGRESSION</a:t>
            </a:r>
            <a:endParaRPr b="0" lang="en-GB" sz="1800" spc="-1" strike="noStrike">
              <a:solidFill>
                <a:srgbClr val="000000"/>
              </a:solidFill>
              <a:latin typeface="Arial"/>
            </a:endParaRPr>
          </a:p>
        </p:txBody>
      </p:sp>
      <p:sp>
        <p:nvSpPr>
          <p:cNvPr id="128" name="object 3"/>
          <p:cNvSpPr/>
          <p:nvPr/>
        </p:nvSpPr>
        <p:spPr>
          <a:xfrm>
            <a:off x="553680" y="926280"/>
            <a:ext cx="4245480" cy="440136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404040"/>
                </a:solidFill>
                <a:latin typeface="Tahoma"/>
              </a:rPr>
              <a:t>Linear</a:t>
            </a:r>
            <a:r>
              <a:rPr b="0" lang="en-GB" sz="1800" spc="-182" strike="noStrike">
                <a:solidFill>
                  <a:srgbClr val="404040"/>
                </a:solidFill>
                <a:latin typeface="Tahoma"/>
              </a:rPr>
              <a:t> </a:t>
            </a:r>
            <a:r>
              <a:rPr b="0" lang="en-GB" sz="1800" spc="-1" strike="noStrike">
                <a:solidFill>
                  <a:srgbClr val="404040"/>
                </a:solidFill>
                <a:latin typeface="Tahoma"/>
              </a:rPr>
              <a:t>Regression</a:t>
            </a:r>
            <a:r>
              <a:rPr b="0" lang="en-GB" sz="1800" spc="-177" strike="noStrike">
                <a:solidFill>
                  <a:srgbClr val="404040"/>
                </a:solidFill>
                <a:latin typeface="Tahoma"/>
              </a:rPr>
              <a:t> </a:t>
            </a:r>
            <a:r>
              <a:rPr b="0" lang="en-GB" sz="1800" spc="-1" strike="noStrike">
                <a:solidFill>
                  <a:srgbClr val="404040"/>
                </a:solidFill>
                <a:latin typeface="Tahoma"/>
              </a:rPr>
              <a:t>is</a:t>
            </a:r>
            <a:r>
              <a:rPr b="0" lang="en-GB" sz="1800" spc="-182" strike="noStrike">
                <a:solidFill>
                  <a:srgbClr val="404040"/>
                </a:solidFill>
                <a:latin typeface="Tahoma"/>
              </a:rPr>
              <a:t> </a:t>
            </a:r>
            <a:r>
              <a:rPr b="0" lang="en-GB" sz="1800" spc="-46" strike="noStrike">
                <a:solidFill>
                  <a:srgbClr val="404040"/>
                </a:solidFill>
                <a:latin typeface="Tahoma"/>
              </a:rPr>
              <a:t>a</a:t>
            </a:r>
            <a:r>
              <a:rPr b="0" lang="en-GB" sz="1800" spc="-177" strike="noStrike">
                <a:solidFill>
                  <a:srgbClr val="404040"/>
                </a:solidFill>
                <a:latin typeface="Tahoma"/>
              </a:rPr>
              <a:t> </a:t>
            </a:r>
            <a:r>
              <a:rPr b="0" lang="en-GB" sz="1800" spc="-1" strike="noStrike">
                <a:solidFill>
                  <a:srgbClr val="404040"/>
                </a:solidFill>
                <a:latin typeface="Tahoma"/>
              </a:rPr>
              <a:t>supervised</a:t>
            </a:r>
            <a:r>
              <a:rPr b="0" lang="en-GB" sz="1800" spc="-182" strike="noStrike">
                <a:solidFill>
                  <a:srgbClr val="404040"/>
                </a:solidFill>
                <a:latin typeface="Tahoma"/>
              </a:rPr>
              <a:t> </a:t>
            </a:r>
            <a:r>
              <a:rPr b="0" lang="en-GB" sz="1800" spc="-12" strike="noStrike">
                <a:solidFill>
                  <a:srgbClr val="404040"/>
                </a:solidFill>
                <a:latin typeface="Tahoma"/>
              </a:rPr>
              <a:t>machine </a:t>
            </a:r>
            <a:r>
              <a:rPr b="0" lang="en-GB" sz="1800" spc="-1" strike="noStrike">
                <a:solidFill>
                  <a:srgbClr val="404040"/>
                </a:solidFill>
                <a:latin typeface="Tahoma"/>
              </a:rPr>
              <a:t>learning</a:t>
            </a:r>
            <a:r>
              <a:rPr b="0" lang="en-GB" sz="1800" spc="-165" strike="noStrike">
                <a:solidFill>
                  <a:srgbClr val="404040"/>
                </a:solidFill>
                <a:latin typeface="Tahoma"/>
              </a:rPr>
              <a:t> </a:t>
            </a:r>
            <a:r>
              <a:rPr b="0" lang="en-GB" sz="1800" spc="-1" strike="noStrike">
                <a:solidFill>
                  <a:srgbClr val="404040"/>
                </a:solidFill>
                <a:latin typeface="Tahoma"/>
              </a:rPr>
              <a:t>algorithm</a:t>
            </a:r>
            <a:r>
              <a:rPr b="0" lang="en-GB" sz="1800" spc="-165" strike="noStrike">
                <a:solidFill>
                  <a:srgbClr val="404040"/>
                </a:solidFill>
                <a:latin typeface="Tahoma"/>
              </a:rPr>
              <a:t> </a:t>
            </a:r>
            <a:r>
              <a:rPr b="0" lang="en-GB" sz="1800" spc="-1" strike="noStrike">
                <a:solidFill>
                  <a:srgbClr val="404040"/>
                </a:solidFill>
                <a:latin typeface="Tahoma"/>
              </a:rPr>
              <a:t>where</a:t>
            </a:r>
            <a:r>
              <a:rPr b="0" lang="en-GB" sz="1800" spc="-165" strike="noStrike">
                <a:solidFill>
                  <a:srgbClr val="404040"/>
                </a:solidFill>
                <a:latin typeface="Tahoma"/>
              </a:rPr>
              <a:t> </a:t>
            </a:r>
            <a:r>
              <a:rPr b="0" lang="en-GB" sz="1800" spc="-1" strike="noStrike">
                <a:solidFill>
                  <a:srgbClr val="404040"/>
                </a:solidFill>
                <a:latin typeface="Tahoma"/>
              </a:rPr>
              <a:t>the</a:t>
            </a:r>
            <a:r>
              <a:rPr b="0" lang="en-GB" sz="1800" spc="-165" strike="noStrike">
                <a:solidFill>
                  <a:srgbClr val="404040"/>
                </a:solidFill>
                <a:latin typeface="Tahoma"/>
              </a:rPr>
              <a:t> </a:t>
            </a:r>
            <a:r>
              <a:rPr b="0" lang="en-GB" sz="1800" spc="-12" strike="noStrike">
                <a:solidFill>
                  <a:srgbClr val="404040"/>
                </a:solidFill>
                <a:latin typeface="Tahoma"/>
              </a:rPr>
              <a:t>predicted </a:t>
            </a:r>
            <a:r>
              <a:rPr b="0" lang="en-GB" sz="1800" spc="-1" strike="noStrike">
                <a:solidFill>
                  <a:srgbClr val="404040"/>
                </a:solidFill>
                <a:latin typeface="Tahoma"/>
              </a:rPr>
              <a:t>output</a:t>
            </a:r>
            <a:r>
              <a:rPr b="0" lang="en-GB" sz="1800" spc="-171" strike="noStrike">
                <a:solidFill>
                  <a:srgbClr val="404040"/>
                </a:solidFill>
                <a:latin typeface="Tahoma"/>
              </a:rPr>
              <a:t> </a:t>
            </a:r>
            <a:r>
              <a:rPr b="0" lang="en-GB" sz="1800" spc="-1" strike="noStrike">
                <a:solidFill>
                  <a:srgbClr val="404040"/>
                </a:solidFill>
                <a:latin typeface="Tahoma"/>
              </a:rPr>
              <a:t>is</a:t>
            </a:r>
            <a:r>
              <a:rPr b="0" lang="en-GB" sz="1800" spc="-171" strike="noStrike">
                <a:solidFill>
                  <a:srgbClr val="404040"/>
                </a:solidFill>
                <a:latin typeface="Tahoma"/>
              </a:rPr>
              <a:t> </a:t>
            </a:r>
            <a:r>
              <a:rPr b="0" lang="en-GB" sz="1800" spc="-1" strike="noStrike">
                <a:solidFill>
                  <a:srgbClr val="404040"/>
                </a:solidFill>
                <a:latin typeface="Tahoma"/>
              </a:rPr>
              <a:t>continuous</a:t>
            </a:r>
            <a:r>
              <a:rPr b="0" lang="en-GB" sz="1800" spc="-165" strike="noStrike">
                <a:solidFill>
                  <a:srgbClr val="404040"/>
                </a:solidFill>
                <a:latin typeface="Tahoma"/>
              </a:rPr>
              <a:t> </a:t>
            </a:r>
            <a:r>
              <a:rPr b="0" lang="en-GB" sz="1800" spc="-26" strike="noStrike">
                <a:solidFill>
                  <a:srgbClr val="404040"/>
                </a:solidFill>
                <a:latin typeface="Tahoma"/>
              </a:rPr>
              <a:t>and</a:t>
            </a:r>
            <a:r>
              <a:rPr b="0" lang="en-GB" sz="1800" spc="-171" strike="noStrike">
                <a:solidFill>
                  <a:srgbClr val="404040"/>
                </a:solidFill>
                <a:latin typeface="Tahoma"/>
              </a:rPr>
              <a:t> </a:t>
            </a:r>
            <a:r>
              <a:rPr b="0" lang="en-GB" sz="1800" spc="-35" strike="noStrike">
                <a:solidFill>
                  <a:srgbClr val="404040"/>
                </a:solidFill>
                <a:latin typeface="Tahoma"/>
              </a:rPr>
              <a:t>has</a:t>
            </a:r>
            <a:r>
              <a:rPr b="0" lang="en-GB" sz="1800" spc="-171" strike="noStrike">
                <a:solidFill>
                  <a:srgbClr val="404040"/>
                </a:solidFill>
                <a:latin typeface="Tahoma"/>
              </a:rPr>
              <a:t> </a:t>
            </a:r>
            <a:r>
              <a:rPr b="0" lang="en-GB" sz="1800" spc="-46" strike="noStrike">
                <a:solidFill>
                  <a:srgbClr val="404040"/>
                </a:solidFill>
                <a:latin typeface="Tahoma"/>
              </a:rPr>
              <a:t>a</a:t>
            </a:r>
            <a:r>
              <a:rPr b="0" lang="en-GB" sz="1800" spc="-165" strike="noStrike">
                <a:solidFill>
                  <a:srgbClr val="404040"/>
                </a:solidFill>
                <a:latin typeface="Tahoma"/>
              </a:rPr>
              <a:t> </a:t>
            </a:r>
            <a:r>
              <a:rPr b="0" lang="en-GB" sz="1800" spc="-12" strike="noStrike">
                <a:solidFill>
                  <a:srgbClr val="404040"/>
                </a:solidFill>
                <a:latin typeface="Tahoma"/>
              </a:rPr>
              <a:t>constant </a:t>
            </a:r>
            <a:r>
              <a:rPr b="0" lang="en-GB" sz="1800" spc="-32" strike="noStrike">
                <a:solidFill>
                  <a:srgbClr val="404040"/>
                </a:solidFill>
                <a:latin typeface="Tahoma"/>
              </a:rPr>
              <a:t>slope.</a:t>
            </a:r>
            <a:r>
              <a:rPr b="0" lang="en-GB" sz="1800" spc="-151" strike="noStrike">
                <a:solidFill>
                  <a:srgbClr val="404040"/>
                </a:solidFill>
                <a:latin typeface="Tahoma"/>
              </a:rPr>
              <a:t> </a:t>
            </a:r>
            <a:r>
              <a:rPr b="0" lang="en-GB" sz="1800" spc="-26" strike="noStrike">
                <a:solidFill>
                  <a:srgbClr val="404040"/>
                </a:solidFill>
                <a:latin typeface="Tahoma"/>
              </a:rPr>
              <a:t>It’s</a:t>
            </a:r>
            <a:r>
              <a:rPr b="0" lang="en-GB" sz="1800" spc="-145" strike="noStrike">
                <a:solidFill>
                  <a:srgbClr val="404040"/>
                </a:solidFill>
                <a:latin typeface="Tahoma"/>
              </a:rPr>
              <a:t> </a:t>
            </a:r>
            <a:r>
              <a:rPr b="0" lang="en-GB" sz="1800" spc="-12" strike="noStrike">
                <a:solidFill>
                  <a:srgbClr val="404040"/>
                </a:solidFill>
                <a:latin typeface="Tahoma"/>
              </a:rPr>
              <a:t>used</a:t>
            </a:r>
            <a:r>
              <a:rPr b="0" lang="en-GB" sz="1800" spc="-145" strike="noStrike">
                <a:solidFill>
                  <a:srgbClr val="404040"/>
                </a:solidFill>
                <a:latin typeface="Tahoma"/>
              </a:rPr>
              <a:t> </a:t>
            </a:r>
            <a:r>
              <a:rPr b="0" lang="en-GB" sz="1800" spc="-1" strike="noStrike">
                <a:solidFill>
                  <a:srgbClr val="404040"/>
                </a:solidFill>
                <a:latin typeface="Tahoma"/>
              </a:rPr>
              <a:t>to</a:t>
            </a:r>
            <a:r>
              <a:rPr b="0" lang="en-GB" sz="1800" spc="-145" strike="noStrike">
                <a:solidFill>
                  <a:srgbClr val="404040"/>
                </a:solidFill>
                <a:latin typeface="Tahoma"/>
              </a:rPr>
              <a:t> </a:t>
            </a:r>
            <a:r>
              <a:rPr b="0" lang="en-GB" sz="1800" spc="-1" strike="noStrike">
                <a:solidFill>
                  <a:srgbClr val="404040"/>
                </a:solidFill>
                <a:latin typeface="Tahoma"/>
              </a:rPr>
              <a:t>predict</a:t>
            </a:r>
            <a:r>
              <a:rPr b="0" lang="en-GB" sz="1800" spc="-151" strike="noStrike">
                <a:solidFill>
                  <a:srgbClr val="404040"/>
                </a:solidFill>
                <a:latin typeface="Tahoma"/>
              </a:rPr>
              <a:t> </a:t>
            </a:r>
            <a:r>
              <a:rPr b="0" lang="en-GB" sz="1800" spc="-1" strike="noStrike">
                <a:solidFill>
                  <a:srgbClr val="404040"/>
                </a:solidFill>
                <a:latin typeface="Tahoma"/>
              </a:rPr>
              <a:t>values</a:t>
            </a:r>
            <a:r>
              <a:rPr b="0" lang="en-GB" sz="1800" spc="-145" strike="noStrike">
                <a:solidFill>
                  <a:srgbClr val="404040"/>
                </a:solidFill>
                <a:latin typeface="Tahoma"/>
              </a:rPr>
              <a:t> </a:t>
            </a:r>
            <a:r>
              <a:rPr b="0" lang="en-GB" sz="1800" spc="-1" strike="noStrike">
                <a:solidFill>
                  <a:srgbClr val="404040"/>
                </a:solidFill>
                <a:latin typeface="Tahoma"/>
              </a:rPr>
              <a:t>within</a:t>
            </a:r>
            <a:r>
              <a:rPr b="0" lang="en-GB" sz="1800" spc="-145" strike="noStrike">
                <a:solidFill>
                  <a:srgbClr val="404040"/>
                </a:solidFill>
                <a:latin typeface="Tahoma"/>
              </a:rPr>
              <a:t> </a:t>
            </a:r>
            <a:r>
              <a:rPr b="0" lang="en-GB" sz="1800" spc="-52" strike="noStrike">
                <a:solidFill>
                  <a:srgbClr val="404040"/>
                </a:solidFill>
                <a:latin typeface="Tahoma"/>
              </a:rPr>
              <a:t>a </a:t>
            </a:r>
            <a:r>
              <a:rPr b="0" lang="en-GB" sz="1800" spc="-1" strike="noStrike">
                <a:solidFill>
                  <a:srgbClr val="404040"/>
                </a:solidFill>
                <a:latin typeface="Tahoma"/>
              </a:rPr>
              <a:t>continuous</a:t>
            </a:r>
            <a:r>
              <a:rPr b="0" lang="en-GB" sz="1800" spc="-165" strike="noStrike">
                <a:solidFill>
                  <a:srgbClr val="404040"/>
                </a:solidFill>
                <a:latin typeface="Tahoma"/>
              </a:rPr>
              <a:t> </a:t>
            </a:r>
            <a:r>
              <a:rPr b="0" lang="en-GB" sz="1800" spc="-55" strike="noStrike">
                <a:solidFill>
                  <a:srgbClr val="404040"/>
                </a:solidFill>
                <a:latin typeface="Tahoma"/>
              </a:rPr>
              <a:t>range,</a:t>
            </a:r>
            <a:r>
              <a:rPr b="0" lang="en-GB" sz="1800" spc="-165" strike="noStrike">
                <a:solidFill>
                  <a:srgbClr val="404040"/>
                </a:solidFill>
                <a:latin typeface="Tahoma"/>
              </a:rPr>
              <a:t> </a:t>
            </a:r>
            <a:r>
              <a:rPr b="0" lang="en-GB" sz="1800" spc="-131" strike="noStrike">
                <a:solidFill>
                  <a:srgbClr val="404040"/>
                </a:solidFill>
                <a:latin typeface="Tahoma"/>
              </a:rPr>
              <a:t>(e.g.</a:t>
            </a:r>
            <a:r>
              <a:rPr b="0" lang="en-GB" sz="1800" spc="-160" strike="noStrike">
                <a:solidFill>
                  <a:srgbClr val="404040"/>
                </a:solidFill>
                <a:latin typeface="Tahoma"/>
              </a:rPr>
              <a:t> </a:t>
            </a:r>
            <a:r>
              <a:rPr b="0" lang="en-GB" sz="1800" spc="-46" strike="noStrike">
                <a:solidFill>
                  <a:srgbClr val="404040"/>
                </a:solidFill>
                <a:latin typeface="Tahoma"/>
              </a:rPr>
              <a:t>sales,</a:t>
            </a:r>
            <a:r>
              <a:rPr b="0" lang="en-GB" sz="1800" spc="-165" strike="noStrike">
                <a:solidFill>
                  <a:srgbClr val="404040"/>
                </a:solidFill>
                <a:latin typeface="Tahoma"/>
              </a:rPr>
              <a:t> </a:t>
            </a:r>
            <a:r>
              <a:rPr b="0" lang="en-GB" sz="1800" spc="-21" strike="noStrike">
                <a:solidFill>
                  <a:srgbClr val="404040"/>
                </a:solidFill>
                <a:latin typeface="Tahoma"/>
              </a:rPr>
              <a:t>price)</a:t>
            </a:r>
            <a:r>
              <a:rPr b="0" lang="en-GB" sz="1800" spc="-165" strike="noStrike">
                <a:solidFill>
                  <a:srgbClr val="404040"/>
                </a:solidFill>
                <a:latin typeface="Tahoma"/>
              </a:rPr>
              <a:t> </a:t>
            </a:r>
            <a:r>
              <a:rPr b="0" lang="en-GB" sz="1800" spc="-12" strike="noStrike">
                <a:solidFill>
                  <a:srgbClr val="404040"/>
                </a:solidFill>
                <a:latin typeface="Tahoma"/>
              </a:rPr>
              <a:t>rather </a:t>
            </a:r>
            <a:r>
              <a:rPr b="0" lang="en-GB" sz="1800" spc="-1" strike="noStrike">
                <a:solidFill>
                  <a:srgbClr val="404040"/>
                </a:solidFill>
                <a:latin typeface="Tahoma"/>
              </a:rPr>
              <a:t>than</a:t>
            </a:r>
            <a:r>
              <a:rPr b="0" lang="en-GB" sz="1800" spc="-151" strike="noStrike">
                <a:solidFill>
                  <a:srgbClr val="404040"/>
                </a:solidFill>
                <a:latin typeface="Tahoma"/>
              </a:rPr>
              <a:t> </a:t>
            </a:r>
            <a:r>
              <a:rPr b="0" lang="en-GB" sz="1800" spc="-1" strike="noStrike">
                <a:solidFill>
                  <a:srgbClr val="404040"/>
                </a:solidFill>
                <a:latin typeface="Tahoma"/>
              </a:rPr>
              <a:t>trying</a:t>
            </a:r>
            <a:r>
              <a:rPr b="0" lang="en-GB" sz="1800" spc="-145" strike="noStrike">
                <a:solidFill>
                  <a:srgbClr val="404040"/>
                </a:solidFill>
                <a:latin typeface="Tahoma"/>
              </a:rPr>
              <a:t> </a:t>
            </a:r>
            <a:r>
              <a:rPr b="0" lang="en-GB" sz="1800" spc="-1" strike="noStrike">
                <a:solidFill>
                  <a:srgbClr val="404040"/>
                </a:solidFill>
                <a:latin typeface="Tahoma"/>
              </a:rPr>
              <a:t>to</a:t>
            </a:r>
            <a:r>
              <a:rPr b="0" lang="en-GB" sz="1800" spc="-145" strike="noStrike">
                <a:solidFill>
                  <a:srgbClr val="404040"/>
                </a:solidFill>
                <a:latin typeface="Tahoma"/>
              </a:rPr>
              <a:t> </a:t>
            </a:r>
            <a:r>
              <a:rPr b="0" lang="en-GB" sz="1800" spc="-1" strike="noStrike">
                <a:solidFill>
                  <a:srgbClr val="404040"/>
                </a:solidFill>
                <a:latin typeface="Tahoma"/>
              </a:rPr>
              <a:t>classify</a:t>
            </a:r>
            <a:r>
              <a:rPr b="0" lang="en-GB" sz="1800" spc="-145" strike="noStrike">
                <a:solidFill>
                  <a:srgbClr val="404040"/>
                </a:solidFill>
                <a:latin typeface="Tahoma"/>
              </a:rPr>
              <a:t> </a:t>
            </a:r>
            <a:r>
              <a:rPr b="0" lang="en-GB" sz="1800" spc="-1" strike="noStrike">
                <a:solidFill>
                  <a:srgbClr val="404040"/>
                </a:solidFill>
                <a:latin typeface="Tahoma"/>
              </a:rPr>
              <a:t>them</a:t>
            </a:r>
            <a:r>
              <a:rPr b="0" lang="en-GB" sz="1800" spc="-151" strike="noStrike">
                <a:solidFill>
                  <a:srgbClr val="404040"/>
                </a:solidFill>
                <a:latin typeface="Tahoma"/>
              </a:rPr>
              <a:t> </a:t>
            </a:r>
            <a:r>
              <a:rPr b="0" lang="en-GB" sz="1800" spc="-1" strike="noStrike">
                <a:solidFill>
                  <a:srgbClr val="404040"/>
                </a:solidFill>
                <a:latin typeface="Tahoma"/>
              </a:rPr>
              <a:t>into</a:t>
            </a:r>
            <a:r>
              <a:rPr b="0" lang="en-GB" sz="1800" spc="-145" strike="noStrike">
                <a:solidFill>
                  <a:srgbClr val="404040"/>
                </a:solidFill>
                <a:latin typeface="Tahoma"/>
              </a:rPr>
              <a:t> </a:t>
            </a:r>
            <a:r>
              <a:rPr b="0" lang="en-GB" sz="1800" spc="-12" strike="noStrike">
                <a:solidFill>
                  <a:srgbClr val="404040"/>
                </a:solidFill>
                <a:latin typeface="Tahoma"/>
              </a:rPr>
              <a:t>categories </a:t>
            </a:r>
            <a:r>
              <a:rPr b="0" lang="en-GB" sz="1800" spc="-131" strike="noStrike">
                <a:solidFill>
                  <a:srgbClr val="404040"/>
                </a:solidFill>
                <a:latin typeface="Tahoma"/>
              </a:rPr>
              <a:t>(e.g.</a:t>
            </a:r>
            <a:r>
              <a:rPr b="0" lang="en-GB" sz="1800" spc="-182" strike="noStrike">
                <a:solidFill>
                  <a:srgbClr val="404040"/>
                </a:solidFill>
                <a:latin typeface="Tahoma"/>
              </a:rPr>
              <a:t> </a:t>
            </a:r>
            <a:r>
              <a:rPr b="0" lang="en-GB" sz="1800" spc="-46" strike="noStrike">
                <a:solidFill>
                  <a:srgbClr val="404040"/>
                </a:solidFill>
                <a:latin typeface="Tahoma"/>
              </a:rPr>
              <a:t>cat,</a:t>
            </a:r>
            <a:r>
              <a:rPr b="0" lang="en-GB" sz="1800" spc="-177" strike="noStrike">
                <a:solidFill>
                  <a:srgbClr val="404040"/>
                </a:solidFill>
                <a:latin typeface="Tahoma"/>
              </a:rPr>
              <a:t> </a:t>
            </a:r>
            <a:r>
              <a:rPr b="0" lang="en-GB" sz="1800" spc="-86" strike="noStrike">
                <a:solidFill>
                  <a:srgbClr val="404040"/>
                </a:solidFill>
                <a:latin typeface="Tahoma"/>
              </a:rPr>
              <a:t>dog).</a:t>
            </a:r>
            <a:r>
              <a:rPr b="0" lang="en-GB" sz="1800" spc="-177" strike="noStrike">
                <a:solidFill>
                  <a:srgbClr val="404040"/>
                </a:solidFill>
                <a:latin typeface="Tahoma"/>
              </a:rPr>
              <a:t> </a:t>
            </a:r>
            <a:r>
              <a:rPr b="0" lang="en-GB" sz="1800" spc="-1" strike="noStrike">
                <a:solidFill>
                  <a:srgbClr val="404040"/>
                </a:solidFill>
                <a:latin typeface="Tahoma"/>
              </a:rPr>
              <a:t>There</a:t>
            </a:r>
            <a:r>
              <a:rPr b="0" lang="en-GB" sz="1800" spc="-177" strike="noStrike">
                <a:solidFill>
                  <a:srgbClr val="404040"/>
                </a:solidFill>
                <a:latin typeface="Tahoma"/>
              </a:rPr>
              <a:t> </a:t>
            </a:r>
            <a:r>
              <a:rPr b="0" lang="en-GB" sz="1800" spc="-1" strike="noStrike">
                <a:solidFill>
                  <a:srgbClr val="404040"/>
                </a:solidFill>
                <a:latin typeface="Tahoma"/>
              </a:rPr>
              <a:t>are</a:t>
            </a:r>
            <a:r>
              <a:rPr b="0" lang="en-GB" sz="1800" spc="-177" strike="noStrike">
                <a:solidFill>
                  <a:srgbClr val="404040"/>
                </a:solidFill>
                <a:latin typeface="Tahoma"/>
              </a:rPr>
              <a:t> </a:t>
            </a:r>
            <a:r>
              <a:rPr b="0" lang="en-GB" sz="1800" spc="-1" strike="noStrike">
                <a:solidFill>
                  <a:srgbClr val="404040"/>
                </a:solidFill>
                <a:latin typeface="Tahoma"/>
              </a:rPr>
              <a:t>basically</a:t>
            </a:r>
            <a:r>
              <a:rPr b="0" lang="en-GB" sz="1800" spc="-182" strike="noStrike">
                <a:solidFill>
                  <a:srgbClr val="404040"/>
                </a:solidFill>
                <a:latin typeface="Tahoma"/>
              </a:rPr>
              <a:t> </a:t>
            </a:r>
            <a:r>
              <a:rPr b="0" lang="en-GB" sz="1800" spc="-1" strike="noStrike">
                <a:solidFill>
                  <a:srgbClr val="404040"/>
                </a:solidFill>
                <a:latin typeface="Tahoma"/>
              </a:rPr>
              <a:t>2</a:t>
            </a:r>
            <a:r>
              <a:rPr b="0" lang="en-GB" sz="1800" spc="-177" strike="noStrike">
                <a:solidFill>
                  <a:srgbClr val="404040"/>
                </a:solidFill>
                <a:latin typeface="Tahoma"/>
              </a:rPr>
              <a:t> </a:t>
            </a:r>
            <a:r>
              <a:rPr b="0" lang="en-GB" sz="1800" spc="-12" strike="noStrike">
                <a:solidFill>
                  <a:srgbClr val="404040"/>
                </a:solidFill>
                <a:latin typeface="Tahoma"/>
              </a:rPr>
              <a:t>types</a:t>
            </a:r>
            <a:r>
              <a:rPr b="0" lang="en-GB" sz="1800" spc="494" strike="noStrike">
                <a:solidFill>
                  <a:srgbClr val="404040"/>
                </a:solidFill>
                <a:latin typeface="Tahoma"/>
              </a:rPr>
              <a:t> </a:t>
            </a:r>
            <a:r>
              <a:rPr b="0" lang="en-GB" sz="1800" spc="-1" strike="noStrike">
                <a:solidFill>
                  <a:srgbClr val="404040"/>
                </a:solidFill>
                <a:latin typeface="Tahoma"/>
              </a:rPr>
              <a:t>of</a:t>
            </a:r>
            <a:r>
              <a:rPr b="0" lang="en-GB" sz="1800" spc="-157" strike="noStrike">
                <a:solidFill>
                  <a:srgbClr val="404040"/>
                </a:solidFill>
                <a:latin typeface="Tahoma"/>
              </a:rPr>
              <a:t> </a:t>
            </a:r>
            <a:r>
              <a:rPr b="0" lang="en-GB" sz="1800" spc="-1" strike="noStrike">
                <a:solidFill>
                  <a:srgbClr val="404040"/>
                </a:solidFill>
                <a:latin typeface="Tahoma"/>
              </a:rPr>
              <a:t>linear</a:t>
            </a:r>
            <a:r>
              <a:rPr b="0" lang="en-GB" sz="1800" spc="-157" strike="noStrike">
                <a:solidFill>
                  <a:srgbClr val="404040"/>
                </a:solidFill>
                <a:latin typeface="Tahoma"/>
              </a:rPr>
              <a:t> </a:t>
            </a:r>
            <a:r>
              <a:rPr b="0" lang="en-GB" sz="1800" spc="-12" strike="noStrike">
                <a:solidFill>
                  <a:srgbClr val="404040"/>
                </a:solidFill>
                <a:latin typeface="Tahoma"/>
              </a:rPr>
              <a:t>regression:</a:t>
            </a:r>
            <a:endParaRPr b="0" lang="en-GB" sz="1800" spc="-1" strike="noStrike">
              <a:solidFill>
                <a:srgbClr val="000000"/>
              </a:solidFill>
              <a:latin typeface="Arial"/>
            </a:endParaRPr>
          </a:p>
          <a:p>
            <a:pPr marL="298440" indent="-252000">
              <a:lnSpc>
                <a:spcPct val="100000"/>
              </a:lnSpc>
              <a:buClr>
                <a:srgbClr val="404040"/>
              </a:buClr>
              <a:buFont typeface="Arial"/>
              <a:buChar char="•"/>
              <a:tabLst>
                <a:tab algn="l" pos="298440"/>
              </a:tabLst>
            </a:pPr>
            <a:r>
              <a:rPr b="1" lang="en-GB" sz="1800" spc="-137" strike="noStrike">
                <a:solidFill>
                  <a:srgbClr val="404040"/>
                </a:solidFill>
                <a:latin typeface="Tahoma"/>
              </a:rPr>
              <a:t>Simple</a:t>
            </a:r>
            <a:r>
              <a:rPr b="1" lang="en-GB" sz="1800" spc="-157" strike="noStrike">
                <a:solidFill>
                  <a:srgbClr val="404040"/>
                </a:solidFill>
                <a:latin typeface="Tahoma"/>
              </a:rPr>
              <a:t> </a:t>
            </a:r>
            <a:r>
              <a:rPr b="1" lang="en-GB" sz="1800" spc="-92" strike="noStrike">
                <a:solidFill>
                  <a:srgbClr val="404040"/>
                </a:solidFill>
                <a:latin typeface="Tahoma"/>
              </a:rPr>
              <a:t>linear</a:t>
            </a:r>
            <a:r>
              <a:rPr b="1" lang="en-GB" sz="1800" spc="-151" strike="noStrike">
                <a:solidFill>
                  <a:srgbClr val="404040"/>
                </a:solidFill>
                <a:latin typeface="Tahoma"/>
              </a:rPr>
              <a:t> </a:t>
            </a:r>
            <a:r>
              <a:rPr b="1" lang="en-GB" sz="1800" spc="-126" strike="noStrike">
                <a:solidFill>
                  <a:srgbClr val="404040"/>
                </a:solidFill>
                <a:latin typeface="Tahoma"/>
              </a:rPr>
              <a:t>regression:</a:t>
            </a:r>
            <a:r>
              <a:rPr b="1" lang="en-GB" sz="1800" spc="-131" strike="noStrike">
                <a:solidFill>
                  <a:srgbClr val="404040"/>
                </a:solidFill>
                <a:latin typeface="Tahoma"/>
              </a:rPr>
              <a:t> </a:t>
            </a:r>
            <a:r>
              <a:rPr b="0" lang="en-GB" sz="1800" spc="-21" strike="noStrike">
                <a:solidFill>
                  <a:srgbClr val="404040"/>
                </a:solidFill>
                <a:latin typeface="Tahoma"/>
              </a:rPr>
              <a:t>uses </a:t>
            </a:r>
            <a:r>
              <a:rPr b="0" lang="en-GB" sz="1800" spc="-1" strike="noStrike">
                <a:solidFill>
                  <a:srgbClr val="404040"/>
                </a:solidFill>
                <a:latin typeface="Tahoma"/>
              </a:rPr>
              <a:t>traditional</a:t>
            </a:r>
            <a:r>
              <a:rPr b="0" lang="en-GB" sz="1800" spc="-52" strike="noStrike">
                <a:solidFill>
                  <a:srgbClr val="404040"/>
                </a:solidFill>
                <a:latin typeface="Tahoma"/>
              </a:rPr>
              <a:t> </a:t>
            </a:r>
            <a:r>
              <a:rPr b="0" lang="en-GB" sz="1800" spc="-1" strike="noStrike">
                <a:solidFill>
                  <a:srgbClr val="404040"/>
                </a:solidFill>
                <a:latin typeface="Tahoma"/>
              </a:rPr>
              <a:t>slope-intercept</a:t>
            </a:r>
            <a:r>
              <a:rPr b="0" lang="en-GB" sz="1800" spc="-52" strike="noStrike">
                <a:solidFill>
                  <a:srgbClr val="404040"/>
                </a:solidFill>
                <a:latin typeface="Tahoma"/>
              </a:rPr>
              <a:t> </a:t>
            </a:r>
            <a:r>
              <a:rPr b="0" lang="en-GB" sz="1800" spc="-26" strike="noStrike">
                <a:solidFill>
                  <a:srgbClr val="404040"/>
                </a:solidFill>
                <a:latin typeface="Tahoma"/>
              </a:rPr>
              <a:t>form,</a:t>
            </a:r>
            <a:r>
              <a:rPr b="0" lang="en-GB" sz="1800" spc="-52" strike="noStrike">
                <a:solidFill>
                  <a:srgbClr val="404040"/>
                </a:solidFill>
                <a:latin typeface="Tahoma"/>
              </a:rPr>
              <a:t> </a:t>
            </a:r>
            <a:r>
              <a:rPr b="0" lang="en-GB" sz="1800" spc="-21" strike="noStrike">
                <a:solidFill>
                  <a:srgbClr val="404040"/>
                </a:solidFill>
                <a:latin typeface="Tahoma"/>
              </a:rPr>
              <a:t>where </a:t>
            </a:r>
            <a:r>
              <a:rPr b="0" lang="en-GB" sz="1800" spc="191" strike="noStrike">
                <a:solidFill>
                  <a:srgbClr val="404040"/>
                </a:solidFill>
                <a:latin typeface="Tahoma"/>
              </a:rPr>
              <a:t>W</a:t>
            </a:r>
            <a:r>
              <a:rPr b="0" lang="en-GB" sz="1800" spc="-191" strike="noStrike">
                <a:solidFill>
                  <a:srgbClr val="404040"/>
                </a:solidFill>
                <a:latin typeface="Tahoma"/>
              </a:rPr>
              <a:t> </a:t>
            </a:r>
            <a:r>
              <a:rPr b="0" lang="en-GB" sz="1800" spc="-26" strike="noStrike">
                <a:solidFill>
                  <a:srgbClr val="404040"/>
                </a:solidFill>
                <a:latin typeface="Tahoma"/>
              </a:rPr>
              <a:t>and</a:t>
            </a:r>
            <a:r>
              <a:rPr b="0" lang="en-GB" sz="1800" spc="-185" strike="noStrike">
                <a:solidFill>
                  <a:srgbClr val="404040"/>
                </a:solidFill>
                <a:latin typeface="Tahoma"/>
              </a:rPr>
              <a:t> </a:t>
            </a:r>
            <a:r>
              <a:rPr b="0" lang="en-GB" sz="1800" spc="-1" strike="noStrike">
                <a:solidFill>
                  <a:srgbClr val="404040"/>
                </a:solidFill>
                <a:latin typeface="Tahoma"/>
              </a:rPr>
              <a:t>b</a:t>
            </a:r>
            <a:r>
              <a:rPr b="0" lang="en-GB" sz="1800" spc="-185" strike="noStrike">
                <a:solidFill>
                  <a:srgbClr val="404040"/>
                </a:solidFill>
                <a:latin typeface="Tahoma"/>
              </a:rPr>
              <a:t> </a:t>
            </a:r>
            <a:r>
              <a:rPr b="0" lang="en-GB" sz="1800" spc="-1" strike="noStrike">
                <a:solidFill>
                  <a:srgbClr val="404040"/>
                </a:solidFill>
                <a:latin typeface="Tahoma"/>
              </a:rPr>
              <a:t>are</a:t>
            </a:r>
            <a:r>
              <a:rPr b="0" lang="en-GB" sz="1800" spc="-185" strike="noStrike">
                <a:solidFill>
                  <a:srgbClr val="404040"/>
                </a:solidFill>
                <a:latin typeface="Tahoma"/>
              </a:rPr>
              <a:t> </a:t>
            </a:r>
            <a:r>
              <a:rPr b="0" lang="en-GB" sz="1800" spc="-1" strike="noStrike">
                <a:solidFill>
                  <a:srgbClr val="404040"/>
                </a:solidFill>
                <a:latin typeface="Tahoma"/>
              </a:rPr>
              <a:t>the</a:t>
            </a:r>
            <a:r>
              <a:rPr b="0" lang="en-GB" sz="1800" spc="-185" strike="noStrike">
                <a:solidFill>
                  <a:srgbClr val="404040"/>
                </a:solidFill>
                <a:latin typeface="Tahoma"/>
              </a:rPr>
              <a:t> </a:t>
            </a:r>
            <a:r>
              <a:rPr b="0" lang="en-GB" sz="1800" spc="-1" strike="noStrike">
                <a:solidFill>
                  <a:srgbClr val="404040"/>
                </a:solidFill>
                <a:latin typeface="Tahoma"/>
              </a:rPr>
              <a:t>variables</a:t>
            </a:r>
            <a:r>
              <a:rPr b="0" lang="en-GB" sz="1800" spc="-185" strike="noStrike">
                <a:solidFill>
                  <a:srgbClr val="404040"/>
                </a:solidFill>
                <a:latin typeface="Tahoma"/>
              </a:rPr>
              <a:t> </a:t>
            </a:r>
            <a:r>
              <a:rPr b="0" lang="en-GB" sz="1800" spc="-1" strike="noStrike">
                <a:solidFill>
                  <a:srgbClr val="404040"/>
                </a:solidFill>
                <a:latin typeface="Tahoma"/>
              </a:rPr>
              <a:t>our</a:t>
            </a:r>
            <a:r>
              <a:rPr b="0" lang="en-GB" sz="1800" spc="-185" strike="noStrike">
                <a:solidFill>
                  <a:srgbClr val="404040"/>
                </a:solidFill>
                <a:latin typeface="Tahoma"/>
              </a:rPr>
              <a:t> </a:t>
            </a:r>
            <a:r>
              <a:rPr b="0" lang="en-GB" sz="1800" spc="-12" strike="noStrike">
                <a:solidFill>
                  <a:srgbClr val="404040"/>
                </a:solidFill>
                <a:latin typeface="Tahoma"/>
              </a:rPr>
              <a:t>algorithm </a:t>
            </a:r>
            <a:r>
              <a:rPr b="0" lang="en-GB" sz="1800" spc="-1" strike="noStrike">
                <a:solidFill>
                  <a:srgbClr val="404040"/>
                </a:solidFill>
                <a:latin typeface="Tahoma"/>
              </a:rPr>
              <a:t>will</a:t>
            </a:r>
            <a:r>
              <a:rPr b="0" lang="en-GB" sz="1800" spc="-151" strike="noStrike">
                <a:solidFill>
                  <a:srgbClr val="404040"/>
                </a:solidFill>
                <a:latin typeface="Tahoma"/>
              </a:rPr>
              <a:t> </a:t>
            </a:r>
            <a:r>
              <a:rPr b="0" lang="en-GB" sz="1800" spc="46" strike="noStrike">
                <a:solidFill>
                  <a:srgbClr val="404040"/>
                </a:solidFill>
                <a:latin typeface="Tahoma"/>
              </a:rPr>
              <a:t>try</a:t>
            </a:r>
            <a:r>
              <a:rPr b="0" lang="en-GB" sz="1800" spc="-145" strike="noStrike">
                <a:solidFill>
                  <a:srgbClr val="404040"/>
                </a:solidFill>
                <a:latin typeface="Tahoma"/>
              </a:rPr>
              <a:t> </a:t>
            </a:r>
            <a:r>
              <a:rPr b="0" lang="en-GB" sz="1800" spc="-1" strike="noStrike">
                <a:solidFill>
                  <a:srgbClr val="404040"/>
                </a:solidFill>
                <a:latin typeface="Tahoma"/>
              </a:rPr>
              <a:t>to</a:t>
            </a:r>
            <a:r>
              <a:rPr b="0" lang="en-GB" sz="1800" spc="-145" strike="noStrike">
                <a:solidFill>
                  <a:srgbClr val="404040"/>
                </a:solidFill>
                <a:latin typeface="Tahoma"/>
              </a:rPr>
              <a:t> </a:t>
            </a:r>
            <a:r>
              <a:rPr b="0" lang="en-GB" sz="1800" spc="-26" strike="noStrike">
                <a:solidFill>
                  <a:srgbClr val="404040"/>
                </a:solidFill>
                <a:latin typeface="Tahoma"/>
              </a:rPr>
              <a:t>“learn”</a:t>
            </a:r>
            <a:r>
              <a:rPr b="0" lang="en-GB" sz="1800" spc="-145" strike="noStrike">
                <a:solidFill>
                  <a:srgbClr val="404040"/>
                </a:solidFill>
                <a:latin typeface="Tahoma"/>
              </a:rPr>
              <a:t> </a:t>
            </a:r>
            <a:r>
              <a:rPr b="0" lang="en-GB" sz="1800" spc="-1" strike="noStrike">
                <a:solidFill>
                  <a:srgbClr val="404040"/>
                </a:solidFill>
                <a:latin typeface="Tahoma"/>
              </a:rPr>
              <a:t>to</a:t>
            </a:r>
            <a:r>
              <a:rPr b="0" lang="en-GB" sz="1800" spc="-145" strike="noStrike">
                <a:solidFill>
                  <a:srgbClr val="404040"/>
                </a:solidFill>
                <a:latin typeface="Tahoma"/>
              </a:rPr>
              <a:t> </a:t>
            </a:r>
            <a:r>
              <a:rPr b="0" lang="en-GB" sz="1800" spc="-1" strike="noStrike">
                <a:solidFill>
                  <a:srgbClr val="404040"/>
                </a:solidFill>
                <a:latin typeface="Tahoma"/>
              </a:rPr>
              <a:t>produce</a:t>
            </a:r>
            <a:r>
              <a:rPr b="0" lang="en-GB" sz="1800" spc="-145" strike="noStrike">
                <a:solidFill>
                  <a:srgbClr val="404040"/>
                </a:solidFill>
                <a:latin typeface="Tahoma"/>
              </a:rPr>
              <a:t> </a:t>
            </a:r>
            <a:r>
              <a:rPr b="0" lang="en-GB" sz="1800" spc="-1" strike="noStrike">
                <a:solidFill>
                  <a:srgbClr val="404040"/>
                </a:solidFill>
                <a:latin typeface="Tahoma"/>
              </a:rPr>
              <a:t>the</a:t>
            </a:r>
            <a:r>
              <a:rPr b="0" lang="en-GB" sz="1800" spc="-145" strike="noStrike">
                <a:solidFill>
                  <a:srgbClr val="404040"/>
                </a:solidFill>
                <a:latin typeface="Tahoma"/>
              </a:rPr>
              <a:t> </a:t>
            </a:r>
            <a:r>
              <a:rPr b="0" lang="en-GB" sz="1800" spc="-21" strike="noStrike">
                <a:solidFill>
                  <a:srgbClr val="404040"/>
                </a:solidFill>
                <a:latin typeface="Tahoma"/>
              </a:rPr>
              <a:t>most </a:t>
            </a:r>
            <a:r>
              <a:rPr b="0" lang="en-GB" sz="1800" spc="-1" strike="noStrike">
                <a:solidFill>
                  <a:srgbClr val="404040"/>
                </a:solidFill>
                <a:latin typeface="Tahoma"/>
              </a:rPr>
              <a:t>accurate</a:t>
            </a:r>
            <a:r>
              <a:rPr b="0" lang="en-GB" sz="1800" spc="-191" strike="noStrike">
                <a:solidFill>
                  <a:srgbClr val="404040"/>
                </a:solidFill>
                <a:latin typeface="Tahoma"/>
              </a:rPr>
              <a:t> </a:t>
            </a:r>
            <a:r>
              <a:rPr b="0" lang="en-GB" sz="1800" spc="-1" strike="noStrike">
                <a:solidFill>
                  <a:srgbClr val="404040"/>
                </a:solidFill>
                <a:latin typeface="Tahoma"/>
              </a:rPr>
              <a:t>predictions.</a:t>
            </a:r>
            <a:r>
              <a:rPr b="0" lang="en-GB" sz="1800" spc="-185" strike="noStrike">
                <a:solidFill>
                  <a:srgbClr val="404040"/>
                </a:solidFill>
                <a:latin typeface="Tahoma"/>
              </a:rPr>
              <a:t> </a:t>
            </a:r>
            <a:r>
              <a:rPr b="0" lang="en-GB" sz="1800" spc="-1" strike="noStrike">
                <a:solidFill>
                  <a:srgbClr val="404040"/>
                </a:solidFill>
                <a:latin typeface="Tahoma"/>
              </a:rPr>
              <a:t>x</a:t>
            </a:r>
            <a:r>
              <a:rPr b="0" lang="en-GB" sz="1800" spc="-185" strike="noStrike">
                <a:solidFill>
                  <a:srgbClr val="404040"/>
                </a:solidFill>
                <a:latin typeface="Tahoma"/>
              </a:rPr>
              <a:t> </a:t>
            </a:r>
            <a:r>
              <a:rPr b="0" lang="en-GB" sz="1800" spc="-1" strike="noStrike">
                <a:solidFill>
                  <a:srgbClr val="404040"/>
                </a:solidFill>
                <a:latin typeface="Tahoma"/>
              </a:rPr>
              <a:t>represents</a:t>
            </a:r>
            <a:r>
              <a:rPr b="0" lang="en-GB" sz="1800" spc="-191" strike="noStrike">
                <a:solidFill>
                  <a:srgbClr val="404040"/>
                </a:solidFill>
                <a:latin typeface="Tahoma"/>
              </a:rPr>
              <a:t> </a:t>
            </a:r>
            <a:r>
              <a:rPr b="0" lang="en-GB" sz="1800" spc="-26" strike="noStrike">
                <a:solidFill>
                  <a:srgbClr val="404040"/>
                </a:solidFill>
                <a:latin typeface="Tahoma"/>
              </a:rPr>
              <a:t>our </a:t>
            </a:r>
            <a:r>
              <a:rPr b="0" lang="en-GB" sz="1800" spc="-1" strike="noStrike">
                <a:solidFill>
                  <a:srgbClr val="404040"/>
                </a:solidFill>
                <a:latin typeface="Tahoma"/>
              </a:rPr>
              <a:t>input</a:t>
            </a:r>
            <a:r>
              <a:rPr b="0" lang="en-GB" sz="1800" spc="-185" strike="noStrike">
                <a:solidFill>
                  <a:srgbClr val="404040"/>
                </a:solidFill>
                <a:latin typeface="Tahoma"/>
              </a:rPr>
              <a:t> </a:t>
            </a:r>
            <a:r>
              <a:rPr b="0" lang="en-GB" sz="1800" spc="-1" strike="noStrike">
                <a:solidFill>
                  <a:srgbClr val="404040"/>
                </a:solidFill>
                <a:latin typeface="Tahoma"/>
              </a:rPr>
              <a:t>data</a:t>
            </a:r>
            <a:r>
              <a:rPr b="0" lang="en-GB" sz="1800" spc="-182" strike="noStrike">
                <a:solidFill>
                  <a:srgbClr val="404040"/>
                </a:solidFill>
                <a:latin typeface="Tahoma"/>
              </a:rPr>
              <a:t> </a:t>
            </a:r>
            <a:r>
              <a:rPr b="0" lang="en-GB" sz="1800" spc="-26" strike="noStrike">
                <a:solidFill>
                  <a:srgbClr val="404040"/>
                </a:solidFill>
                <a:latin typeface="Tahoma"/>
              </a:rPr>
              <a:t>and</a:t>
            </a:r>
            <a:r>
              <a:rPr b="0" lang="en-GB" sz="1800" spc="-182" strike="noStrike">
                <a:solidFill>
                  <a:srgbClr val="404040"/>
                </a:solidFill>
                <a:latin typeface="Tahoma"/>
              </a:rPr>
              <a:t> </a:t>
            </a:r>
            <a:r>
              <a:rPr b="0" lang="en-GB" sz="1800" spc="-1" strike="noStrike">
                <a:solidFill>
                  <a:srgbClr val="404040"/>
                </a:solidFill>
                <a:latin typeface="Tahoma"/>
              </a:rPr>
              <a:t>y</a:t>
            </a:r>
            <a:r>
              <a:rPr b="0" lang="en-GB" sz="1800" spc="-182" strike="noStrike">
                <a:solidFill>
                  <a:srgbClr val="404040"/>
                </a:solidFill>
                <a:latin typeface="Tahoma"/>
              </a:rPr>
              <a:t> </a:t>
            </a:r>
            <a:r>
              <a:rPr b="0" lang="en-GB" sz="1800" spc="-1" strike="noStrike">
                <a:solidFill>
                  <a:srgbClr val="404040"/>
                </a:solidFill>
                <a:latin typeface="Tahoma"/>
              </a:rPr>
              <a:t>represents</a:t>
            </a:r>
            <a:r>
              <a:rPr b="0" lang="en-GB" sz="1800" spc="-182" strike="noStrike">
                <a:solidFill>
                  <a:srgbClr val="404040"/>
                </a:solidFill>
                <a:latin typeface="Tahoma"/>
              </a:rPr>
              <a:t> </a:t>
            </a:r>
            <a:r>
              <a:rPr b="0" lang="en-GB" sz="1800" spc="-26" strike="noStrike">
                <a:solidFill>
                  <a:srgbClr val="404040"/>
                </a:solidFill>
                <a:latin typeface="Tahoma"/>
              </a:rPr>
              <a:t>our </a:t>
            </a:r>
            <a:r>
              <a:rPr b="0" lang="en-GB" sz="1800" spc="-12" strike="noStrike">
                <a:solidFill>
                  <a:srgbClr val="404040"/>
                </a:solidFill>
                <a:latin typeface="Tahoma"/>
              </a:rPr>
              <a:t>prediction.</a:t>
            </a:r>
            <a:endParaRPr b="0" lang="en-GB" sz="1800" spc="-1" strike="noStrike">
              <a:solidFill>
                <a:srgbClr val="000000"/>
              </a:solidFill>
              <a:latin typeface="Arial"/>
            </a:endParaRPr>
          </a:p>
        </p:txBody>
      </p:sp>
      <p:sp>
        <p:nvSpPr>
          <p:cNvPr id="129" name="object 4"/>
          <p:cNvSpPr/>
          <p:nvPr/>
        </p:nvSpPr>
        <p:spPr>
          <a:xfrm>
            <a:off x="730440" y="5315400"/>
            <a:ext cx="863640" cy="28656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i="1" lang="en-GB" sz="1800" spc="-12" strike="noStrike">
                <a:solidFill>
                  <a:srgbClr val="404040"/>
                </a:solidFill>
                <a:latin typeface="Arial"/>
              </a:rPr>
              <a:t>y=Wx+b</a:t>
            </a:r>
            <a:endParaRPr b="0" lang="en-GB" sz="1800" spc="-1" strike="noStrike">
              <a:solidFill>
                <a:srgbClr val="000000"/>
              </a:solidFill>
              <a:latin typeface="Arial"/>
            </a:endParaRPr>
          </a:p>
        </p:txBody>
      </p:sp>
      <p:pic>
        <p:nvPicPr>
          <p:cNvPr id="130" name="object 5" descr=""/>
          <p:cNvPicPr/>
          <p:nvPr/>
        </p:nvPicPr>
        <p:blipFill>
          <a:blip r:embed="rId1"/>
          <a:stretch/>
        </p:blipFill>
        <p:spPr>
          <a:xfrm>
            <a:off x="5901120" y="143280"/>
            <a:ext cx="6222600" cy="4641840"/>
          </a:xfrm>
          <a:prstGeom prst="rect">
            <a:avLst/>
          </a:prstGeom>
          <a:ln w="0">
            <a:noFill/>
          </a:ln>
        </p:spPr>
      </p:pic>
      <p:sp>
        <p:nvSpPr>
          <p:cNvPr id="131" name="object 6"/>
          <p:cNvSpPr/>
          <p:nvPr/>
        </p:nvSpPr>
        <p:spPr>
          <a:xfrm>
            <a:off x="5638680" y="4875120"/>
            <a:ext cx="5054400" cy="1383840"/>
          </a:xfrm>
          <a:prstGeom prst="rect">
            <a:avLst/>
          </a:prstGeom>
          <a:noFill/>
          <a:ln w="0">
            <a:noFill/>
          </a:ln>
        </p:spPr>
        <p:style>
          <a:lnRef idx="0"/>
          <a:fillRef idx="0"/>
          <a:effectRef idx="0"/>
          <a:fontRef idx="minor"/>
        </p:style>
        <p:txBody>
          <a:bodyPr lIns="0" rIns="0" tIns="12600" bIns="0" anchor="t">
            <a:spAutoFit/>
          </a:bodyPr>
          <a:p>
            <a:pPr marL="264240" indent="-252000">
              <a:lnSpc>
                <a:spcPct val="100000"/>
              </a:lnSpc>
              <a:spcBef>
                <a:spcPts val="99"/>
              </a:spcBef>
              <a:buClr>
                <a:srgbClr val="404040"/>
              </a:buClr>
              <a:buFont typeface="Arial"/>
              <a:buChar char="•"/>
              <a:tabLst>
                <a:tab algn="l" pos="264240"/>
              </a:tabLst>
            </a:pPr>
            <a:r>
              <a:rPr b="1" lang="en-GB" sz="1800" spc="-86" strike="noStrike">
                <a:solidFill>
                  <a:srgbClr val="404040"/>
                </a:solidFill>
                <a:latin typeface="Tahoma"/>
              </a:rPr>
              <a:t>Multivariable</a:t>
            </a:r>
            <a:r>
              <a:rPr b="1" lang="en-GB" sz="1800" spc="-114" strike="noStrike">
                <a:solidFill>
                  <a:srgbClr val="404040"/>
                </a:solidFill>
                <a:latin typeface="Tahoma"/>
              </a:rPr>
              <a:t> </a:t>
            </a:r>
            <a:r>
              <a:rPr b="1" lang="en-GB" sz="1800" spc="-126" strike="noStrike">
                <a:solidFill>
                  <a:srgbClr val="404040"/>
                </a:solidFill>
                <a:latin typeface="Tahoma"/>
              </a:rPr>
              <a:t>regression:</a:t>
            </a:r>
            <a:r>
              <a:rPr b="1" lang="en-GB" sz="1800" spc="-97" strike="noStrike">
                <a:solidFill>
                  <a:srgbClr val="404040"/>
                </a:solidFill>
                <a:latin typeface="Tahoma"/>
              </a:rPr>
              <a:t> </a:t>
            </a:r>
            <a:r>
              <a:rPr b="0" lang="en-GB" sz="1800" spc="131" strike="noStrike">
                <a:solidFill>
                  <a:srgbClr val="404040"/>
                </a:solidFill>
                <a:latin typeface="Tahoma"/>
              </a:rPr>
              <a:t>A</a:t>
            </a:r>
            <a:r>
              <a:rPr b="0" lang="en-GB" sz="1800" spc="-151" strike="noStrike">
                <a:solidFill>
                  <a:srgbClr val="404040"/>
                </a:solidFill>
                <a:latin typeface="Tahoma"/>
              </a:rPr>
              <a:t> </a:t>
            </a:r>
            <a:r>
              <a:rPr b="0" lang="en-GB" sz="1800" spc="-1" strike="noStrike">
                <a:solidFill>
                  <a:srgbClr val="404040"/>
                </a:solidFill>
                <a:latin typeface="Tahoma"/>
              </a:rPr>
              <a:t>more</a:t>
            </a:r>
            <a:r>
              <a:rPr b="0" lang="en-GB" sz="1800" spc="-145" strike="noStrike">
                <a:solidFill>
                  <a:srgbClr val="404040"/>
                </a:solidFill>
                <a:latin typeface="Tahoma"/>
              </a:rPr>
              <a:t> </a:t>
            </a:r>
            <a:r>
              <a:rPr b="0" lang="en-GB" sz="1800" spc="-1" strike="noStrike">
                <a:solidFill>
                  <a:srgbClr val="404040"/>
                </a:solidFill>
                <a:latin typeface="Tahoma"/>
              </a:rPr>
              <a:t>multi-</a:t>
            </a:r>
            <a:r>
              <a:rPr b="0" lang="en-GB" sz="1800" spc="-12" strike="noStrike">
                <a:solidFill>
                  <a:srgbClr val="404040"/>
                </a:solidFill>
                <a:latin typeface="Tahoma"/>
              </a:rPr>
              <a:t>variable </a:t>
            </a:r>
            <a:r>
              <a:rPr b="0" lang="en-GB" sz="1800" spc="-1" strike="noStrike">
                <a:solidFill>
                  <a:srgbClr val="404040"/>
                </a:solidFill>
                <a:latin typeface="Tahoma"/>
              </a:rPr>
              <a:t>linear</a:t>
            </a:r>
            <a:r>
              <a:rPr b="0" lang="en-GB" sz="1800" spc="-182" strike="noStrike">
                <a:solidFill>
                  <a:srgbClr val="404040"/>
                </a:solidFill>
                <a:latin typeface="Tahoma"/>
              </a:rPr>
              <a:t> </a:t>
            </a:r>
            <a:r>
              <a:rPr b="0" lang="en-GB" sz="1800" spc="-1" strike="noStrike">
                <a:solidFill>
                  <a:srgbClr val="404040"/>
                </a:solidFill>
                <a:latin typeface="Tahoma"/>
              </a:rPr>
              <a:t>equation</a:t>
            </a:r>
            <a:r>
              <a:rPr b="0" lang="en-GB" sz="1800" spc="-177" strike="noStrike">
                <a:solidFill>
                  <a:srgbClr val="404040"/>
                </a:solidFill>
                <a:latin typeface="Tahoma"/>
              </a:rPr>
              <a:t> </a:t>
            </a:r>
            <a:r>
              <a:rPr b="0" lang="en-GB" sz="1800" spc="-35" strike="noStrike">
                <a:solidFill>
                  <a:srgbClr val="404040"/>
                </a:solidFill>
                <a:latin typeface="Tahoma"/>
              </a:rPr>
              <a:t>has</a:t>
            </a:r>
            <a:r>
              <a:rPr b="0" lang="en-GB" sz="1800" spc="-182" strike="noStrike">
                <a:solidFill>
                  <a:srgbClr val="404040"/>
                </a:solidFill>
                <a:latin typeface="Tahoma"/>
              </a:rPr>
              <a:t> </a:t>
            </a:r>
            <a:r>
              <a:rPr b="0" lang="en-GB" sz="1800" spc="-1" strike="noStrike">
                <a:solidFill>
                  <a:srgbClr val="404040"/>
                </a:solidFill>
                <a:latin typeface="Tahoma"/>
              </a:rPr>
              <a:t>more</a:t>
            </a:r>
            <a:r>
              <a:rPr b="0" lang="en-GB" sz="1800" spc="-177" strike="noStrike">
                <a:solidFill>
                  <a:srgbClr val="404040"/>
                </a:solidFill>
                <a:latin typeface="Tahoma"/>
              </a:rPr>
              <a:t> </a:t>
            </a:r>
            <a:r>
              <a:rPr b="0" lang="en-GB" sz="1800" spc="-1" strike="noStrike">
                <a:solidFill>
                  <a:srgbClr val="404040"/>
                </a:solidFill>
                <a:latin typeface="Tahoma"/>
              </a:rPr>
              <a:t>than</a:t>
            </a:r>
            <a:r>
              <a:rPr b="0" lang="en-GB" sz="1800" spc="-182" strike="noStrike">
                <a:solidFill>
                  <a:srgbClr val="404040"/>
                </a:solidFill>
                <a:latin typeface="Tahoma"/>
              </a:rPr>
              <a:t> </a:t>
            </a:r>
            <a:r>
              <a:rPr b="0" lang="en-GB" sz="1800" spc="-1" strike="noStrike">
                <a:solidFill>
                  <a:srgbClr val="404040"/>
                </a:solidFill>
                <a:latin typeface="Tahoma"/>
              </a:rPr>
              <a:t>one</a:t>
            </a:r>
            <a:r>
              <a:rPr b="0" lang="en-GB" sz="1800" spc="-177" strike="noStrike">
                <a:solidFill>
                  <a:srgbClr val="404040"/>
                </a:solidFill>
                <a:latin typeface="Tahoma"/>
              </a:rPr>
              <a:t> </a:t>
            </a:r>
            <a:r>
              <a:rPr b="0" lang="en-GB" sz="1800" spc="-12" strike="noStrike">
                <a:solidFill>
                  <a:srgbClr val="404040"/>
                </a:solidFill>
                <a:latin typeface="Tahoma"/>
              </a:rPr>
              <a:t>independent </a:t>
            </a:r>
            <a:r>
              <a:rPr b="0" lang="en-GB" sz="1800" spc="-1" strike="noStrike">
                <a:solidFill>
                  <a:srgbClr val="404040"/>
                </a:solidFill>
                <a:latin typeface="Tahoma"/>
              </a:rPr>
              <a:t>variable</a:t>
            </a:r>
            <a:r>
              <a:rPr b="0" lang="en-GB" sz="1800" spc="-165" strike="noStrike">
                <a:solidFill>
                  <a:srgbClr val="404040"/>
                </a:solidFill>
                <a:latin typeface="Tahoma"/>
              </a:rPr>
              <a:t> </a:t>
            </a:r>
            <a:r>
              <a:rPr b="0" lang="en-GB" sz="1800" spc="-26" strike="noStrike">
                <a:solidFill>
                  <a:srgbClr val="404040"/>
                </a:solidFill>
                <a:latin typeface="Tahoma"/>
              </a:rPr>
              <a:t>and</a:t>
            </a:r>
            <a:r>
              <a:rPr b="0" lang="en-GB" sz="1800" spc="-160" strike="noStrike">
                <a:solidFill>
                  <a:srgbClr val="404040"/>
                </a:solidFill>
                <a:latin typeface="Tahoma"/>
              </a:rPr>
              <a:t> </a:t>
            </a:r>
            <a:r>
              <a:rPr b="0" lang="en-GB" sz="1800" spc="-1" strike="noStrike">
                <a:solidFill>
                  <a:srgbClr val="404040"/>
                </a:solidFill>
                <a:latin typeface="Tahoma"/>
              </a:rPr>
              <a:t>might</a:t>
            </a:r>
            <a:r>
              <a:rPr b="0" lang="en-GB" sz="1800" spc="-160" strike="noStrike">
                <a:solidFill>
                  <a:srgbClr val="404040"/>
                </a:solidFill>
                <a:latin typeface="Tahoma"/>
              </a:rPr>
              <a:t> </a:t>
            </a:r>
            <a:r>
              <a:rPr b="0" lang="en-GB" sz="1800" spc="-1" strike="noStrike">
                <a:solidFill>
                  <a:srgbClr val="404040"/>
                </a:solidFill>
                <a:latin typeface="Tahoma"/>
              </a:rPr>
              <a:t>look</a:t>
            </a:r>
            <a:r>
              <a:rPr b="0" lang="en-GB" sz="1800" spc="-160" strike="noStrike">
                <a:solidFill>
                  <a:srgbClr val="404040"/>
                </a:solidFill>
                <a:latin typeface="Tahoma"/>
              </a:rPr>
              <a:t> </a:t>
            </a:r>
            <a:r>
              <a:rPr b="0" lang="en-GB" sz="1800" spc="-1" strike="noStrike">
                <a:solidFill>
                  <a:srgbClr val="404040"/>
                </a:solidFill>
                <a:latin typeface="Tahoma"/>
              </a:rPr>
              <a:t>like</a:t>
            </a:r>
            <a:r>
              <a:rPr b="0" lang="en-GB" sz="1800" spc="-165" strike="noStrike">
                <a:solidFill>
                  <a:srgbClr val="404040"/>
                </a:solidFill>
                <a:latin typeface="Tahoma"/>
              </a:rPr>
              <a:t> </a:t>
            </a:r>
            <a:r>
              <a:rPr b="0" lang="en-GB" sz="1800" spc="-21" strike="noStrike">
                <a:solidFill>
                  <a:srgbClr val="404040"/>
                </a:solidFill>
                <a:latin typeface="Tahoma"/>
              </a:rPr>
              <a:t>this,</a:t>
            </a:r>
            <a:r>
              <a:rPr b="0" lang="en-GB" sz="1800" spc="-160" strike="noStrike">
                <a:solidFill>
                  <a:srgbClr val="404040"/>
                </a:solidFill>
                <a:latin typeface="Tahoma"/>
              </a:rPr>
              <a:t> </a:t>
            </a:r>
            <a:r>
              <a:rPr b="0" lang="en-GB" sz="1800" spc="-1" strike="noStrike">
                <a:solidFill>
                  <a:srgbClr val="404040"/>
                </a:solidFill>
                <a:latin typeface="Tahoma"/>
              </a:rPr>
              <a:t>where</a:t>
            </a:r>
            <a:r>
              <a:rPr b="0" lang="en-GB" sz="1800" spc="-160" strike="noStrike">
                <a:solidFill>
                  <a:srgbClr val="404040"/>
                </a:solidFill>
                <a:latin typeface="Tahoma"/>
              </a:rPr>
              <a:t> </a:t>
            </a:r>
            <a:r>
              <a:rPr b="0" lang="en-GB" sz="1800" spc="-52" strike="noStrike">
                <a:solidFill>
                  <a:srgbClr val="404040"/>
                </a:solidFill>
                <a:latin typeface="Tahoma"/>
              </a:rPr>
              <a:t>w </a:t>
            </a:r>
            <a:r>
              <a:rPr b="0" lang="en-GB" sz="1800" spc="-1" strike="noStrike">
                <a:solidFill>
                  <a:srgbClr val="404040"/>
                </a:solidFill>
                <a:latin typeface="Tahoma"/>
              </a:rPr>
              <a:t>represents</a:t>
            </a:r>
            <a:r>
              <a:rPr b="0" lang="en-GB" sz="1800" spc="-165" strike="noStrike">
                <a:solidFill>
                  <a:srgbClr val="404040"/>
                </a:solidFill>
                <a:latin typeface="Tahoma"/>
              </a:rPr>
              <a:t> </a:t>
            </a:r>
            <a:r>
              <a:rPr b="0" lang="en-GB" sz="1800" spc="-1" strike="noStrike">
                <a:solidFill>
                  <a:srgbClr val="404040"/>
                </a:solidFill>
                <a:latin typeface="Tahoma"/>
              </a:rPr>
              <a:t>the</a:t>
            </a:r>
            <a:r>
              <a:rPr b="0" lang="en-GB" sz="1800" spc="-160" strike="noStrike">
                <a:solidFill>
                  <a:srgbClr val="404040"/>
                </a:solidFill>
                <a:latin typeface="Tahoma"/>
              </a:rPr>
              <a:t> </a:t>
            </a:r>
            <a:r>
              <a:rPr b="0" lang="en-GB" sz="1800" spc="-1" strike="noStrike">
                <a:solidFill>
                  <a:srgbClr val="404040"/>
                </a:solidFill>
                <a:latin typeface="Tahoma"/>
              </a:rPr>
              <a:t>coefficients,</a:t>
            </a:r>
            <a:r>
              <a:rPr b="0" lang="en-GB" sz="1800" spc="-160" strike="noStrike">
                <a:solidFill>
                  <a:srgbClr val="404040"/>
                </a:solidFill>
                <a:latin typeface="Tahoma"/>
              </a:rPr>
              <a:t> </a:t>
            </a:r>
            <a:r>
              <a:rPr b="0" lang="en-GB" sz="1800" spc="-1" strike="noStrike">
                <a:solidFill>
                  <a:srgbClr val="404040"/>
                </a:solidFill>
                <a:latin typeface="Tahoma"/>
              </a:rPr>
              <a:t>or</a:t>
            </a:r>
            <a:r>
              <a:rPr b="0" lang="en-GB" sz="1800" spc="-160" strike="noStrike">
                <a:solidFill>
                  <a:srgbClr val="404040"/>
                </a:solidFill>
                <a:latin typeface="Tahoma"/>
              </a:rPr>
              <a:t> </a:t>
            </a:r>
            <a:r>
              <a:rPr b="0" lang="en-GB" sz="1800" spc="-26" strike="noStrike">
                <a:solidFill>
                  <a:srgbClr val="404040"/>
                </a:solidFill>
                <a:latin typeface="Tahoma"/>
              </a:rPr>
              <a:t>weights,</a:t>
            </a:r>
            <a:r>
              <a:rPr b="0" lang="en-GB" sz="1800" spc="-160" strike="noStrike">
                <a:solidFill>
                  <a:srgbClr val="404040"/>
                </a:solidFill>
                <a:latin typeface="Tahoma"/>
              </a:rPr>
              <a:t> </a:t>
            </a:r>
            <a:r>
              <a:rPr b="0" lang="en-GB" sz="1800" spc="-26" strike="noStrike">
                <a:solidFill>
                  <a:srgbClr val="404040"/>
                </a:solidFill>
                <a:latin typeface="Tahoma"/>
              </a:rPr>
              <a:t>our </a:t>
            </a:r>
            <a:r>
              <a:rPr b="0" lang="en-GB" sz="1800" spc="-1" strike="noStrike">
                <a:solidFill>
                  <a:srgbClr val="404040"/>
                </a:solidFill>
                <a:latin typeface="Tahoma"/>
              </a:rPr>
              <a:t>model</a:t>
            </a:r>
            <a:r>
              <a:rPr b="0" lang="en-GB" sz="1800" spc="-157" strike="noStrike">
                <a:solidFill>
                  <a:srgbClr val="404040"/>
                </a:solidFill>
                <a:latin typeface="Tahoma"/>
              </a:rPr>
              <a:t> </a:t>
            </a:r>
            <a:r>
              <a:rPr b="0" lang="en-GB" sz="1800" spc="-1" strike="noStrike">
                <a:solidFill>
                  <a:srgbClr val="404040"/>
                </a:solidFill>
                <a:latin typeface="Tahoma"/>
              </a:rPr>
              <a:t>will</a:t>
            </a:r>
            <a:r>
              <a:rPr b="0" lang="en-GB" sz="1800" spc="-151" strike="noStrike">
                <a:solidFill>
                  <a:srgbClr val="404040"/>
                </a:solidFill>
                <a:latin typeface="Tahoma"/>
              </a:rPr>
              <a:t> </a:t>
            </a:r>
            <a:r>
              <a:rPr b="0" lang="en-GB" sz="1800" spc="46" strike="noStrike">
                <a:solidFill>
                  <a:srgbClr val="404040"/>
                </a:solidFill>
                <a:latin typeface="Tahoma"/>
              </a:rPr>
              <a:t>try</a:t>
            </a:r>
            <a:r>
              <a:rPr b="0" lang="en-GB" sz="1800" spc="-151" strike="noStrike">
                <a:solidFill>
                  <a:srgbClr val="404040"/>
                </a:solidFill>
                <a:latin typeface="Tahoma"/>
              </a:rPr>
              <a:t> </a:t>
            </a:r>
            <a:r>
              <a:rPr b="0" lang="en-GB" sz="1800" spc="-1" strike="noStrike">
                <a:solidFill>
                  <a:srgbClr val="404040"/>
                </a:solidFill>
                <a:latin typeface="Tahoma"/>
              </a:rPr>
              <a:t>to</a:t>
            </a:r>
            <a:r>
              <a:rPr b="0" lang="en-GB" sz="1800" spc="-151" strike="noStrike">
                <a:solidFill>
                  <a:srgbClr val="404040"/>
                </a:solidFill>
                <a:latin typeface="Tahoma"/>
              </a:rPr>
              <a:t> </a:t>
            </a:r>
            <a:r>
              <a:rPr b="0" lang="en-GB" sz="1800" spc="-12" strike="noStrike">
                <a:solidFill>
                  <a:srgbClr val="404040"/>
                </a:solidFill>
                <a:latin typeface="Tahoma"/>
              </a:rPr>
              <a:t>learn.</a:t>
            </a:r>
            <a:endParaRPr b="0" lang="en-GB" sz="1800" spc="-1" strike="noStrike">
              <a:solidFill>
                <a:srgbClr val="000000"/>
              </a:solidFill>
              <a:latin typeface="Arial"/>
            </a:endParaRPr>
          </a:p>
        </p:txBody>
      </p:sp>
      <p:sp>
        <p:nvSpPr>
          <p:cNvPr id="132" name="object 7"/>
          <p:cNvSpPr/>
          <p:nvPr/>
        </p:nvSpPr>
        <p:spPr>
          <a:xfrm>
            <a:off x="5921640" y="6521040"/>
            <a:ext cx="2552760" cy="28656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i="1" lang="en-GB" sz="1800" spc="-12" strike="noStrike">
                <a:solidFill>
                  <a:srgbClr val="404040"/>
                </a:solidFill>
                <a:latin typeface="Arial"/>
              </a:rPr>
              <a:t>y=W1x1+W2x2+W3x3+b</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788040" y="153720"/>
            <a:ext cx="10362600" cy="276120"/>
          </a:xfrm>
          <a:prstGeom prst="rect">
            <a:avLst/>
          </a:prstGeom>
          <a:noFill/>
          <a:ln w="0">
            <a:noFill/>
          </a:ln>
        </p:spPr>
        <p:txBody>
          <a:bodyPr lIns="0" rIns="0" tIns="0" bIns="0" anchor="t">
            <a:noAutofit/>
          </a:bodyPr>
          <a:p>
            <a:pPr indent="0">
              <a:lnSpc>
                <a:spcPct val="100000"/>
              </a:lnSpc>
              <a:buNone/>
              <a:tabLst>
                <a:tab algn="l" pos="0"/>
              </a:tabLst>
            </a:pPr>
            <a:r>
              <a:rPr b="1" lang="en-US" sz="1800" spc="-1" strike="noStrike">
                <a:solidFill>
                  <a:schemeClr val="dk1"/>
                </a:solidFill>
                <a:latin typeface="Arial"/>
              </a:rPr>
              <a:t>                       </a:t>
            </a:r>
            <a:r>
              <a:rPr b="1" lang="en-US" sz="1800" spc="-1" strike="noStrike">
                <a:solidFill>
                  <a:schemeClr val="dk1"/>
                </a:solidFill>
                <a:latin typeface="Arial"/>
              </a:rPr>
              <a:t>STRENGTH, WEAKNESS  AND ASSUMPTION OF LINEAR REGRESSION</a:t>
            </a:r>
            <a:endParaRPr b="0" lang="en-GB" sz="1800" spc="-1" strike="noStrike">
              <a:solidFill>
                <a:srgbClr val="000000"/>
              </a:solidFill>
              <a:latin typeface="Arial"/>
            </a:endParaRPr>
          </a:p>
        </p:txBody>
      </p:sp>
      <p:graphicFrame>
        <p:nvGraphicFramePr>
          <p:cNvPr id="134" name="Table 3"/>
          <p:cNvGraphicFramePr/>
          <p:nvPr/>
        </p:nvGraphicFramePr>
        <p:xfrm>
          <a:off x="1332720" y="601200"/>
          <a:ext cx="9612360" cy="3961440"/>
        </p:xfrm>
        <a:graphic>
          <a:graphicData uri="http://schemas.openxmlformats.org/drawingml/2006/table">
            <a:tbl>
              <a:tblPr/>
              <a:tblGrid>
                <a:gridCol w="4781880"/>
                <a:gridCol w="4830840"/>
              </a:tblGrid>
              <a:tr h="640080">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STRENGTH</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WEAKNESS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r>
              <a:tr h="483840">
                <a:tc>
                  <a:txBody>
                    <a:bodyPr anchor="t">
                      <a:noAutofit/>
                    </a:bodyPr>
                    <a:p>
                      <a:pPr>
                        <a:lnSpc>
                          <a:spcPct val="100000"/>
                        </a:lnSpc>
                      </a:pPr>
                      <a:r>
                        <a:rPr b="0" lang="en-US" sz="1800" spc="-1" strike="noStrike">
                          <a:solidFill>
                            <a:schemeClr val="dk1"/>
                          </a:solidFill>
                          <a:latin typeface="Calibri"/>
                        </a:rPr>
                        <a:t>Easy to understand and implement.</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Limited to linear relationships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640080">
                <a:tc>
                  <a:txBody>
                    <a:bodyPr anchor="t">
                      <a:noAutofit/>
                    </a:bodyPr>
                    <a:p>
                      <a:pPr>
                        <a:lnSpc>
                          <a:spcPct val="100000"/>
                        </a:lnSpc>
                      </a:pPr>
                      <a:r>
                        <a:rPr b="0" lang="en-US" sz="1800" spc="-1" strike="noStrike">
                          <a:solidFill>
                            <a:schemeClr val="dk1"/>
                          </a:solidFill>
                          <a:latin typeface="Calibri"/>
                        </a:rPr>
                        <a:t>Quick to train, especially with small to medium-sized datasets.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Sensitive to outliers: Outliers can significantly skew results.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914400">
                <a:tc>
                  <a:txBody>
                    <a:bodyPr anchor="t">
                      <a:noAutofit/>
                    </a:bodyPr>
                    <a:p>
                      <a:pPr>
                        <a:lnSpc>
                          <a:spcPct val="100000"/>
                        </a:lnSpc>
                      </a:pPr>
                      <a:r>
                        <a:rPr b="0" lang="en-US" sz="1800" spc="-1" strike="noStrike">
                          <a:solidFill>
                            <a:schemeClr val="dk1"/>
                          </a:solidFill>
                          <a:latin typeface="Calibri"/>
                        </a:rPr>
                        <a:t>Provides clear insight into feature relationships through coefficients.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Assumes independence: Poor performance if features are highly correlated (multicollinearity).</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914400">
                <a:tc>
                  <a:txBody>
                    <a:bodyPr anchor="t">
                      <a:noAutofit/>
                    </a:bodyPr>
                    <a:p>
                      <a:pPr>
                        <a:lnSpc>
                          <a:spcPct val="100000"/>
                        </a:lnSpc>
                      </a:pPr>
                      <a:r>
                        <a:rPr b="0" lang="en-US" sz="1800" spc="-1" strike="noStrike">
                          <a:solidFill>
                            <a:schemeClr val="dk1"/>
                          </a:solidFill>
                          <a:latin typeface="Calibri"/>
                        </a:rPr>
                        <a:t>Performs well for data with linear trends.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Prone to overfitting with too many features: Complex models with many features can overfit.</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bl>
          </a:graphicData>
        </a:graphic>
      </p:graphicFrame>
      <p:sp>
        <p:nvSpPr>
          <p:cNvPr id="135" name="Title 1"/>
          <p:cNvSpPr/>
          <p:nvPr/>
        </p:nvSpPr>
        <p:spPr>
          <a:xfrm>
            <a:off x="788040" y="4488840"/>
            <a:ext cx="10923120" cy="137160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800" spc="-1" strike="noStrike">
                <a:solidFill>
                  <a:schemeClr val="dk1"/>
                </a:solidFill>
                <a:latin typeface="Arial"/>
              </a:rPr>
              <a:t>                     </a:t>
            </a:r>
            <a:r>
              <a:rPr b="1" lang="en-US" sz="1800" spc="-1" strike="noStrike">
                <a:solidFill>
                  <a:schemeClr val="dk1"/>
                </a:solidFill>
                <a:latin typeface="Arial"/>
              </a:rPr>
              <a:t>Assumption Of Linear Regression</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Linearity:</a:t>
            </a:r>
            <a:r>
              <a:rPr b="0" lang="en-US" sz="1800" spc="-1" strike="noStrike">
                <a:solidFill>
                  <a:schemeClr val="dk1"/>
                </a:solidFill>
                <a:latin typeface="Arial"/>
              </a:rPr>
              <a:t> Assumes a linear relationship between dependent and independent variables.</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Independence:</a:t>
            </a:r>
            <a:r>
              <a:rPr b="0" lang="en-US" sz="1800" spc="-1" strike="noStrike">
                <a:solidFill>
                  <a:schemeClr val="dk1"/>
                </a:solidFill>
                <a:latin typeface="Arial"/>
              </a:rPr>
              <a:t> Observations are assumed to be independent of each other.</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Homoscedasticity:</a:t>
            </a:r>
            <a:r>
              <a:rPr b="0" lang="en-US" sz="1800" spc="-1" strike="noStrike">
                <a:solidFill>
                  <a:schemeClr val="dk1"/>
                </a:solidFill>
                <a:latin typeface="Arial"/>
              </a:rPr>
              <a:t> Variability in residuals should be constant across all levels of the independent variables.</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207720" y="192960"/>
            <a:ext cx="2165400" cy="115740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n-GB" sz="1800" spc="-1" strike="noStrike">
                <a:solidFill>
                  <a:schemeClr val="dk1"/>
                </a:solidFill>
                <a:latin typeface="Calibri"/>
              </a:rPr>
              <a:t>Naïve</a:t>
            </a:r>
            <a:r>
              <a:rPr b="1" lang="en-GB" sz="1800" spc="-72" strike="noStrike">
                <a:solidFill>
                  <a:schemeClr val="dk1"/>
                </a:solidFill>
                <a:latin typeface="Calibri"/>
              </a:rPr>
              <a:t> </a:t>
            </a:r>
            <a:r>
              <a:rPr b="1" lang="en-GB" sz="1800" spc="-1" strike="noStrike">
                <a:solidFill>
                  <a:schemeClr val="dk1"/>
                </a:solidFill>
                <a:latin typeface="Calibri"/>
              </a:rPr>
              <a:t>Bayes</a:t>
            </a:r>
            <a:r>
              <a:rPr b="1" lang="en-GB" sz="1800" spc="-66" strike="noStrike">
                <a:solidFill>
                  <a:schemeClr val="dk1"/>
                </a:solidFill>
                <a:latin typeface="Calibri"/>
              </a:rPr>
              <a:t> </a:t>
            </a:r>
            <a:r>
              <a:rPr b="1" lang="en-GB" sz="1800" spc="-12" strike="noStrike">
                <a:solidFill>
                  <a:schemeClr val="dk1"/>
                </a:solidFill>
                <a:latin typeface="Calibri"/>
              </a:rPr>
              <a:t>Algorithm</a:t>
            </a:r>
            <a:endParaRPr b="0" lang="en-GB" sz="1800" spc="-1" strike="noStrike">
              <a:solidFill>
                <a:srgbClr val="000000"/>
              </a:solidFill>
              <a:latin typeface="Arial"/>
            </a:endParaRPr>
          </a:p>
        </p:txBody>
      </p:sp>
      <p:sp>
        <p:nvSpPr>
          <p:cNvPr id="137" name="object 3"/>
          <p:cNvSpPr/>
          <p:nvPr/>
        </p:nvSpPr>
        <p:spPr>
          <a:xfrm>
            <a:off x="207720" y="741600"/>
            <a:ext cx="10484280" cy="165816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Calibri"/>
              </a:rPr>
              <a:t>The</a:t>
            </a:r>
            <a:r>
              <a:rPr b="0" lang="en-GB" sz="1800" spc="-52" strike="noStrike">
                <a:solidFill>
                  <a:srgbClr val="000000"/>
                </a:solidFill>
                <a:latin typeface="Calibri"/>
              </a:rPr>
              <a:t> </a:t>
            </a:r>
            <a:r>
              <a:rPr b="0" lang="en-GB" sz="1800" spc="-1" strike="noStrike">
                <a:solidFill>
                  <a:srgbClr val="000000"/>
                </a:solidFill>
                <a:latin typeface="Calibri"/>
              </a:rPr>
              <a:t>Naive</a:t>
            </a:r>
            <a:r>
              <a:rPr b="0" lang="en-GB" sz="1800" spc="-52" strike="noStrike">
                <a:solidFill>
                  <a:srgbClr val="000000"/>
                </a:solidFill>
                <a:latin typeface="Calibri"/>
              </a:rPr>
              <a:t> </a:t>
            </a:r>
            <a:r>
              <a:rPr b="0" lang="en-GB" sz="1800" spc="-1" strike="noStrike">
                <a:solidFill>
                  <a:srgbClr val="000000"/>
                </a:solidFill>
                <a:latin typeface="Calibri"/>
              </a:rPr>
              <a:t>Bayes</a:t>
            </a:r>
            <a:r>
              <a:rPr b="0" lang="en-GB" sz="1800" spc="-52" strike="noStrike">
                <a:solidFill>
                  <a:srgbClr val="000000"/>
                </a:solidFill>
                <a:latin typeface="Calibri"/>
              </a:rPr>
              <a:t> </a:t>
            </a:r>
            <a:r>
              <a:rPr b="0" lang="en-GB" sz="1800" spc="-1" strike="noStrike">
                <a:solidFill>
                  <a:srgbClr val="000000"/>
                </a:solidFill>
                <a:latin typeface="Calibri"/>
              </a:rPr>
              <a:t>algorithm</a:t>
            </a:r>
            <a:r>
              <a:rPr b="0" lang="en-GB" sz="1800" spc="-52" strike="noStrike">
                <a:solidFill>
                  <a:srgbClr val="000000"/>
                </a:solidFill>
                <a:latin typeface="Calibri"/>
              </a:rPr>
              <a:t> </a:t>
            </a:r>
            <a:r>
              <a:rPr b="0" lang="en-GB" sz="1800" spc="-1" strike="noStrike">
                <a:solidFill>
                  <a:srgbClr val="000000"/>
                </a:solidFill>
                <a:latin typeface="Calibri"/>
              </a:rPr>
              <a:t>makes</a:t>
            </a:r>
            <a:r>
              <a:rPr b="0" lang="en-GB" sz="1800" spc="-52" strike="noStrike">
                <a:solidFill>
                  <a:srgbClr val="000000"/>
                </a:solidFill>
                <a:latin typeface="Calibri"/>
              </a:rPr>
              <a:t> </a:t>
            </a:r>
            <a:r>
              <a:rPr b="0" lang="en-GB" sz="1800" spc="-1" strike="noStrike">
                <a:solidFill>
                  <a:srgbClr val="000000"/>
                </a:solidFill>
                <a:latin typeface="Calibri"/>
              </a:rPr>
              <a:t>use</a:t>
            </a:r>
            <a:r>
              <a:rPr b="0" lang="en-GB" sz="1800" spc="-52" strike="noStrike">
                <a:solidFill>
                  <a:srgbClr val="000000"/>
                </a:solidFill>
                <a:latin typeface="Calibri"/>
              </a:rPr>
              <a:t> </a:t>
            </a:r>
            <a:r>
              <a:rPr b="0" lang="en-GB" sz="1800" spc="-1" strike="noStrike">
                <a:solidFill>
                  <a:srgbClr val="000000"/>
                </a:solidFill>
                <a:latin typeface="Calibri"/>
              </a:rPr>
              <a:t>of</a:t>
            </a:r>
            <a:r>
              <a:rPr b="0" lang="en-GB" sz="1800" spc="-52" strike="noStrike">
                <a:solidFill>
                  <a:srgbClr val="000000"/>
                </a:solidFill>
                <a:latin typeface="Calibri"/>
              </a:rPr>
              <a:t> </a:t>
            </a:r>
            <a:r>
              <a:rPr b="0" lang="en-GB" sz="1800" spc="-1" strike="noStrike">
                <a:solidFill>
                  <a:srgbClr val="000000"/>
                </a:solidFill>
                <a:latin typeface="Calibri"/>
              </a:rPr>
              <a:t>the</a:t>
            </a:r>
            <a:r>
              <a:rPr b="0" lang="en-GB" sz="1800" spc="-55" strike="noStrike">
                <a:solidFill>
                  <a:srgbClr val="000000"/>
                </a:solidFill>
                <a:latin typeface="Calibri"/>
              </a:rPr>
              <a:t> </a:t>
            </a:r>
            <a:r>
              <a:rPr b="0" lang="en-GB" sz="1800" spc="-1" strike="noStrike">
                <a:solidFill>
                  <a:srgbClr val="000000"/>
                </a:solidFill>
                <a:latin typeface="Calibri"/>
              </a:rPr>
              <a:t>Bayes</a:t>
            </a:r>
            <a:r>
              <a:rPr b="0" lang="en-GB" sz="1800" spc="-52" strike="noStrike">
                <a:solidFill>
                  <a:srgbClr val="000000"/>
                </a:solidFill>
                <a:latin typeface="Calibri"/>
              </a:rPr>
              <a:t> </a:t>
            </a:r>
            <a:r>
              <a:rPr b="0" lang="en-GB" sz="1800" spc="-12" strike="noStrike">
                <a:solidFill>
                  <a:srgbClr val="000000"/>
                </a:solidFill>
                <a:latin typeface="Calibri"/>
              </a:rPr>
              <a:t>theorem,</a:t>
            </a:r>
            <a:r>
              <a:rPr b="0" lang="en-GB" sz="1800" spc="-52" strike="noStrike">
                <a:solidFill>
                  <a:srgbClr val="000000"/>
                </a:solidFill>
                <a:latin typeface="Calibri"/>
              </a:rPr>
              <a:t> </a:t>
            </a:r>
            <a:r>
              <a:rPr b="0" lang="en-GB" sz="1800" spc="-1" strike="noStrike">
                <a:solidFill>
                  <a:srgbClr val="000000"/>
                </a:solidFill>
                <a:latin typeface="Calibri"/>
              </a:rPr>
              <a:t>in</a:t>
            </a:r>
            <a:r>
              <a:rPr b="0" lang="en-GB" sz="1800" spc="-52" strike="noStrike">
                <a:solidFill>
                  <a:srgbClr val="000000"/>
                </a:solidFill>
                <a:latin typeface="Calibri"/>
              </a:rPr>
              <a:t> </a:t>
            </a:r>
            <a:r>
              <a:rPr b="0" lang="en-GB" sz="1800" spc="-1" strike="noStrike">
                <a:solidFill>
                  <a:srgbClr val="000000"/>
                </a:solidFill>
                <a:latin typeface="Calibri"/>
              </a:rPr>
              <a:t>order</a:t>
            </a:r>
            <a:r>
              <a:rPr b="0" lang="en-GB" sz="1800" spc="-52" strike="noStrike">
                <a:solidFill>
                  <a:srgbClr val="000000"/>
                </a:solidFill>
                <a:latin typeface="Calibri"/>
              </a:rPr>
              <a:t> </a:t>
            </a:r>
            <a:r>
              <a:rPr b="0" lang="en-GB" sz="1800" spc="-1" strike="noStrike">
                <a:solidFill>
                  <a:srgbClr val="000000"/>
                </a:solidFill>
                <a:latin typeface="Calibri"/>
              </a:rPr>
              <a:t>to</a:t>
            </a:r>
            <a:r>
              <a:rPr b="0" lang="en-GB" sz="1800" spc="-52" strike="noStrike">
                <a:solidFill>
                  <a:srgbClr val="000000"/>
                </a:solidFill>
                <a:latin typeface="Calibri"/>
              </a:rPr>
              <a:t> </a:t>
            </a:r>
            <a:r>
              <a:rPr b="0" lang="en-GB" sz="1800" spc="-1" strike="noStrike">
                <a:solidFill>
                  <a:srgbClr val="000000"/>
                </a:solidFill>
                <a:latin typeface="Calibri"/>
              </a:rPr>
              <a:t>classify</a:t>
            </a:r>
            <a:r>
              <a:rPr b="0" lang="en-GB" sz="1800" spc="-52" strike="noStrike">
                <a:solidFill>
                  <a:srgbClr val="000000"/>
                </a:solidFill>
                <a:latin typeface="Calibri"/>
              </a:rPr>
              <a:t> </a:t>
            </a:r>
            <a:r>
              <a:rPr b="0" lang="en-GB" sz="1800" spc="-1" strike="noStrike">
                <a:solidFill>
                  <a:srgbClr val="000000"/>
                </a:solidFill>
                <a:latin typeface="Calibri"/>
              </a:rPr>
              <a:t>classes</a:t>
            </a:r>
            <a:r>
              <a:rPr b="0" lang="en-GB" sz="1800" spc="-52" strike="noStrike">
                <a:solidFill>
                  <a:srgbClr val="000000"/>
                </a:solidFill>
                <a:latin typeface="Calibri"/>
              </a:rPr>
              <a:t> </a:t>
            </a:r>
            <a:r>
              <a:rPr b="0" lang="en-GB" sz="1800" spc="-1" strike="noStrike">
                <a:solidFill>
                  <a:srgbClr val="000000"/>
                </a:solidFill>
                <a:latin typeface="Calibri"/>
              </a:rPr>
              <a:t>and</a:t>
            </a:r>
            <a:r>
              <a:rPr b="0" lang="en-GB" sz="1800" spc="-52" strike="noStrike">
                <a:solidFill>
                  <a:srgbClr val="000000"/>
                </a:solidFill>
                <a:latin typeface="Calibri"/>
              </a:rPr>
              <a:t> </a:t>
            </a:r>
            <a:r>
              <a:rPr b="0" lang="en-GB" sz="1800" spc="-12" strike="noStrike">
                <a:solidFill>
                  <a:srgbClr val="000000"/>
                </a:solidFill>
                <a:latin typeface="Calibri"/>
              </a:rPr>
              <a:t>categories.</a:t>
            </a:r>
            <a:r>
              <a:rPr b="0" lang="en-GB" sz="1800" spc="-52" strike="noStrike">
                <a:solidFill>
                  <a:srgbClr val="000000"/>
                </a:solidFill>
                <a:latin typeface="Calibri"/>
              </a:rPr>
              <a:t> </a:t>
            </a:r>
            <a:r>
              <a:rPr b="0" lang="en-GB" sz="1800" spc="-1" strike="noStrike">
                <a:solidFill>
                  <a:srgbClr val="000000"/>
                </a:solidFill>
                <a:latin typeface="Calibri"/>
              </a:rPr>
              <a:t>The</a:t>
            </a:r>
            <a:r>
              <a:rPr b="0" lang="en-GB" sz="1800" spc="-52" strike="noStrike">
                <a:solidFill>
                  <a:srgbClr val="000000"/>
                </a:solidFill>
                <a:latin typeface="Calibri"/>
              </a:rPr>
              <a:t> </a:t>
            </a:r>
            <a:r>
              <a:rPr b="0" lang="en-GB" sz="1800" spc="-21" strike="noStrike">
                <a:solidFill>
                  <a:srgbClr val="000000"/>
                </a:solidFill>
                <a:latin typeface="Calibri"/>
              </a:rPr>
              <a:t>word </a:t>
            </a:r>
            <a:r>
              <a:rPr b="0" lang="en-GB" sz="1800" spc="-1" strike="noStrike">
                <a:solidFill>
                  <a:srgbClr val="000000"/>
                </a:solidFill>
                <a:latin typeface="Calibri"/>
              </a:rPr>
              <a:t>naive</a:t>
            </a:r>
            <a:r>
              <a:rPr b="0" lang="en-GB" sz="1800" spc="-52" strike="noStrike">
                <a:solidFill>
                  <a:srgbClr val="000000"/>
                </a:solidFill>
                <a:latin typeface="Calibri"/>
              </a:rPr>
              <a:t> </a:t>
            </a:r>
            <a:r>
              <a:rPr b="0" lang="en-GB" sz="1800" spc="-1" strike="noStrike">
                <a:solidFill>
                  <a:srgbClr val="000000"/>
                </a:solidFill>
                <a:latin typeface="Calibri"/>
              </a:rPr>
              <a:t>was</a:t>
            </a:r>
            <a:r>
              <a:rPr b="0" lang="en-GB" sz="1800" spc="-46" strike="noStrike">
                <a:solidFill>
                  <a:srgbClr val="000000"/>
                </a:solidFill>
                <a:latin typeface="Calibri"/>
              </a:rPr>
              <a:t> </a:t>
            </a:r>
            <a:r>
              <a:rPr b="0" lang="en-GB" sz="1800" spc="-1" strike="noStrike">
                <a:solidFill>
                  <a:srgbClr val="000000"/>
                </a:solidFill>
                <a:latin typeface="Calibri"/>
              </a:rPr>
              <a:t>given</a:t>
            </a:r>
            <a:r>
              <a:rPr b="0" lang="en-GB" sz="1800" spc="-52" strike="noStrike">
                <a:solidFill>
                  <a:srgbClr val="000000"/>
                </a:solidFill>
                <a:latin typeface="Calibri"/>
              </a:rPr>
              <a:t> </a:t>
            </a:r>
            <a:r>
              <a:rPr b="0" lang="en-GB" sz="1800" spc="-1" strike="noStrike">
                <a:solidFill>
                  <a:srgbClr val="000000"/>
                </a:solidFill>
                <a:latin typeface="Calibri"/>
              </a:rPr>
              <a:t>to</a:t>
            </a:r>
            <a:r>
              <a:rPr b="0" lang="en-GB" sz="1800" spc="-46" strike="noStrike">
                <a:solidFill>
                  <a:srgbClr val="000000"/>
                </a:solidFill>
                <a:latin typeface="Calibri"/>
              </a:rPr>
              <a:t> </a:t>
            </a:r>
            <a:r>
              <a:rPr b="0" lang="en-GB" sz="1800" spc="-1" strike="noStrike">
                <a:solidFill>
                  <a:srgbClr val="000000"/>
                </a:solidFill>
                <a:latin typeface="Calibri"/>
              </a:rPr>
              <a:t>the</a:t>
            </a:r>
            <a:r>
              <a:rPr b="0" lang="en-GB" sz="1800" spc="-52" strike="noStrike">
                <a:solidFill>
                  <a:srgbClr val="000000"/>
                </a:solidFill>
                <a:latin typeface="Calibri"/>
              </a:rPr>
              <a:t> </a:t>
            </a:r>
            <a:r>
              <a:rPr b="0" lang="en-GB" sz="1800" spc="-1" strike="noStrike">
                <a:solidFill>
                  <a:srgbClr val="000000"/>
                </a:solidFill>
                <a:latin typeface="Calibri"/>
              </a:rPr>
              <a:t>algorithm</a:t>
            </a:r>
            <a:r>
              <a:rPr b="0" lang="en-GB" sz="1800" spc="-46" strike="noStrike">
                <a:solidFill>
                  <a:srgbClr val="000000"/>
                </a:solidFill>
                <a:latin typeface="Calibri"/>
              </a:rPr>
              <a:t> </a:t>
            </a:r>
            <a:r>
              <a:rPr b="0" lang="en-GB" sz="1800" spc="-12" strike="noStrike">
                <a:solidFill>
                  <a:srgbClr val="000000"/>
                </a:solidFill>
                <a:latin typeface="Calibri"/>
              </a:rPr>
              <a:t>because</a:t>
            </a:r>
            <a:r>
              <a:rPr b="0" lang="en-GB" sz="1800" spc="-52" strike="noStrike">
                <a:solidFill>
                  <a:srgbClr val="000000"/>
                </a:solidFill>
                <a:latin typeface="Calibri"/>
              </a:rPr>
              <a:t> </a:t>
            </a:r>
            <a:r>
              <a:rPr b="0" lang="en-GB" sz="1800" spc="-1" strike="noStrike">
                <a:solidFill>
                  <a:srgbClr val="000000"/>
                </a:solidFill>
                <a:latin typeface="Calibri"/>
              </a:rPr>
              <a:t>the</a:t>
            </a:r>
            <a:r>
              <a:rPr b="0" lang="en-GB" sz="1800" spc="-46" strike="noStrike">
                <a:solidFill>
                  <a:srgbClr val="000000"/>
                </a:solidFill>
                <a:latin typeface="Calibri"/>
              </a:rPr>
              <a:t> </a:t>
            </a:r>
            <a:r>
              <a:rPr b="0" lang="en-GB" sz="1800" spc="-1" strike="noStrike">
                <a:solidFill>
                  <a:srgbClr val="000000"/>
                </a:solidFill>
                <a:latin typeface="Calibri"/>
              </a:rPr>
              <a:t>algorithm</a:t>
            </a:r>
            <a:r>
              <a:rPr b="0" lang="en-GB" sz="1800" spc="-52" strike="noStrike">
                <a:solidFill>
                  <a:srgbClr val="000000"/>
                </a:solidFill>
                <a:latin typeface="Calibri"/>
              </a:rPr>
              <a:t> </a:t>
            </a:r>
            <a:r>
              <a:rPr b="0" lang="en-GB" sz="1800" spc="-1" strike="noStrike">
                <a:solidFill>
                  <a:srgbClr val="000000"/>
                </a:solidFill>
                <a:latin typeface="Calibri"/>
              </a:rPr>
              <a:t>assumes</a:t>
            </a:r>
            <a:r>
              <a:rPr b="0" lang="en-GB" sz="1800" spc="-46" strike="noStrike">
                <a:solidFill>
                  <a:srgbClr val="000000"/>
                </a:solidFill>
                <a:latin typeface="Calibri"/>
              </a:rPr>
              <a:t> </a:t>
            </a:r>
            <a:r>
              <a:rPr b="0" lang="en-GB" sz="1800" spc="-1" strike="noStrike">
                <a:solidFill>
                  <a:srgbClr val="000000"/>
                </a:solidFill>
                <a:latin typeface="Calibri"/>
              </a:rPr>
              <a:t>that</a:t>
            </a:r>
            <a:r>
              <a:rPr b="0" lang="en-GB" sz="1800" spc="-52" strike="noStrike">
                <a:solidFill>
                  <a:srgbClr val="000000"/>
                </a:solidFill>
                <a:latin typeface="Calibri"/>
              </a:rPr>
              <a:t> </a:t>
            </a:r>
            <a:r>
              <a:rPr b="0" lang="en-GB" sz="1800" spc="-1" strike="noStrike">
                <a:solidFill>
                  <a:srgbClr val="000000"/>
                </a:solidFill>
                <a:latin typeface="Calibri"/>
              </a:rPr>
              <a:t>all</a:t>
            </a:r>
            <a:r>
              <a:rPr b="0" lang="en-GB" sz="1800" spc="-46" strike="noStrike">
                <a:solidFill>
                  <a:srgbClr val="000000"/>
                </a:solidFill>
                <a:latin typeface="Calibri"/>
              </a:rPr>
              <a:t> </a:t>
            </a:r>
            <a:r>
              <a:rPr b="0" lang="en-GB" sz="1800" spc="-12" strike="noStrike">
                <a:solidFill>
                  <a:srgbClr val="000000"/>
                </a:solidFill>
                <a:latin typeface="Calibri"/>
              </a:rPr>
              <a:t>attributes</a:t>
            </a:r>
            <a:r>
              <a:rPr b="0" lang="en-GB" sz="1800" spc="-52" strike="noStrike">
                <a:solidFill>
                  <a:srgbClr val="000000"/>
                </a:solidFill>
                <a:latin typeface="Calibri"/>
              </a:rPr>
              <a:t> </a:t>
            </a:r>
            <a:r>
              <a:rPr b="0" lang="en-GB" sz="1800" spc="-1" strike="noStrike">
                <a:solidFill>
                  <a:srgbClr val="000000"/>
                </a:solidFill>
                <a:latin typeface="Calibri"/>
              </a:rPr>
              <a:t>are</a:t>
            </a:r>
            <a:r>
              <a:rPr b="0" lang="en-GB" sz="1800" spc="-46" strike="noStrike">
                <a:solidFill>
                  <a:srgbClr val="000000"/>
                </a:solidFill>
                <a:latin typeface="Calibri"/>
              </a:rPr>
              <a:t> </a:t>
            </a:r>
            <a:r>
              <a:rPr b="0" lang="en-GB" sz="1800" spc="-12" strike="noStrike">
                <a:solidFill>
                  <a:srgbClr val="000000"/>
                </a:solidFill>
                <a:latin typeface="Calibri"/>
              </a:rPr>
              <a:t>independent</a:t>
            </a:r>
            <a:r>
              <a:rPr b="0" lang="en-GB" sz="1800" spc="-52" strike="noStrike">
                <a:solidFill>
                  <a:srgbClr val="000000"/>
                </a:solidFill>
                <a:latin typeface="Calibri"/>
              </a:rPr>
              <a:t> </a:t>
            </a:r>
            <a:r>
              <a:rPr b="0" lang="en-GB" sz="1800" spc="-1" strike="noStrike">
                <a:solidFill>
                  <a:srgbClr val="000000"/>
                </a:solidFill>
                <a:latin typeface="Calibri"/>
              </a:rPr>
              <a:t>of</a:t>
            </a:r>
            <a:r>
              <a:rPr b="0" lang="en-GB" sz="1800" spc="-46" strike="noStrike">
                <a:solidFill>
                  <a:srgbClr val="000000"/>
                </a:solidFill>
                <a:latin typeface="Calibri"/>
              </a:rPr>
              <a:t> </a:t>
            </a:r>
            <a:r>
              <a:rPr b="0" lang="en-GB" sz="1800" spc="-26" strike="noStrike">
                <a:solidFill>
                  <a:srgbClr val="000000"/>
                </a:solidFill>
                <a:latin typeface="Calibri"/>
              </a:rPr>
              <a:t>one </a:t>
            </a:r>
            <a:r>
              <a:rPr b="0" lang="en-GB" sz="1800" spc="-32" strike="noStrike">
                <a:solidFill>
                  <a:srgbClr val="000000"/>
                </a:solidFill>
                <a:latin typeface="Calibri"/>
              </a:rPr>
              <a:t>another. </a:t>
            </a:r>
            <a:r>
              <a:rPr b="0" lang="en-GB" sz="1800" spc="-1" strike="noStrike">
                <a:solidFill>
                  <a:srgbClr val="000000"/>
                </a:solidFill>
                <a:latin typeface="Calibri"/>
              </a:rPr>
              <a:t>This</a:t>
            </a:r>
            <a:r>
              <a:rPr b="0" lang="en-GB" sz="1800" spc="-26" strike="noStrike">
                <a:solidFill>
                  <a:srgbClr val="000000"/>
                </a:solidFill>
                <a:latin typeface="Calibri"/>
              </a:rPr>
              <a:t> </a:t>
            </a:r>
            <a:r>
              <a:rPr b="0" lang="en-GB" sz="1800" spc="-1" strike="noStrike">
                <a:solidFill>
                  <a:srgbClr val="000000"/>
                </a:solidFill>
                <a:latin typeface="Calibri"/>
              </a:rPr>
              <a:t>is</a:t>
            </a:r>
            <a:r>
              <a:rPr b="0" lang="en-GB" sz="1800" spc="-26" strike="noStrike">
                <a:solidFill>
                  <a:srgbClr val="000000"/>
                </a:solidFill>
                <a:latin typeface="Calibri"/>
              </a:rPr>
              <a:t> </a:t>
            </a:r>
            <a:r>
              <a:rPr b="0" lang="en-GB" sz="1800" spc="-1" strike="noStrike">
                <a:solidFill>
                  <a:srgbClr val="000000"/>
                </a:solidFill>
                <a:latin typeface="Calibri"/>
              </a:rPr>
              <a:t>not</a:t>
            </a:r>
            <a:r>
              <a:rPr b="0" lang="en-GB" sz="1800" spc="-26" strike="noStrike">
                <a:solidFill>
                  <a:srgbClr val="000000"/>
                </a:solidFill>
                <a:latin typeface="Calibri"/>
              </a:rPr>
              <a:t> </a:t>
            </a:r>
            <a:r>
              <a:rPr b="0" lang="en-GB" sz="1800" spc="-1" strike="noStrike">
                <a:solidFill>
                  <a:srgbClr val="000000"/>
                </a:solidFill>
                <a:latin typeface="Calibri"/>
              </a:rPr>
              <a:t>actually</a:t>
            </a:r>
            <a:r>
              <a:rPr b="0" lang="en-GB" sz="1800" spc="-32" strike="noStrike">
                <a:solidFill>
                  <a:srgbClr val="000000"/>
                </a:solidFill>
                <a:latin typeface="Calibri"/>
              </a:rPr>
              <a:t> </a:t>
            </a:r>
            <a:r>
              <a:rPr b="0" lang="en-GB" sz="1800" spc="-12" strike="noStrike">
                <a:solidFill>
                  <a:srgbClr val="000000"/>
                </a:solidFill>
                <a:latin typeface="Calibri"/>
              </a:rPr>
              <a:t>possible,</a:t>
            </a:r>
            <a:r>
              <a:rPr b="0" lang="en-GB" sz="1800" spc="-26" strike="noStrike">
                <a:solidFill>
                  <a:srgbClr val="000000"/>
                </a:solidFill>
                <a:latin typeface="Calibri"/>
              </a:rPr>
              <a:t> </a:t>
            </a:r>
            <a:r>
              <a:rPr b="0" lang="en-GB" sz="1800" spc="-1" strike="noStrike">
                <a:solidFill>
                  <a:srgbClr val="000000"/>
                </a:solidFill>
                <a:latin typeface="Calibri"/>
              </a:rPr>
              <a:t>as</a:t>
            </a:r>
            <a:r>
              <a:rPr b="0" lang="en-GB" sz="1800" spc="-26" strike="noStrike">
                <a:solidFill>
                  <a:srgbClr val="000000"/>
                </a:solidFill>
                <a:latin typeface="Calibri"/>
              </a:rPr>
              <a:t> </a:t>
            </a:r>
            <a:r>
              <a:rPr b="0" lang="en-GB" sz="1800" spc="-1" strike="noStrike">
                <a:solidFill>
                  <a:srgbClr val="000000"/>
                </a:solidFill>
                <a:latin typeface="Calibri"/>
              </a:rPr>
              <a:t>every</a:t>
            </a:r>
            <a:r>
              <a:rPr b="0" lang="en-GB" sz="1800" spc="-26" strike="noStrike">
                <a:solidFill>
                  <a:srgbClr val="000000"/>
                </a:solidFill>
                <a:latin typeface="Calibri"/>
              </a:rPr>
              <a:t> </a:t>
            </a:r>
            <a:r>
              <a:rPr b="0" lang="en-GB" sz="1800" spc="-21" strike="noStrike">
                <a:solidFill>
                  <a:srgbClr val="000000"/>
                </a:solidFill>
                <a:latin typeface="Calibri"/>
              </a:rPr>
              <a:t>attribute/feature</a:t>
            </a:r>
            <a:r>
              <a:rPr b="0" lang="en-GB" sz="1800" spc="-32" strike="noStrike">
                <a:solidFill>
                  <a:srgbClr val="000000"/>
                </a:solidFill>
                <a:latin typeface="Calibri"/>
              </a:rPr>
              <a:t> </a:t>
            </a:r>
            <a:r>
              <a:rPr b="0" lang="en-GB" sz="1800" spc="-1" strike="noStrike">
                <a:solidFill>
                  <a:srgbClr val="000000"/>
                </a:solidFill>
                <a:latin typeface="Calibri"/>
              </a:rPr>
              <a:t>in</a:t>
            </a:r>
            <a:r>
              <a:rPr b="0" lang="en-GB" sz="1800" spc="-26" strike="noStrike">
                <a:solidFill>
                  <a:srgbClr val="000000"/>
                </a:solidFill>
                <a:latin typeface="Calibri"/>
              </a:rPr>
              <a:t> </a:t>
            </a:r>
            <a:r>
              <a:rPr b="0" lang="en-GB" sz="1800" spc="-1" strike="noStrike">
                <a:solidFill>
                  <a:srgbClr val="000000"/>
                </a:solidFill>
                <a:latin typeface="Calibri"/>
              </a:rPr>
              <a:t>a</a:t>
            </a:r>
            <a:r>
              <a:rPr b="0" lang="en-GB" sz="1800" spc="-26" strike="noStrike">
                <a:solidFill>
                  <a:srgbClr val="000000"/>
                </a:solidFill>
                <a:latin typeface="Calibri"/>
              </a:rPr>
              <a:t> </a:t>
            </a:r>
            <a:r>
              <a:rPr b="0" lang="en-GB" sz="1800" spc="-12" strike="noStrike">
                <a:solidFill>
                  <a:srgbClr val="000000"/>
                </a:solidFill>
                <a:latin typeface="Calibri"/>
              </a:rPr>
              <a:t>dataset</a:t>
            </a:r>
            <a:r>
              <a:rPr b="0" lang="en-GB" sz="1800" spc="-26" strike="noStrike">
                <a:solidFill>
                  <a:srgbClr val="000000"/>
                </a:solidFill>
                <a:latin typeface="Calibri"/>
              </a:rPr>
              <a:t> </a:t>
            </a:r>
            <a:r>
              <a:rPr b="0" lang="en-GB" sz="1800" spc="-1" strike="noStrike">
                <a:solidFill>
                  <a:srgbClr val="000000"/>
                </a:solidFill>
                <a:latin typeface="Calibri"/>
              </a:rPr>
              <a:t>is</a:t>
            </a:r>
            <a:r>
              <a:rPr b="0" lang="en-GB" sz="1800" spc="-32" strike="noStrike">
                <a:solidFill>
                  <a:srgbClr val="000000"/>
                </a:solidFill>
                <a:latin typeface="Calibri"/>
              </a:rPr>
              <a:t> </a:t>
            </a:r>
            <a:r>
              <a:rPr b="0" lang="en-GB" sz="1800" spc="-12" strike="noStrike">
                <a:solidFill>
                  <a:srgbClr val="000000"/>
                </a:solidFill>
                <a:latin typeface="Calibri"/>
              </a:rPr>
              <a:t>related</a:t>
            </a:r>
            <a:r>
              <a:rPr b="0" lang="en-GB" sz="1800" spc="-26" strike="noStrike">
                <a:solidFill>
                  <a:srgbClr val="000000"/>
                </a:solidFill>
                <a:latin typeface="Calibri"/>
              </a:rPr>
              <a:t> </a:t>
            </a:r>
            <a:r>
              <a:rPr b="0" lang="en-GB" sz="1800" spc="-1" strike="noStrike">
                <a:solidFill>
                  <a:srgbClr val="000000"/>
                </a:solidFill>
                <a:latin typeface="Calibri"/>
              </a:rPr>
              <a:t>to</a:t>
            </a:r>
            <a:r>
              <a:rPr b="0" lang="en-GB" sz="1800" spc="-26" strike="noStrike">
                <a:solidFill>
                  <a:srgbClr val="000000"/>
                </a:solidFill>
                <a:latin typeface="Calibri"/>
              </a:rPr>
              <a:t> </a:t>
            </a:r>
            <a:r>
              <a:rPr b="0" lang="en-GB" sz="1800" spc="-1" strike="noStrike">
                <a:solidFill>
                  <a:srgbClr val="000000"/>
                </a:solidFill>
                <a:latin typeface="Calibri"/>
              </a:rPr>
              <a:t>another</a:t>
            </a:r>
            <a:r>
              <a:rPr b="0" lang="en-GB" sz="1800" spc="-26" strike="noStrike">
                <a:solidFill>
                  <a:srgbClr val="000000"/>
                </a:solidFill>
                <a:latin typeface="Calibri"/>
              </a:rPr>
              <a:t> </a:t>
            </a:r>
            <a:r>
              <a:rPr b="0" lang="en-GB" sz="1800" spc="-12" strike="noStrike">
                <a:solidFill>
                  <a:srgbClr val="000000"/>
                </a:solidFill>
                <a:latin typeface="Calibri"/>
              </a:rPr>
              <a:t>attribute,</a:t>
            </a:r>
            <a:r>
              <a:rPr b="0" lang="en-GB" sz="1800" spc="-32" strike="noStrike">
                <a:solidFill>
                  <a:srgbClr val="000000"/>
                </a:solidFill>
                <a:latin typeface="Calibri"/>
              </a:rPr>
              <a:t> </a:t>
            </a:r>
            <a:r>
              <a:rPr b="0" lang="en-GB" sz="1800" spc="-1" strike="noStrike">
                <a:solidFill>
                  <a:srgbClr val="000000"/>
                </a:solidFill>
                <a:latin typeface="Calibri"/>
              </a:rPr>
              <a:t>in</a:t>
            </a:r>
            <a:r>
              <a:rPr b="0" lang="en-GB" sz="1800" spc="-26" strike="noStrike">
                <a:solidFill>
                  <a:srgbClr val="000000"/>
                </a:solidFill>
                <a:latin typeface="Calibri"/>
              </a:rPr>
              <a:t> one </a:t>
            </a:r>
            <a:r>
              <a:rPr b="0" lang="en-GB" sz="1800" spc="-1" strike="noStrike">
                <a:solidFill>
                  <a:srgbClr val="000000"/>
                </a:solidFill>
                <a:latin typeface="Calibri"/>
              </a:rPr>
              <a:t>way</a:t>
            </a:r>
            <a:r>
              <a:rPr b="0" lang="en-GB" sz="1800" spc="-52" strike="noStrike">
                <a:solidFill>
                  <a:srgbClr val="000000"/>
                </a:solidFill>
                <a:latin typeface="Calibri"/>
              </a:rPr>
              <a:t> </a:t>
            </a:r>
            <a:r>
              <a:rPr b="0" lang="en-GB" sz="1800" spc="-1" strike="noStrike">
                <a:solidFill>
                  <a:srgbClr val="000000"/>
                </a:solidFill>
                <a:latin typeface="Calibri"/>
              </a:rPr>
              <a:t>or</a:t>
            </a:r>
            <a:r>
              <a:rPr b="0" lang="en-GB" sz="1800" spc="-52" strike="noStrike">
                <a:solidFill>
                  <a:srgbClr val="000000"/>
                </a:solidFill>
                <a:latin typeface="Calibri"/>
              </a:rPr>
              <a:t> </a:t>
            </a:r>
            <a:r>
              <a:rPr b="0" lang="en-GB" sz="1800" spc="-12" strike="noStrike">
                <a:solidFill>
                  <a:srgbClr val="000000"/>
                </a:solidFill>
                <a:latin typeface="Calibri"/>
              </a:rPr>
              <a:t>another.</a:t>
            </a:r>
            <a:endParaRPr b="0" lang="en-GB" sz="1800" spc="-1" strike="noStrike">
              <a:solidFill>
                <a:srgbClr val="000000"/>
              </a:solidFill>
              <a:latin typeface="Arial"/>
            </a:endParaRPr>
          </a:p>
          <a:p>
            <a:pPr marL="12600">
              <a:lnSpc>
                <a:spcPct val="100000"/>
              </a:lnSpc>
            </a:pPr>
            <a:r>
              <a:rPr b="0" lang="en-GB" sz="1800" spc="-12" strike="noStrike">
                <a:solidFill>
                  <a:srgbClr val="000000"/>
                </a:solidFill>
                <a:latin typeface="Calibri"/>
              </a:rPr>
              <a:t>Despite</a:t>
            </a:r>
            <a:r>
              <a:rPr b="0" lang="en-GB" sz="1800" spc="-60" strike="noStrike">
                <a:solidFill>
                  <a:srgbClr val="000000"/>
                </a:solidFill>
                <a:latin typeface="Calibri"/>
              </a:rPr>
              <a:t> </a:t>
            </a:r>
            <a:r>
              <a:rPr b="0" lang="en-GB" sz="1800" spc="-1" strike="noStrike">
                <a:solidFill>
                  <a:srgbClr val="000000"/>
                </a:solidFill>
                <a:latin typeface="Calibri"/>
              </a:rPr>
              <a:t>being</a:t>
            </a:r>
            <a:r>
              <a:rPr b="0" lang="en-GB" sz="1800" spc="-55" strike="noStrike">
                <a:solidFill>
                  <a:srgbClr val="000000"/>
                </a:solidFill>
                <a:latin typeface="Calibri"/>
              </a:rPr>
              <a:t> </a:t>
            </a:r>
            <a:r>
              <a:rPr b="0" lang="en-GB" sz="1800" spc="-1" strike="noStrike">
                <a:solidFill>
                  <a:srgbClr val="000000"/>
                </a:solidFill>
                <a:latin typeface="Calibri"/>
              </a:rPr>
              <a:t>naive,</a:t>
            </a:r>
            <a:r>
              <a:rPr b="0" lang="en-GB" sz="1800" spc="-55" strike="noStrike">
                <a:solidFill>
                  <a:srgbClr val="000000"/>
                </a:solidFill>
                <a:latin typeface="Calibri"/>
              </a:rPr>
              <a:t> </a:t>
            </a:r>
            <a:r>
              <a:rPr b="0" lang="en-GB" sz="1800" spc="-1" strike="noStrike">
                <a:solidFill>
                  <a:srgbClr val="000000"/>
                </a:solidFill>
                <a:latin typeface="Calibri"/>
              </a:rPr>
              <a:t>the</a:t>
            </a:r>
            <a:r>
              <a:rPr b="0" lang="en-GB" sz="1800" spc="-60" strike="noStrike">
                <a:solidFill>
                  <a:srgbClr val="000000"/>
                </a:solidFill>
                <a:latin typeface="Calibri"/>
              </a:rPr>
              <a:t> </a:t>
            </a:r>
            <a:r>
              <a:rPr b="0" lang="en-GB" sz="1800" spc="-1" strike="noStrike">
                <a:solidFill>
                  <a:srgbClr val="000000"/>
                </a:solidFill>
                <a:latin typeface="Calibri"/>
              </a:rPr>
              <a:t>algorithm</a:t>
            </a:r>
            <a:r>
              <a:rPr b="0" lang="en-GB" sz="1800" spc="-55" strike="noStrike">
                <a:solidFill>
                  <a:srgbClr val="000000"/>
                </a:solidFill>
                <a:latin typeface="Calibri"/>
              </a:rPr>
              <a:t> </a:t>
            </a:r>
            <a:r>
              <a:rPr b="0" lang="en-GB" sz="1800" spc="-1" strike="noStrike">
                <a:solidFill>
                  <a:srgbClr val="000000"/>
                </a:solidFill>
                <a:latin typeface="Calibri"/>
              </a:rPr>
              <a:t>does</a:t>
            </a:r>
            <a:r>
              <a:rPr b="0" lang="en-GB" sz="1800" spc="-55" strike="noStrike">
                <a:solidFill>
                  <a:srgbClr val="000000"/>
                </a:solidFill>
                <a:latin typeface="Calibri"/>
              </a:rPr>
              <a:t> </a:t>
            </a:r>
            <a:r>
              <a:rPr b="0" lang="en-GB" sz="1800" spc="-1" strike="noStrike">
                <a:solidFill>
                  <a:srgbClr val="000000"/>
                </a:solidFill>
                <a:latin typeface="Calibri"/>
              </a:rPr>
              <a:t>well</a:t>
            </a:r>
            <a:r>
              <a:rPr b="0" lang="en-GB" sz="1800" spc="-55" strike="noStrike">
                <a:solidFill>
                  <a:srgbClr val="000000"/>
                </a:solidFill>
                <a:latin typeface="Calibri"/>
              </a:rPr>
              <a:t> </a:t>
            </a:r>
            <a:r>
              <a:rPr b="0" lang="en-GB" sz="1800" spc="-1" strike="noStrike">
                <a:solidFill>
                  <a:srgbClr val="000000"/>
                </a:solidFill>
                <a:latin typeface="Calibri"/>
              </a:rPr>
              <a:t>in</a:t>
            </a:r>
            <a:r>
              <a:rPr b="0" lang="en-GB" sz="1800" spc="-60" strike="noStrike">
                <a:solidFill>
                  <a:srgbClr val="000000"/>
                </a:solidFill>
                <a:latin typeface="Calibri"/>
              </a:rPr>
              <a:t> </a:t>
            </a:r>
            <a:r>
              <a:rPr b="0" lang="en-GB" sz="1800" spc="-1" strike="noStrike">
                <a:solidFill>
                  <a:srgbClr val="000000"/>
                </a:solidFill>
                <a:latin typeface="Calibri"/>
              </a:rPr>
              <a:t>actual</a:t>
            </a:r>
            <a:r>
              <a:rPr b="0" lang="en-GB" sz="1800" spc="-55" strike="noStrike">
                <a:solidFill>
                  <a:srgbClr val="000000"/>
                </a:solidFill>
                <a:latin typeface="Calibri"/>
              </a:rPr>
              <a:t> </a:t>
            </a:r>
            <a:r>
              <a:rPr b="0" lang="en-GB" sz="1800" spc="-1" strike="noStrike">
                <a:solidFill>
                  <a:srgbClr val="000000"/>
                </a:solidFill>
                <a:latin typeface="Calibri"/>
              </a:rPr>
              <a:t>practice.</a:t>
            </a:r>
            <a:r>
              <a:rPr b="0" lang="en-GB" sz="1800" spc="-55" strike="noStrike">
                <a:solidFill>
                  <a:srgbClr val="000000"/>
                </a:solidFill>
                <a:latin typeface="Calibri"/>
              </a:rPr>
              <a:t> </a:t>
            </a:r>
            <a:r>
              <a:rPr b="0" lang="en-GB" sz="1800" spc="-1" strike="noStrike">
                <a:solidFill>
                  <a:srgbClr val="000000"/>
                </a:solidFill>
                <a:latin typeface="Calibri"/>
              </a:rPr>
              <a:t>The</a:t>
            </a:r>
            <a:r>
              <a:rPr b="0" lang="en-GB" sz="1800" spc="-60" strike="noStrike">
                <a:solidFill>
                  <a:srgbClr val="000000"/>
                </a:solidFill>
                <a:latin typeface="Calibri"/>
              </a:rPr>
              <a:t> </a:t>
            </a:r>
            <a:r>
              <a:rPr b="0" lang="en-GB" sz="1800" spc="-1" strike="noStrike">
                <a:solidFill>
                  <a:srgbClr val="000000"/>
                </a:solidFill>
                <a:latin typeface="Calibri"/>
              </a:rPr>
              <a:t>formula</a:t>
            </a:r>
            <a:r>
              <a:rPr b="0" lang="en-GB" sz="1800" spc="-55" strike="noStrike">
                <a:solidFill>
                  <a:srgbClr val="000000"/>
                </a:solidFill>
                <a:latin typeface="Calibri"/>
              </a:rPr>
              <a:t> </a:t>
            </a:r>
            <a:r>
              <a:rPr b="0" lang="en-GB" sz="1800" spc="-1" strike="noStrike">
                <a:solidFill>
                  <a:srgbClr val="000000"/>
                </a:solidFill>
                <a:latin typeface="Calibri"/>
              </a:rPr>
              <a:t>for</a:t>
            </a:r>
            <a:r>
              <a:rPr b="0" lang="en-GB" sz="1800" spc="-55" strike="noStrike">
                <a:solidFill>
                  <a:srgbClr val="000000"/>
                </a:solidFill>
                <a:latin typeface="Calibri"/>
              </a:rPr>
              <a:t> </a:t>
            </a:r>
            <a:r>
              <a:rPr b="0" lang="en-GB" sz="1800" spc="-1" strike="noStrike">
                <a:solidFill>
                  <a:srgbClr val="000000"/>
                </a:solidFill>
                <a:latin typeface="Calibri"/>
              </a:rPr>
              <a:t>the</a:t>
            </a:r>
            <a:r>
              <a:rPr b="0" lang="en-GB" sz="1800" spc="-55" strike="noStrike">
                <a:solidFill>
                  <a:srgbClr val="000000"/>
                </a:solidFill>
                <a:latin typeface="Calibri"/>
              </a:rPr>
              <a:t> </a:t>
            </a:r>
            <a:r>
              <a:rPr b="0" lang="en-GB" sz="1800" spc="-1" strike="noStrike">
                <a:solidFill>
                  <a:srgbClr val="000000"/>
                </a:solidFill>
                <a:latin typeface="Calibri"/>
              </a:rPr>
              <a:t>Bayes</a:t>
            </a:r>
            <a:r>
              <a:rPr b="0" lang="en-GB" sz="1800" spc="-60" strike="noStrike">
                <a:solidFill>
                  <a:srgbClr val="000000"/>
                </a:solidFill>
                <a:latin typeface="Calibri"/>
              </a:rPr>
              <a:t> </a:t>
            </a:r>
            <a:r>
              <a:rPr b="0" lang="en-GB" sz="1800" spc="-12" strike="noStrike">
                <a:solidFill>
                  <a:srgbClr val="000000"/>
                </a:solidFill>
                <a:latin typeface="Calibri"/>
              </a:rPr>
              <a:t>theorem</a:t>
            </a:r>
            <a:r>
              <a:rPr b="0" lang="en-GB" sz="1800" spc="-55" strike="noStrike">
                <a:solidFill>
                  <a:srgbClr val="000000"/>
                </a:solidFill>
                <a:latin typeface="Calibri"/>
              </a:rPr>
              <a:t> </a:t>
            </a:r>
            <a:r>
              <a:rPr b="0" lang="en-GB" sz="1800" spc="-1" strike="noStrike">
                <a:solidFill>
                  <a:srgbClr val="000000"/>
                </a:solidFill>
                <a:latin typeface="Calibri"/>
              </a:rPr>
              <a:t>is</a:t>
            </a:r>
            <a:r>
              <a:rPr b="0" lang="en-GB" sz="1800" spc="-55" strike="noStrike">
                <a:solidFill>
                  <a:srgbClr val="000000"/>
                </a:solidFill>
                <a:latin typeface="Calibri"/>
              </a:rPr>
              <a:t> </a:t>
            </a:r>
            <a:r>
              <a:rPr b="0" lang="en-GB" sz="1800" spc="-1" strike="noStrike">
                <a:solidFill>
                  <a:srgbClr val="000000"/>
                </a:solidFill>
                <a:latin typeface="Calibri"/>
              </a:rPr>
              <a:t>as</a:t>
            </a:r>
            <a:r>
              <a:rPr b="0" lang="en-GB" sz="1800" spc="-55" strike="noStrike">
                <a:solidFill>
                  <a:srgbClr val="000000"/>
                </a:solidFill>
                <a:latin typeface="Calibri"/>
              </a:rPr>
              <a:t> </a:t>
            </a:r>
            <a:r>
              <a:rPr b="0" lang="en-GB" sz="1800" spc="-12" strike="noStrike">
                <a:solidFill>
                  <a:srgbClr val="000000"/>
                </a:solidFill>
                <a:latin typeface="Calibri"/>
              </a:rPr>
              <a:t>follows: </a:t>
            </a:r>
            <a:r>
              <a:rPr b="0" lang="en-GB" sz="1800" spc="-1" strike="noStrike">
                <a:solidFill>
                  <a:srgbClr val="000000"/>
                </a:solidFill>
                <a:latin typeface="Calibri"/>
              </a:rPr>
              <a:t>Bayes</a:t>
            </a:r>
            <a:r>
              <a:rPr b="0" lang="en-GB" sz="1800" spc="-72" strike="noStrike">
                <a:solidFill>
                  <a:srgbClr val="000000"/>
                </a:solidFill>
                <a:latin typeface="Calibri"/>
              </a:rPr>
              <a:t> </a:t>
            </a:r>
            <a:r>
              <a:rPr b="0" lang="en-GB" sz="1800" spc="-12" strike="noStrike">
                <a:solidFill>
                  <a:srgbClr val="000000"/>
                </a:solidFill>
                <a:latin typeface="Calibri"/>
              </a:rPr>
              <a:t>theorem</a:t>
            </a:r>
            <a:r>
              <a:rPr b="0" lang="en-GB" sz="1800" spc="-66" strike="noStrike">
                <a:solidFill>
                  <a:srgbClr val="000000"/>
                </a:solidFill>
                <a:latin typeface="Calibri"/>
              </a:rPr>
              <a:t> </a:t>
            </a:r>
            <a:r>
              <a:rPr b="0" lang="en-GB" sz="1800" spc="-12" strike="noStrike">
                <a:solidFill>
                  <a:srgbClr val="000000"/>
                </a:solidFill>
                <a:latin typeface="Calibri"/>
              </a:rPr>
              <a:t>formula:</a:t>
            </a:r>
            <a:endParaRPr b="0" lang="en-GB" sz="1800" spc="-1" strike="noStrike">
              <a:solidFill>
                <a:srgbClr val="000000"/>
              </a:solidFill>
              <a:latin typeface="Arial"/>
            </a:endParaRPr>
          </a:p>
        </p:txBody>
      </p:sp>
      <p:pic>
        <p:nvPicPr>
          <p:cNvPr id="138" name="object 4" descr=""/>
          <p:cNvPicPr/>
          <p:nvPr/>
        </p:nvPicPr>
        <p:blipFill>
          <a:blip r:embed="rId1"/>
          <a:stretch/>
        </p:blipFill>
        <p:spPr>
          <a:xfrm>
            <a:off x="424080" y="2617200"/>
            <a:ext cx="1513800" cy="456480"/>
          </a:xfrm>
          <a:prstGeom prst="rect">
            <a:avLst/>
          </a:prstGeom>
          <a:ln w="0">
            <a:noFill/>
          </a:ln>
        </p:spPr>
      </p:pic>
      <p:sp>
        <p:nvSpPr>
          <p:cNvPr id="139" name="object 5"/>
          <p:cNvSpPr/>
          <p:nvPr/>
        </p:nvSpPr>
        <p:spPr>
          <a:xfrm>
            <a:off x="-6840" y="3291120"/>
            <a:ext cx="10824120" cy="3304080"/>
          </a:xfrm>
          <a:prstGeom prst="rect">
            <a:avLst/>
          </a:prstGeom>
          <a:noFill/>
          <a:ln w="0">
            <a:noFill/>
          </a:ln>
        </p:spPr>
        <p:style>
          <a:lnRef idx="0"/>
          <a:fillRef idx="0"/>
          <a:effectRef idx="0"/>
          <a:fontRef idx="minor"/>
        </p:style>
        <p:txBody>
          <a:bodyPr lIns="0" rIns="0" tIns="12600" bIns="0" anchor="t">
            <a:spAutoFit/>
          </a:bodyPr>
          <a:p>
            <a:pPr marL="92880" indent="-89640">
              <a:lnSpc>
                <a:spcPct val="100000"/>
              </a:lnSpc>
              <a:spcBef>
                <a:spcPts val="99"/>
              </a:spcBef>
              <a:buClr>
                <a:srgbClr val="000000"/>
              </a:buClr>
              <a:buSzPct val="94000"/>
              <a:buFont typeface="Symbol" charset="2"/>
              <a:buChar char=""/>
              <a:tabLst>
                <a:tab algn="l" pos="92880"/>
              </a:tabLst>
            </a:pPr>
            <a:r>
              <a:rPr b="0" lang="en-GB" sz="1800" spc="-1" strike="noStrike">
                <a:solidFill>
                  <a:srgbClr val="000000"/>
                </a:solidFill>
                <a:latin typeface="Arial MT"/>
              </a:rPr>
              <a:t>p(h|D):</a:t>
            </a:r>
            <a:r>
              <a:rPr b="0" lang="en-GB" sz="1800" spc="-52" strike="noStrike">
                <a:solidFill>
                  <a:srgbClr val="000000"/>
                </a:solidFill>
                <a:latin typeface="Arial MT"/>
              </a:rPr>
              <a:t> </a:t>
            </a:r>
            <a:r>
              <a:rPr b="0" lang="en-GB" sz="1800" spc="-1" strike="noStrike">
                <a:solidFill>
                  <a:srgbClr val="000000"/>
                </a:solidFill>
                <a:latin typeface="Arial MT"/>
              </a:rPr>
              <a:t>This</a:t>
            </a:r>
            <a:r>
              <a:rPr b="0" lang="en-GB" sz="1800" spc="-15" strike="noStrike">
                <a:solidFill>
                  <a:srgbClr val="000000"/>
                </a:solidFill>
                <a:latin typeface="Arial MT"/>
              </a:rPr>
              <a:t> </a:t>
            </a:r>
            <a:r>
              <a:rPr b="0" lang="en-GB" sz="1800" spc="-1" strike="noStrike">
                <a:solidFill>
                  <a:srgbClr val="000000"/>
                </a:solidFill>
                <a:latin typeface="Arial MT"/>
              </a:rPr>
              <a:t>is</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2" strike="noStrike">
                <a:solidFill>
                  <a:srgbClr val="000000"/>
                </a:solidFill>
                <a:latin typeface="Arial MT"/>
              </a:rPr>
              <a:t> </a:t>
            </a:r>
            <a:r>
              <a:rPr b="0" lang="en-GB" sz="1800" spc="-1" strike="noStrike">
                <a:solidFill>
                  <a:srgbClr val="000000"/>
                </a:solidFill>
                <a:latin typeface="Arial MT"/>
              </a:rPr>
              <a:t>probability</a:t>
            </a:r>
            <a:r>
              <a:rPr b="0" lang="en-GB" sz="1800" spc="-15" strike="noStrike">
                <a:solidFill>
                  <a:srgbClr val="000000"/>
                </a:solidFill>
                <a:latin typeface="Arial MT"/>
              </a:rPr>
              <a:t> </a:t>
            </a:r>
            <a:r>
              <a:rPr b="0" lang="en-GB" sz="1800" spc="-1" strike="noStrike">
                <a:solidFill>
                  <a:srgbClr val="000000"/>
                </a:solidFill>
                <a:latin typeface="Arial MT"/>
              </a:rPr>
              <a:t>of</a:t>
            </a:r>
            <a:r>
              <a:rPr b="0" lang="en-GB" sz="1800" spc="-15" strike="noStrike">
                <a:solidFill>
                  <a:srgbClr val="000000"/>
                </a:solidFill>
                <a:latin typeface="Arial MT"/>
              </a:rPr>
              <a:t> </a:t>
            </a:r>
            <a:r>
              <a:rPr b="0" lang="en-GB" sz="1800" spc="-1" strike="noStrike">
                <a:solidFill>
                  <a:srgbClr val="000000"/>
                </a:solidFill>
                <a:latin typeface="Arial MT"/>
              </a:rPr>
              <a:t>a</a:t>
            </a:r>
            <a:r>
              <a:rPr b="0" lang="en-GB" sz="1800" spc="-15" strike="noStrike">
                <a:solidFill>
                  <a:srgbClr val="000000"/>
                </a:solidFill>
                <a:latin typeface="Arial MT"/>
              </a:rPr>
              <a:t> </a:t>
            </a:r>
            <a:r>
              <a:rPr b="0" lang="en-GB" sz="1800" spc="-1" strike="noStrike">
                <a:solidFill>
                  <a:srgbClr val="000000"/>
                </a:solidFill>
                <a:latin typeface="Arial MT"/>
              </a:rPr>
              <a:t>hypothesis</a:t>
            </a:r>
            <a:r>
              <a:rPr b="0" lang="en-GB" sz="1800" spc="-12" strike="noStrike">
                <a:solidFill>
                  <a:srgbClr val="000000"/>
                </a:solidFill>
                <a:latin typeface="Arial MT"/>
              </a:rPr>
              <a:t> </a:t>
            </a:r>
            <a:r>
              <a:rPr b="0" lang="en-GB" sz="1800" spc="-1" strike="noStrike">
                <a:solidFill>
                  <a:srgbClr val="000000"/>
                </a:solidFill>
                <a:latin typeface="Arial MT"/>
              </a:rPr>
              <a:t>taking</a:t>
            </a:r>
            <a:r>
              <a:rPr b="0" lang="en-GB" sz="1800" spc="-15" strike="noStrike">
                <a:solidFill>
                  <a:srgbClr val="000000"/>
                </a:solidFill>
                <a:latin typeface="Arial MT"/>
              </a:rPr>
              <a:t> </a:t>
            </a:r>
            <a:r>
              <a:rPr b="0" lang="en-GB" sz="1800" spc="-1" strike="noStrike">
                <a:solidFill>
                  <a:srgbClr val="000000"/>
                </a:solidFill>
                <a:latin typeface="Arial MT"/>
              </a:rPr>
              <a:t>place,</a:t>
            </a:r>
            <a:r>
              <a:rPr b="0" lang="en-GB" sz="1800" spc="-15" strike="noStrike">
                <a:solidFill>
                  <a:srgbClr val="000000"/>
                </a:solidFill>
                <a:latin typeface="Arial MT"/>
              </a:rPr>
              <a:t> </a:t>
            </a:r>
            <a:r>
              <a:rPr b="0" lang="en-GB" sz="1800" spc="-1" strike="noStrike">
                <a:solidFill>
                  <a:srgbClr val="000000"/>
                </a:solidFill>
                <a:latin typeface="Arial MT"/>
              </a:rPr>
              <a:t>provided</a:t>
            </a:r>
            <a:r>
              <a:rPr b="0" lang="en-GB" sz="1800" spc="-15" strike="noStrike">
                <a:solidFill>
                  <a:srgbClr val="000000"/>
                </a:solidFill>
                <a:latin typeface="Arial MT"/>
              </a:rPr>
              <a:t> </a:t>
            </a:r>
            <a:r>
              <a:rPr b="0" lang="en-GB" sz="1800" spc="-1" strike="noStrike">
                <a:solidFill>
                  <a:srgbClr val="000000"/>
                </a:solidFill>
                <a:latin typeface="Arial MT"/>
              </a:rPr>
              <a:t>that</a:t>
            </a:r>
            <a:r>
              <a:rPr b="0" lang="en-GB" sz="1800" spc="-12" strike="noStrike">
                <a:solidFill>
                  <a:srgbClr val="000000"/>
                </a:solidFill>
                <a:latin typeface="Arial MT"/>
              </a:rPr>
              <a:t> </a:t>
            </a:r>
            <a:r>
              <a:rPr b="0" lang="en-GB" sz="1800" spc="-1" strike="noStrike">
                <a:solidFill>
                  <a:srgbClr val="000000"/>
                </a:solidFill>
                <a:latin typeface="Arial MT"/>
              </a:rPr>
              <a:t>we</a:t>
            </a:r>
            <a:r>
              <a:rPr b="0" lang="en-GB" sz="1800" spc="-15" strike="noStrike">
                <a:solidFill>
                  <a:srgbClr val="000000"/>
                </a:solidFill>
                <a:latin typeface="Arial MT"/>
              </a:rPr>
              <a:t> </a:t>
            </a:r>
            <a:r>
              <a:rPr b="0" lang="en-GB" sz="1800" spc="-1" strike="noStrike">
                <a:solidFill>
                  <a:srgbClr val="000000"/>
                </a:solidFill>
                <a:latin typeface="Arial MT"/>
              </a:rPr>
              <a:t>have</a:t>
            </a:r>
            <a:r>
              <a:rPr b="0" lang="en-GB" sz="1800" spc="-15" strike="noStrike">
                <a:solidFill>
                  <a:srgbClr val="000000"/>
                </a:solidFill>
                <a:latin typeface="Arial MT"/>
              </a:rPr>
              <a:t> </a:t>
            </a:r>
            <a:r>
              <a:rPr b="0" lang="en-GB" sz="1800" spc="-1" strike="noStrike">
                <a:solidFill>
                  <a:srgbClr val="000000"/>
                </a:solidFill>
                <a:latin typeface="Arial MT"/>
              </a:rPr>
              <a:t>a</a:t>
            </a:r>
            <a:r>
              <a:rPr b="0" lang="en-GB" sz="1800" spc="-15" strike="noStrike">
                <a:solidFill>
                  <a:srgbClr val="000000"/>
                </a:solidFill>
                <a:latin typeface="Arial MT"/>
              </a:rPr>
              <a:t> </a:t>
            </a:r>
            <a:r>
              <a:rPr b="0" lang="en-GB" sz="1800" spc="-12" strike="noStrike">
                <a:solidFill>
                  <a:srgbClr val="000000"/>
                </a:solidFill>
                <a:latin typeface="Arial MT"/>
              </a:rPr>
              <a:t>dataset.</a:t>
            </a:r>
            <a:r>
              <a:rPr b="0" lang="en-GB" sz="1800" spc="-111" strike="noStrike">
                <a:solidFill>
                  <a:srgbClr val="000000"/>
                </a:solidFill>
                <a:latin typeface="Arial MT"/>
              </a:rPr>
              <a:t> </a:t>
            </a:r>
            <a:r>
              <a:rPr b="0" lang="en-GB" sz="1800" spc="-1" strike="noStrike">
                <a:solidFill>
                  <a:srgbClr val="000000"/>
                </a:solidFill>
                <a:latin typeface="Arial MT"/>
              </a:rPr>
              <a:t>An</a:t>
            </a:r>
            <a:r>
              <a:rPr b="0" lang="en-GB" sz="1800" spc="-15" strike="noStrike">
                <a:solidFill>
                  <a:srgbClr val="000000"/>
                </a:solidFill>
                <a:latin typeface="Arial MT"/>
              </a:rPr>
              <a:t> </a:t>
            </a:r>
            <a:r>
              <a:rPr b="0" lang="en-GB" sz="1800" spc="-1" strike="noStrike">
                <a:solidFill>
                  <a:srgbClr val="000000"/>
                </a:solidFill>
                <a:latin typeface="Arial MT"/>
              </a:rPr>
              <a:t>example</a:t>
            </a:r>
            <a:r>
              <a:rPr b="0" lang="en-GB" sz="1800" spc="-12" strike="noStrike">
                <a:solidFill>
                  <a:srgbClr val="000000"/>
                </a:solidFill>
                <a:latin typeface="Arial MT"/>
              </a:rPr>
              <a:t> </a:t>
            </a:r>
            <a:r>
              <a:rPr b="0" lang="en-GB" sz="1800" spc="-26" strike="noStrike">
                <a:solidFill>
                  <a:srgbClr val="000000"/>
                </a:solidFill>
                <a:latin typeface="Arial MT"/>
              </a:rPr>
              <a:t>of </a:t>
            </a:r>
            <a:r>
              <a:rPr b="0" lang="en-GB" sz="1800" spc="-1" strike="noStrike">
                <a:solidFill>
                  <a:srgbClr val="000000"/>
                </a:solidFill>
                <a:latin typeface="Arial MT"/>
              </a:rPr>
              <a:t>this</a:t>
            </a:r>
            <a:r>
              <a:rPr b="0" lang="en-GB" sz="1800" spc="-26" strike="noStrike">
                <a:solidFill>
                  <a:srgbClr val="000000"/>
                </a:solidFill>
                <a:latin typeface="Arial MT"/>
              </a:rPr>
              <a:t> </a:t>
            </a:r>
            <a:r>
              <a:rPr b="0" lang="en-GB" sz="1800" spc="-1" strike="noStrike">
                <a:solidFill>
                  <a:srgbClr val="000000"/>
                </a:solidFill>
                <a:latin typeface="Arial MT"/>
              </a:rPr>
              <a:t>would</a:t>
            </a:r>
            <a:r>
              <a:rPr b="0" lang="en-GB" sz="1800" spc="-21" strike="noStrike">
                <a:solidFill>
                  <a:srgbClr val="000000"/>
                </a:solidFill>
                <a:latin typeface="Arial MT"/>
              </a:rPr>
              <a:t> </a:t>
            </a:r>
            <a:r>
              <a:rPr b="0" lang="en-GB" sz="1800" spc="-1" strike="noStrike">
                <a:solidFill>
                  <a:srgbClr val="000000"/>
                </a:solidFill>
                <a:latin typeface="Arial MT"/>
              </a:rPr>
              <a:t>be</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probability</a:t>
            </a:r>
            <a:r>
              <a:rPr b="0" lang="en-GB" sz="1800" spc="-21"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a</a:t>
            </a:r>
            <a:r>
              <a:rPr b="0" lang="en-GB" sz="1800" spc="-26" strike="noStrike">
                <a:solidFill>
                  <a:srgbClr val="000000"/>
                </a:solidFill>
                <a:latin typeface="Arial MT"/>
              </a:rPr>
              <a:t> </a:t>
            </a:r>
            <a:r>
              <a:rPr b="0" lang="en-GB" sz="1800" spc="-1" strike="noStrike">
                <a:solidFill>
                  <a:srgbClr val="000000"/>
                </a:solidFill>
                <a:latin typeface="Arial MT"/>
              </a:rPr>
              <a:t>fraudulent</a:t>
            </a:r>
            <a:r>
              <a:rPr b="0" lang="en-GB" sz="1800" spc="-21" strike="noStrike">
                <a:solidFill>
                  <a:srgbClr val="000000"/>
                </a:solidFill>
                <a:latin typeface="Arial MT"/>
              </a:rPr>
              <a:t> </a:t>
            </a:r>
            <a:r>
              <a:rPr b="0" lang="en-GB" sz="1800" spc="-1" strike="noStrike">
                <a:solidFill>
                  <a:srgbClr val="000000"/>
                </a:solidFill>
                <a:latin typeface="Arial MT"/>
              </a:rPr>
              <a:t>transaction</a:t>
            </a:r>
            <a:r>
              <a:rPr b="0" lang="en-GB" sz="1800" spc="-21" strike="noStrike">
                <a:solidFill>
                  <a:srgbClr val="000000"/>
                </a:solidFill>
                <a:latin typeface="Arial MT"/>
              </a:rPr>
              <a:t> </a:t>
            </a:r>
            <a:r>
              <a:rPr b="0" lang="en-GB" sz="1800" spc="-1" strike="noStrike">
                <a:solidFill>
                  <a:srgbClr val="000000"/>
                </a:solidFill>
                <a:latin typeface="Arial MT"/>
              </a:rPr>
              <a:t>taking</a:t>
            </a:r>
            <a:r>
              <a:rPr b="0" lang="en-GB" sz="1800" spc="-21" strike="noStrike">
                <a:solidFill>
                  <a:srgbClr val="000000"/>
                </a:solidFill>
                <a:latin typeface="Arial MT"/>
              </a:rPr>
              <a:t> </a:t>
            </a:r>
            <a:r>
              <a:rPr b="0" lang="en-GB" sz="1800" spc="-1" strike="noStrike">
                <a:solidFill>
                  <a:srgbClr val="000000"/>
                </a:solidFill>
                <a:latin typeface="Arial MT"/>
              </a:rPr>
              <a:t>place,</a:t>
            </a:r>
            <a:r>
              <a:rPr b="0" lang="en-GB" sz="1800" spc="-26" strike="noStrike">
                <a:solidFill>
                  <a:srgbClr val="000000"/>
                </a:solidFill>
                <a:latin typeface="Arial MT"/>
              </a:rPr>
              <a:t> </a:t>
            </a:r>
            <a:r>
              <a:rPr b="0" lang="en-GB" sz="1800" spc="-1" strike="noStrike">
                <a:solidFill>
                  <a:srgbClr val="000000"/>
                </a:solidFill>
                <a:latin typeface="Arial MT"/>
              </a:rPr>
              <a:t>provided</a:t>
            </a:r>
            <a:r>
              <a:rPr b="0" lang="en-GB" sz="1800" spc="-21" strike="noStrike">
                <a:solidFill>
                  <a:srgbClr val="000000"/>
                </a:solidFill>
                <a:latin typeface="Arial MT"/>
              </a:rPr>
              <a:t> </a:t>
            </a:r>
            <a:r>
              <a:rPr b="0" lang="en-GB" sz="1800" spc="-1" strike="noStrike">
                <a:solidFill>
                  <a:srgbClr val="000000"/>
                </a:solidFill>
                <a:latin typeface="Arial MT"/>
              </a:rPr>
              <a:t>that</a:t>
            </a:r>
            <a:r>
              <a:rPr b="0" lang="en-GB" sz="1800" spc="-21" strike="noStrike">
                <a:solidFill>
                  <a:srgbClr val="000000"/>
                </a:solidFill>
                <a:latin typeface="Arial MT"/>
              </a:rPr>
              <a:t> </a:t>
            </a:r>
            <a:r>
              <a:rPr b="0" lang="en-GB" sz="1800" spc="-1" strike="noStrike">
                <a:solidFill>
                  <a:srgbClr val="000000"/>
                </a:solidFill>
                <a:latin typeface="Arial MT"/>
              </a:rPr>
              <a:t>we</a:t>
            </a:r>
            <a:r>
              <a:rPr b="0" lang="en-GB" sz="1800" spc="-26" strike="noStrike">
                <a:solidFill>
                  <a:srgbClr val="000000"/>
                </a:solidFill>
                <a:latin typeface="Arial MT"/>
              </a:rPr>
              <a:t> </a:t>
            </a:r>
            <a:r>
              <a:rPr b="0" lang="en-GB" sz="1800" spc="-1" strike="noStrike">
                <a:solidFill>
                  <a:srgbClr val="000000"/>
                </a:solidFill>
                <a:latin typeface="Arial MT"/>
              </a:rPr>
              <a:t>had</a:t>
            </a:r>
            <a:r>
              <a:rPr b="0" lang="en-GB" sz="1800" spc="-21" strike="noStrike">
                <a:solidFill>
                  <a:srgbClr val="000000"/>
                </a:solidFill>
                <a:latin typeface="Arial MT"/>
              </a:rPr>
              <a:t> </a:t>
            </a:r>
            <a:r>
              <a:rPr b="0" lang="en-GB" sz="1800" spc="-1" strike="noStrike">
                <a:solidFill>
                  <a:srgbClr val="000000"/>
                </a:solidFill>
                <a:latin typeface="Arial MT"/>
              </a:rPr>
              <a:t>a</a:t>
            </a:r>
            <a:r>
              <a:rPr b="0" lang="en-GB" sz="1800" spc="-21" strike="noStrike">
                <a:solidFill>
                  <a:srgbClr val="000000"/>
                </a:solidFill>
                <a:latin typeface="Arial MT"/>
              </a:rPr>
              <a:t> </a:t>
            </a:r>
            <a:r>
              <a:rPr b="0" lang="en-GB" sz="1800" spc="-1" strike="noStrike">
                <a:solidFill>
                  <a:srgbClr val="000000"/>
                </a:solidFill>
                <a:latin typeface="Arial MT"/>
              </a:rPr>
              <a:t>dataset</a:t>
            </a:r>
            <a:r>
              <a:rPr b="0" lang="en-GB" sz="1800" spc="-21" strike="noStrike">
                <a:solidFill>
                  <a:srgbClr val="000000"/>
                </a:solidFill>
                <a:latin typeface="Arial MT"/>
              </a:rPr>
              <a:t> that </a:t>
            </a:r>
            <a:r>
              <a:rPr b="0" lang="en-GB" sz="1800" spc="-1" strike="noStrike">
                <a:solidFill>
                  <a:srgbClr val="000000"/>
                </a:solidFill>
                <a:latin typeface="Arial MT"/>
              </a:rPr>
              <a:t>consisted</a:t>
            </a:r>
            <a:r>
              <a:rPr b="0" lang="en-GB" sz="1800" spc="-32" strike="noStrike">
                <a:solidFill>
                  <a:srgbClr val="000000"/>
                </a:solidFill>
                <a:latin typeface="Arial MT"/>
              </a:rPr>
              <a:t> </a:t>
            </a:r>
            <a:r>
              <a:rPr b="0" lang="en-GB" sz="1800" spc="-1" strike="noStrike">
                <a:solidFill>
                  <a:srgbClr val="000000"/>
                </a:solidFill>
                <a:latin typeface="Arial MT"/>
              </a:rPr>
              <a:t>of</a:t>
            </a:r>
            <a:r>
              <a:rPr b="0" lang="en-GB" sz="1800" spc="-32" strike="noStrike">
                <a:solidFill>
                  <a:srgbClr val="000000"/>
                </a:solidFill>
                <a:latin typeface="Arial MT"/>
              </a:rPr>
              <a:t> </a:t>
            </a:r>
            <a:r>
              <a:rPr b="0" lang="en-GB" sz="1800" spc="-1" strike="noStrike">
                <a:solidFill>
                  <a:srgbClr val="000000"/>
                </a:solidFill>
                <a:latin typeface="Arial MT"/>
              </a:rPr>
              <a:t>fraudulent</a:t>
            </a:r>
            <a:r>
              <a:rPr b="0" lang="en-GB" sz="1800" spc="-32" strike="noStrike">
                <a:solidFill>
                  <a:srgbClr val="000000"/>
                </a:solidFill>
                <a:latin typeface="Arial MT"/>
              </a:rPr>
              <a:t> </a:t>
            </a:r>
            <a:r>
              <a:rPr b="0" lang="en-GB" sz="1800" spc="-1" strike="noStrike">
                <a:solidFill>
                  <a:srgbClr val="000000"/>
                </a:solidFill>
                <a:latin typeface="Arial MT"/>
              </a:rPr>
              <a:t>and</a:t>
            </a:r>
            <a:r>
              <a:rPr b="0" lang="en-GB" sz="1800" spc="-32" strike="noStrike">
                <a:solidFill>
                  <a:srgbClr val="000000"/>
                </a:solidFill>
                <a:latin typeface="Arial MT"/>
              </a:rPr>
              <a:t> </a:t>
            </a:r>
            <a:r>
              <a:rPr b="0" lang="en-GB" sz="1800" spc="-12" strike="noStrike">
                <a:solidFill>
                  <a:srgbClr val="000000"/>
                </a:solidFill>
                <a:latin typeface="Arial MT"/>
              </a:rPr>
              <a:t>non-</a:t>
            </a:r>
            <a:r>
              <a:rPr b="0" lang="en-GB" sz="1800" spc="-1" strike="noStrike">
                <a:solidFill>
                  <a:srgbClr val="000000"/>
                </a:solidFill>
                <a:latin typeface="Arial MT"/>
              </a:rPr>
              <a:t>fraudulent</a:t>
            </a:r>
            <a:r>
              <a:rPr b="0" lang="en-GB" sz="1800" spc="-32" strike="noStrike">
                <a:solidFill>
                  <a:srgbClr val="000000"/>
                </a:solidFill>
                <a:latin typeface="Arial MT"/>
              </a:rPr>
              <a:t> </a:t>
            </a:r>
            <a:r>
              <a:rPr b="0" lang="en-GB" sz="1800" spc="-12" strike="noStrike">
                <a:solidFill>
                  <a:srgbClr val="000000"/>
                </a:solidFill>
                <a:latin typeface="Arial MT"/>
              </a:rPr>
              <a:t>transactions.</a:t>
            </a:r>
            <a:endParaRPr b="0" lang="en-GB" sz="1800" spc="-1" strike="noStrike">
              <a:solidFill>
                <a:srgbClr val="000000"/>
              </a:solidFill>
              <a:latin typeface="Arial"/>
            </a:endParaRPr>
          </a:p>
          <a:p>
            <a:pPr marL="92880" indent="-89640">
              <a:lnSpc>
                <a:spcPct val="100000"/>
              </a:lnSpc>
              <a:buClr>
                <a:srgbClr val="000000"/>
              </a:buClr>
              <a:buSzPct val="94000"/>
              <a:buFont typeface="Symbol" charset="2"/>
              <a:buChar char=""/>
              <a:tabLst>
                <a:tab algn="l" pos="92880"/>
              </a:tabLst>
            </a:pPr>
            <a:r>
              <a:rPr b="0" lang="en-GB" sz="1800" spc="-1" strike="noStrike">
                <a:solidFill>
                  <a:srgbClr val="000000"/>
                </a:solidFill>
                <a:latin typeface="Arial MT"/>
              </a:rPr>
              <a:t>p(D|h):</a:t>
            </a:r>
            <a:r>
              <a:rPr b="0" lang="en-GB" sz="1800" spc="-52" strike="noStrike">
                <a:solidFill>
                  <a:srgbClr val="000000"/>
                </a:solidFill>
                <a:latin typeface="Arial MT"/>
              </a:rPr>
              <a:t> </a:t>
            </a:r>
            <a:r>
              <a:rPr b="0" lang="en-GB" sz="1800" spc="-1" strike="noStrike">
                <a:solidFill>
                  <a:srgbClr val="000000"/>
                </a:solidFill>
                <a:latin typeface="Arial MT"/>
              </a:rPr>
              <a:t>This</a:t>
            </a:r>
            <a:r>
              <a:rPr b="0" lang="en-GB" sz="1800" spc="-12" strike="noStrike">
                <a:solidFill>
                  <a:srgbClr val="000000"/>
                </a:solidFill>
                <a:latin typeface="Arial MT"/>
              </a:rPr>
              <a:t> </a:t>
            </a:r>
            <a:r>
              <a:rPr b="0" lang="en-GB" sz="1800" spc="-1" strike="noStrike">
                <a:solidFill>
                  <a:srgbClr val="000000"/>
                </a:solidFill>
                <a:latin typeface="Arial MT"/>
              </a:rPr>
              <a:t>is</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2" strike="noStrike">
                <a:solidFill>
                  <a:srgbClr val="000000"/>
                </a:solidFill>
                <a:latin typeface="Arial MT"/>
              </a:rPr>
              <a:t> </a:t>
            </a:r>
            <a:r>
              <a:rPr b="0" lang="en-GB" sz="1800" spc="-1" strike="noStrike">
                <a:solidFill>
                  <a:srgbClr val="000000"/>
                </a:solidFill>
                <a:latin typeface="Arial MT"/>
              </a:rPr>
              <a:t>probability</a:t>
            </a:r>
            <a:r>
              <a:rPr b="0" lang="en-GB" sz="1800" spc="-12" strike="noStrike">
                <a:solidFill>
                  <a:srgbClr val="000000"/>
                </a:solidFill>
                <a:latin typeface="Arial MT"/>
              </a:rPr>
              <a:t> </a:t>
            </a:r>
            <a:r>
              <a:rPr b="0" lang="en-GB" sz="1800" spc="-1" strike="noStrike">
                <a:solidFill>
                  <a:srgbClr val="000000"/>
                </a:solidFill>
                <a:latin typeface="Arial MT"/>
              </a:rPr>
              <a:t>of</a:t>
            </a:r>
            <a:r>
              <a:rPr b="0" lang="en-GB" sz="1800" spc="-15" strike="noStrike">
                <a:solidFill>
                  <a:srgbClr val="000000"/>
                </a:solidFill>
                <a:latin typeface="Arial MT"/>
              </a:rPr>
              <a:t> </a:t>
            </a:r>
            <a:r>
              <a:rPr b="0" lang="en-GB" sz="1800" spc="-1" strike="noStrike">
                <a:solidFill>
                  <a:srgbClr val="000000"/>
                </a:solidFill>
                <a:latin typeface="Arial MT"/>
              </a:rPr>
              <a:t>having</a:t>
            </a:r>
            <a:r>
              <a:rPr b="0" lang="en-GB" sz="1800" spc="-12"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data,</a:t>
            </a:r>
            <a:r>
              <a:rPr b="0" lang="en-GB" sz="1800" spc="-12" strike="noStrike">
                <a:solidFill>
                  <a:srgbClr val="000000"/>
                </a:solidFill>
                <a:latin typeface="Arial MT"/>
              </a:rPr>
              <a:t> </a:t>
            </a:r>
            <a:r>
              <a:rPr b="0" lang="en-GB" sz="1800" spc="-1" strike="noStrike">
                <a:solidFill>
                  <a:srgbClr val="000000"/>
                </a:solidFill>
                <a:latin typeface="Arial MT"/>
              </a:rPr>
              <a:t>given</a:t>
            </a:r>
            <a:r>
              <a:rPr b="0" lang="en-GB" sz="1800" spc="-12" strike="noStrike">
                <a:solidFill>
                  <a:srgbClr val="000000"/>
                </a:solidFill>
                <a:latin typeface="Arial MT"/>
              </a:rPr>
              <a:t> </a:t>
            </a:r>
            <a:r>
              <a:rPr b="0" lang="en-GB" sz="1800" spc="-1" strike="noStrike">
                <a:solidFill>
                  <a:srgbClr val="000000"/>
                </a:solidFill>
                <a:latin typeface="Arial MT"/>
              </a:rPr>
              <a:t>a</a:t>
            </a:r>
            <a:r>
              <a:rPr b="0" lang="en-GB" sz="1800" spc="-15" strike="noStrike">
                <a:solidFill>
                  <a:srgbClr val="000000"/>
                </a:solidFill>
                <a:latin typeface="Arial MT"/>
              </a:rPr>
              <a:t> </a:t>
            </a:r>
            <a:r>
              <a:rPr b="0" lang="en-GB" sz="1800" spc="-12" strike="noStrike">
                <a:solidFill>
                  <a:srgbClr val="000000"/>
                </a:solidFill>
                <a:latin typeface="Arial MT"/>
              </a:rPr>
              <a:t>hypothesis.</a:t>
            </a:r>
            <a:r>
              <a:rPr b="0" lang="en-GB" sz="1800" spc="-111" strike="noStrike">
                <a:solidFill>
                  <a:srgbClr val="000000"/>
                </a:solidFill>
                <a:latin typeface="Arial MT"/>
              </a:rPr>
              <a:t> </a:t>
            </a:r>
            <a:r>
              <a:rPr b="0" lang="en-GB" sz="1800" spc="-1" strike="noStrike">
                <a:solidFill>
                  <a:srgbClr val="000000"/>
                </a:solidFill>
                <a:latin typeface="Arial MT"/>
              </a:rPr>
              <a:t>An</a:t>
            </a:r>
            <a:r>
              <a:rPr b="0" lang="en-GB" sz="1800" spc="-12" strike="noStrike">
                <a:solidFill>
                  <a:srgbClr val="000000"/>
                </a:solidFill>
                <a:latin typeface="Arial MT"/>
              </a:rPr>
              <a:t> </a:t>
            </a:r>
            <a:r>
              <a:rPr b="0" lang="en-GB" sz="1800" spc="-1" strike="noStrike">
                <a:solidFill>
                  <a:srgbClr val="000000"/>
                </a:solidFill>
                <a:latin typeface="Arial MT"/>
              </a:rPr>
              <a:t>example</a:t>
            </a:r>
            <a:r>
              <a:rPr b="0" lang="en-GB" sz="1800" spc="-15" strike="noStrike">
                <a:solidFill>
                  <a:srgbClr val="000000"/>
                </a:solidFill>
                <a:latin typeface="Arial MT"/>
              </a:rPr>
              <a:t> </a:t>
            </a:r>
            <a:r>
              <a:rPr b="0" lang="en-GB" sz="1800" spc="-1" strike="noStrike">
                <a:solidFill>
                  <a:srgbClr val="000000"/>
                </a:solidFill>
                <a:latin typeface="Arial MT"/>
              </a:rPr>
              <a:t>of</a:t>
            </a:r>
            <a:r>
              <a:rPr b="0" lang="en-GB" sz="1800" spc="-12" strike="noStrike">
                <a:solidFill>
                  <a:srgbClr val="000000"/>
                </a:solidFill>
                <a:latin typeface="Arial MT"/>
              </a:rPr>
              <a:t> </a:t>
            </a:r>
            <a:r>
              <a:rPr b="0" lang="en-GB" sz="1800" spc="-1" strike="noStrike">
                <a:solidFill>
                  <a:srgbClr val="000000"/>
                </a:solidFill>
                <a:latin typeface="Arial MT"/>
              </a:rPr>
              <a:t>this</a:t>
            </a:r>
            <a:r>
              <a:rPr b="0" lang="en-GB" sz="1800" spc="-15" strike="noStrike">
                <a:solidFill>
                  <a:srgbClr val="000000"/>
                </a:solidFill>
                <a:latin typeface="Arial MT"/>
              </a:rPr>
              <a:t> </a:t>
            </a:r>
            <a:r>
              <a:rPr b="0" lang="en-GB" sz="1800" spc="-1" strike="noStrike">
                <a:solidFill>
                  <a:srgbClr val="000000"/>
                </a:solidFill>
                <a:latin typeface="Arial MT"/>
              </a:rPr>
              <a:t>would</a:t>
            </a:r>
            <a:r>
              <a:rPr b="0" lang="en-GB" sz="1800" spc="-12" strike="noStrike">
                <a:solidFill>
                  <a:srgbClr val="000000"/>
                </a:solidFill>
                <a:latin typeface="Arial MT"/>
              </a:rPr>
              <a:t> </a:t>
            </a:r>
            <a:r>
              <a:rPr b="0" lang="en-GB" sz="1800" spc="-1" strike="noStrike">
                <a:solidFill>
                  <a:srgbClr val="000000"/>
                </a:solidFill>
                <a:latin typeface="Arial MT"/>
              </a:rPr>
              <a:t>be</a:t>
            </a:r>
            <a:r>
              <a:rPr b="0" lang="en-GB" sz="1800" spc="-12" strike="noStrike">
                <a:solidFill>
                  <a:srgbClr val="000000"/>
                </a:solidFill>
                <a:latin typeface="Arial MT"/>
              </a:rPr>
              <a:t> </a:t>
            </a:r>
            <a:r>
              <a:rPr b="0" lang="en-GB" sz="1800" spc="-26" strike="noStrike">
                <a:solidFill>
                  <a:srgbClr val="000000"/>
                </a:solidFill>
                <a:latin typeface="Arial MT"/>
              </a:rPr>
              <a:t>the </a:t>
            </a:r>
            <a:r>
              <a:rPr b="0" lang="en-GB" sz="1800" spc="-1" strike="noStrike">
                <a:solidFill>
                  <a:srgbClr val="000000"/>
                </a:solidFill>
                <a:latin typeface="Arial MT"/>
              </a:rPr>
              <a:t>probability</a:t>
            </a:r>
            <a:r>
              <a:rPr b="0" lang="en-GB" sz="1800" spc="-26" strike="noStrike">
                <a:solidFill>
                  <a:srgbClr val="000000"/>
                </a:solidFill>
                <a:latin typeface="Arial MT"/>
              </a:rPr>
              <a:t> </a:t>
            </a:r>
            <a:r>
              <a:rPr b="0" lang="en-GB" sz="1800" spc="-1" strike="noStrike">
                <a:solidFill>
                  <a:srgbClr val="000000"/>
                </a:solidFill>
                <a:latin typeface="Arial MT"/>
              </a:rPr>
              <a:t>of</a:t>
            </a:r>
            <a:r>
              <a:rPr b="0" lang="en-GB" sz="1800" spc="-26" strike="noStrike">
                <a:solidFill>
                  <a:srgbClr val="000000"/>
                </a:solidFill>
                <a:latin typeface="Arial MT"/>
              </a:rPr>
              <a:t> </a:t>
            </a:r>
            <a:r>
              <a:rPr b="0" lang="en-GB" sz="1800" spc="-1" strike="noStrike">
                <a:solidFill>
                  <a:srgbClr val="000000"/>
                </a:solidFill>
                <a:latin typeface="Arial MT"/>
              </a:rPr>
              <a:t>having</a:t>
            </a:r>
            <a:r>
              <a:rPr b="0" lang="en-GB" sz="1800" spc="-26" strike="noStrike">
                <a:solidFill>
                  <a:srgbClr val="000000"/>
                </a:solidFill>
                <a:latin typeface="Arial MT"/>
              </a:rPr>
              <a:t> </a:t>
            </a:r>
            <a:r>
              <a:rPr b="0" lang="en-GB" sz="1800" spc="-1" strike="noStrike">
                <a:solidFill>
                  <a:srgbClr val="000000"/>
                </a:solidFill>
                <a:latin typeface="Arial MT"/>
              </a:rPr>
              <a:t>a</a:t>
            </a:r>
            <a:r>
              <a:rPr b="0" lang="en-GB" sz="1800" spc="-26" strike="noStrike">
                <a:solidFill>
                  <a:srgbClr val="000000"/>
                </a:solidFill>
                <a:latin typeface="Arial MT"/>
              </a:rPr>
              <a:t> </a:t>
            </a:r>
            <a:r>
              <a:rPr b="0" lang="en-GB" sz="1800" spc="-1" strike="noStrike">
                <a:solidFill>
                  <a:srgbClr val="000000"/>
                </a:solidFill>
                <a:latin typeface="Arial MT"/>
              </a:rPr>
              <a:t>dataset</a:t>
            </a:r>
            <a:r>
              <a:rPr b="0" lang="en-GB" sz="1800" spc="-26" strike="noStrike">
                <a:solidFill>
                  <a:srgbClr val="000000"/>
                </a:solidFill>
                <a:latin typeface="Arial MT"/>
              </a:rPr>
              <a:t> </a:t>
            </a:r>
            <a:r>
              <a:rPr b="0" lang="en-GB" sz="1800" spc="-1" strike="noStrike">
                <a:solidFill>
                  <a:srgbClr val="000000"/>
                </a:solidFill>
                <a:latin typeface="Arial MT"/>
              </a:rPr>
              <a:t>that</a:t>
            </a:r>
            <a:r>
              <a:rPr b="0" lang="en-GB" sz="1800" spc="-26" strike="noStrike">
                <a:solidFill>
                  <a:srgbClr val="000000"/>
                </a:solidFill>
                <a:latin typeface="Arial MT"/>
              </a:rPr>
              <a:t> </a:t>
            </a:r>
            <a:r>
              <a:rPr b="0" lang="en-GB" sz="1800" spc="-1" strike="noStrike">
                <a:solidFill>
                  <a:srgbClr val="000000"/>
                </a:solidFill>
                <a:latin typeface="Arial MT"/>
              </a:rPr>
              <a:t>contained</a:t>
            </a:r>
            <a:r>
              <a:rPr b="0" lang="en-GB" sz="1800" spc="-26" strike="noStrike">
                <a:solidFill>
                  <a:srgbClr val="000000"/>
                </a:solidFill>
                <a:latin typeface="Arial MT"/>
              </a:rPr>
              <a:t> </a:t>
            </a:r>
            <a:r>
              <a:rPr b="0" lang="en-GB" sz="1800" spc="-1" strike="noStrike">
                <a:solidFill>
                  <a:srgbClr val="000000"/>
                </a:solidFill>
                <a:latin typeface="Arial MT"/>
              </a:rPr>
              <a:t>fraudulent</a:t>
            </a:r>
            <a:r>
              <a:rPr b="0" lang="en-GB" sz="1800" spc="-26" strike="noStrike">
                <a:solidFill>
                  <a:srgbClr val="000000"/>
                </a:solidFill>
                <a:latin typeface="Arial MT"/>
              </a:rPr>
              <a:t> </a:t>
            </a:r>
            <a:r>
              <a:rPr b="0" lang="en-GB" sz="1800" spc="-12" strike="noStrike">
                <a:solidFill>
                  <a:srgbClr val="000000"/>
                </a:solidFill>
                <a:latin typeface="Arial MT"/>
              </a:rPr>
              <a:t>transactions.</a:t>
            </a:r>
            <a:endParaRPr b="0" lang="en-GB" sz="1800" spc="-1" strike="noStrike">
              <a:solidFill>
                <a:srgbClr val="000000"/>
              </a:solidFill>
              <a:latin typeface="Arial"/>
            </a:endParaRPr>
          </a:p>
          <a:p>
            <a:pPr marL="92880" indent="-89640">
              <a:lnSpc>
                <a:spcPct val="100000"/>
              </a:lnSpc>
              <a:buClr>
                <a:srgbClr val="000000"/>
              </a:buClr>
              <a:buSzPct val="94000"/>
              <a:buFont typeface="Symbol" charset="2"/>
              <a:buChar char=""/>
              <a:tabLst>
                <a:tab algn="l" pos="92880"/>
              </a:tabLst>
            </a:pPr>
            <a:r>
              <a:rPr b="0" lang="en-GB" sz="1800" spc="-1" strike="noStrike">
                <a:solidFill>
                  <a:srgbClr val="000000"/>
                </a:solidFill>
                <a:latin typeface="Arial MT"/>
              </a:rPr>
              <a:t>p(h):</a:t>
            </a:r>
            <a:r>
              <a:rPr b="0" lang="en-GB" sz="1800" spc="-52" strike="noStrike">
                <a:solidFill>
                  <a:srgbClr val="000000"/>
                </a:solidFill>
                <a:latin typeface="Arial MT"/>
              </a:rPr>
              <a:t> </a:t>
            </a:r>
            <a:r>
              <a:rPr b="0" lang="en-GB" sz="1800" spc="-1" strike="noStrike">
                <a:solidFill>
                  <a:srgbClr val="000000"/>
                </a:solidFill>
                <a:latin typeface="Arial MT"/>
              </a:rPr>
              <a:t>This</a:t>
            </a:r>
            <a:r>
              <a:rPr b="0" lang="en-GB" sz="1800" spc="-12" strike="noStrike">
                <a:solidFill>
                  <a:srgbClr val="000000"/>
                </a:solidFill>
                <a:latin typeface="Arial MT"/>
              </a:rPr>
              <a:t> </a:t>
            </a:r>
            <a:r>
              <a:rPr b="0" lang="en-GB" sz="1800" spc="-1" strike="noStrike">
                <a:solidFill>
                  <a:srgbClr val="000000"/>
                </a:solidFill>
                <a:latin typeface="Arial MT"/>
              </a:rPr>
              <a:t>is</a:t>
            </a:r>
            <a:r>
              <a:rPr b="0" lang="en-GB" sz="1800" spc="-12" strike="noStrike">
                <a:solidFill>
                  <a:srgbClr val="000000"/>
                </a:solidFill>
                <a:latin typeface="Arial MT"/>
              </a:rPr>
              <a:t> </a:t>
            </a:r>
            <a:r>
              <a:rPr b="0" lang="en-GB" sz="1800" spc="-1" strike="noStrike">
                <a:solidFill>
                  <a:srgbClr val="000000"/>
                </a:solidFill>
                <a:latin typeface="Arial MT"/>
              </a:rPr>
              <a:t>the</a:t>
            </a:r>
            <a:r>
              <a:rPr b="0" lang="en-GB" sz="1800" spc="-12" strike="noStrike">
                <a:solidFill>
                  <a:srgbClr val="000000"/>
                </a:solidFill>
                <a:latin typeface="Arial MT"/>
              </a:rPr>
              <a:t> </a:t>
            </a:r>
            <a:r>
              <a:rPr b="0" lang="en-GB" sz="1800" spc="-1" strike="noStrike">
                <a:solidFill>
                  <a:srgbClr val="000000"/>
                </a:solidFill>
                <a:latin typeface="Arial MT"/>
              </a:rPr>
              <a:t>probability</a:t>
            </a:r>
            <a:r>
              <a:rPr b="0" lang="en-GB" sz="1800" spc="-15" strike="noStrike">
                <a:solidFill>
                  <a:srgbClr val="000000"/>
                </a:solidFill>
                <a:latin typeface="Arial MT"/>
              </a:rPr>
              <a:t> </a:t>
            </a:r>
            <a:r>
              <a:rPr b="0" lang="en-GB" sz="1800" spc="-1" strike="noStrike">
                <a:solidFill>
                  <a:srgbClr val="000000"/>
                </a:solidFill>
                <a:latin typeface="Arial MT"/>
              </a:rPr>
              <a:t>of</a:t>
            </a:r>
            <a:r>
              <a:rPr b="0" lang="en-GB" sz="1800" spc="-12" strike="noStrike">
                <a:solidFill>
                  <a:srgbClr val="000000"/>
                </a:solidFill>
                <a:latin typeface="Arial MT"/>
              </a:rPr>
              <a:t> </a:t>
            </a:r>
            <a:r>
              <a:rPr b="0" lang="en-GB" sz="1800" spc="-1" strike="noStrike">
                <a:solidFill>
                  <a:srgbClr val="000000"/>
                </a:solidFill>
                <a:latin typeface="Arial MT"/>
              </a:rPr>
              <a:t>a</a:t>
            </a:r>
            <a:r>
              <a:rPr b="0" lang="en-GB" sz="1800" spc="-12" strike="noStrike">
                <a:solidFill>
                  <a:srgbClr val="000000"/>
                </a:solidFill>
                <a:latin typeface="Arial MT"/>
              </a:rPr>
              <a:t> </a:t>
            </a:r>
            <a:r>
              <a:rPr b="0" lang="en-GB" sz="1800" spc="-1" strike="noStrike">
                <a:solidFill>
                  <a:srgbClr val="000000"/>
                </a:solidFill>
                <a:latin typeface="Arial MT"/>
              </a:rPr>
              <a:t>hypothesis</a:t>
            </a:r>
            <a:r>
              <a:rPr b="0" lang="en-GB" sz="1800" spc="-12" strike="noStrike">
                <a:solidFill>
                  <a:srgbClr val="000000"/>
                </a:solidFill>
                <a:latin typeface="Arial MT"/>
              </a:rPr>
              <a:t> </a:t>
            </a:r>
            <a:r>
              <a:rPr b="0" lang="en-GB" sz="1800" spc="-1" strike="noStrike">
                <a:solidFill>
                  <a:srgbClr val="000000"/>
                </a:solidFill>
                <a:latin typeface="Arial MT"/>
              </a:rPr>
              <a:t>taking</a:t>
            </a:r>
            <a:r>
              <a:rPr b="0" lang="en-GB" sz="1800" spc="-15" strike="noStrike">
                <a:solidFill>
                  <a:srgbClr val="000000"/>
                </a:solidFill>
                <a:latin typeface="Arial MT"/>
              </a:rPr>
              <a:t> </a:t>
            </a:r>
            <a:r>
              <a:rPr b="0" lang="en-GB" sz="1800" spc="-1" strike="noStrike">
                <a:solidFill>
                  <a:srgbClr val="000000"/>
                </a:solidFill>
                <a:latin typeface="Arial MT"/>
              </a:rPr>
              <a:t>place,</a:t>
            </a:r>
            <a:r>
              <a:rPr b="0" lang="en-GB" sz="1800" spc="-12" strike="noStrike">
                <a:solidFill>
                  <a:srgbClr val="000000"/>
                </a:solidFill>
                <a:latin typeface="Arial MT"/>
              </a:rPr>
              <a:t> </a:t>
            </a:r>
            <a:r>
              <a:rPr b="0" lang="en-GB" sz="1800" spc="-1" strike="noStrike">
                <a:solidFill>
                  <a:srgbClr val="000000"/>
                </a:solidFill>
                <a:latin typeface="Arial MT"/>
              </a:rPr>
              <a:t>in</a:t>
            </a:r>
            <a:r>
              <a:rPr b="0" lang="en-GB" sz="1800" spc="-12" strike="noStrike">
                <a:solidFill>
                  <a:srgbClr val="000000"/>
                </a:solidFill>
                <a:latin typeface="Arial MT"/>
              </a:rPr>
              <a:t> general.</a:t>
            </a:r>
            <a:r>
              <a:rPr b="0" lang="en-GB" sz="1800" spc="-111" strike="noStrike">
                <a:solidFill>
                  <a:srgbClr val="000000"/>
                </a:solidFill>
                <a:latin typeface="Arial MT"/>
              </a:rPr>
              <a:t> </a:t>
            </a:r>
            <a:r>
              <a:rPr b="0" lang="en-GB" sz="1800" spc="-1" strike="noStrike">
                <a:solidFill>
                  <a:srgbClr val="000000"/>
                </a:solidFill>
                <a:latin typeface="Arial MT"/>
              </a:rPr>
              <a:t>An</a:t>
            </a:r>
            <a:r>
              <a:rPr b="0" lang="en-GB" sz="1800" spc="-12" strike="noStrike">
                <a:solidFill>
                  <a:srgbClr val="000000"/>
                </a:solidFill>
                <a:latin typeface="Arial MT"/>
              </a:rPr>
              <a:t> </a:t>
            </a:r>
            <a:r>
              <a:rPr b="0" lang="en-GB" sz="1800" spc="-1" strike="noStrike">
                <a:solidFill>
                  <a:srgbClr val="000000"/>
                </a:solidFill>
                <a:latin typeface="Arial MT"/>
              </a:rPr>
              <a:t>example</a:t>
            </a:r>
            <a:r>
              <a:rPr b="0" lang="en-GB" sz="1800" spc="-15" strike="noStrike">
                <a:solidFill>
                  <a:srgbClr val="000000"/>
                </a:solidFill>
                <a:latin typeface="Arial MT"/>
              </a:rPr>
              <a:t> </a:t>
            </a:r>
            <a:r>
              <a:rPr b="0" lang="en-GB" sz="1800" spc="-1" strike="noStrike">
                <a:solidFill>
                  <a:srgbClr val="000000"/>
                </a:solidFill>
                <a:latin typeface="Arial MT"/>
              </a:rPr>
              <a:t>of</a:t>
            </a:r>
            <a:r>
              <a:rPr b="0" lang="en-GB" sz="1800" spc="-12" strike="noStrike">
                <a:solidFill>
                  <a:srgbClr val="000000"/>
                </a:solidFill>
                <a:latin typeface="Arial MT"/>
              </a:rPr>
              <a:t> </a:t>
            </a:r>
            <a:r>
              <a:rPr b="0" lang="en-GB" sz="1800" spc="-1" strike="noStrike">
                <a:solidFill>
                  <a:srgbClr val="000000"/>
                </a:solidFill>
                <a:latin typeface="Arial MT"/>
              </a:rPr>
              <a:t>this</a:t>
            </a:r>
            <a:r>
              <a:rPr b="0" lang="en-GB" sz="1800" spc="-12" strike="noStrike">
                <a:solidFill>
                  <a:srgbClr val="000000"/>
                </a:solidFill>
                <a:latin typeface="Arial MT"/>
              </a:rPr>
              <a:t> </a:t>
            </a:r>
            <a:r>
              <a:rPr b="0" lang="en-GB" sz="1800" spc="-1" strike="noStrike">
                <a:solidFill>
                  <a:srgbClr val="000000"/>
                </a:solidFill>
                <a:latin typeface="Arial MT"/>
              </a:rPr>
              <a:t>would</a:t>
            </a:r>
            <a:r>
              <a:rPr b="0" lang="en-GB" sz="1800" spc="-12" strike="noStrike">
                <a:solidFill>
                  <a:srgbClr val="000000"/>
                </a:solidFill>
                <a:latin typeface="Arial MT"/>
              </a:rPr>
              <a:t> </a:t>
            </a:r>
            <a:r>
              <a:rPr b="0" lang="en-GB" sz="1800" spc="-1" strike="noStrike">
                <a:solidFill>
                  <a:srgbClr val="000000"/>
                </a:solidFill>
                <a:latin typeface="Arial MT"/>
              </a:rPr>
              <a:t>be</a:t>
            </a:r>
            <a:r>
              <a:rPr b="0" lang="en-GB" sz="1800" spc="-12" strike="noStrike">
                <a:solidFill>
                  <a:srgbClr val="000000"/>
                </a:solidFill>
                <a:latin typeface="Arial MT"/>
              </a:rPr>
              <a:t> </a:t>
            </a:r>
            <a:r>
              <a:rPr b="0" lang="en-GB" sz="1800" spc="-52" strike="noStrike">
                <a:solidFill>
                  <a:srgbClr val="000000"/>
                </a:solidFill>
                <a:latin typeface="Arial MT"/>
              </a:rPr>
              <a:t>a </a:t>
            </a:r>
            <a:r>
              <a:rPr b="0" lang="en-GB" sz="1800" spc="-1" strike="noStrike">
                <a:solidFill>
                  <a:srgbClr val="000000"/>
                </a:solidFill>
                <a:latin typeface="Arial MT"/>
              </a:rPr>
              <a:t>statement</a:t>
            </a:r>
            <a:r>
              <a:rPr b="0" lang="en-GB" sz="1800" spc="-26" strike="noStrike">
                <a:solidFill>
                  <a:srgbClr val="000000"/>
                </a:solidFill>
                <a:latin typeface="Arial MT"/>
              </a:rPr>
              <a:t> </a:t>
            </a:r>
            <a:r>
              <a:rPr b="0" lang="en-GB" sz="1800" spc="-1" strike="noStrike">
                <a:solidFill>
                  <a:srgbClr val="000000"/>
                </a:solidFill>
                <a:latin typeface="Arial MT"/>
              </a:rPr>
              <a:t>that</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average</a:t>
            </a:r>
            <a:r>
              <a:rPr b="0" lang="en-GB" sz="1800" spc="-21" strike="noStrike">
                <a:solidFill>
                  <a:srgbClr val="000000"/>
                </a:solidFill>
                <a:latin typeface="Arial MT"/>
              </a:rPr>
              <a:t> </a:t>
            </a:r>
            <a:r>
              <a:rPr b="0" lang="en-GB" sz="1800" spc="-1" strike="noStrike">
                <a:solidFill>
                  <a:srgbClr val="000000"/>
                </a:solidFill>
                <a:latin typeface="Arial MT"/>
              </a:rPr>
              <a:t>probability</a:t>
            </a:r>
            <a:r>
              <a:rPr b="0" lang="en-GB" sz="1800" spc="-21"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fraudulent</a:t>
            </a:r>
            <a:r>
              <a:rPr b="0" lang="en-GB" sz="1800" spc="-21" strike="noStrike">
                <a:solidFill>
                  <a:srgbClr val="000000"/>
                </a:solidFill>
                <a:latin typeface="Arial MT"/>
              </a:rPr>
              <a:t> </a:t>
            </a:r>
            <a:r>
              <a:rPr b="0" lang="en-GB" sz="1800" spc="-1" strike="noStrike">
                <a:solidFill>
                  <a:srgbClr val="000000"/>
                </a:solidFill>
                <a:latin typeface="Arial MT"/>
              </a:rPr>
              <a:t>transactions</a:t>
            </a:r>
            <a:r>
              <a:rPr b="0" lang="en-GB" sz="1800" spc="-21" strike="noStrike">
                <a:solidFill>
                  <a:srgbClr val="000000"/>
                </a:solidFill>
                <a:latin typeface="Arial MT"/>
              </a:rPr>
              <a:t> </a:t>
            </a:r>
            <a:r>
              <a:rPr b="0" lang="en-GB" sz="1800" spc="-1" strike="noStrike">
                <a:solidFill>
                  <a:srgbClr val="000000"/>
                </a:solidFill>
                <a:latin typeface="Arial MT"/>
              </a:rPr>
              <a:t>taking</a:t>
            </a:r>
            <a:r>
              <a:rPr b="0" lang="en-GB" sz="1800" spc="-21" strike="noStrike">
                <a:solidFill>
                  <a:srgbClr val="000000"/>
                </a:solidFill>
                <a:latin typeface="Arial MT"/>
              </a:rPr>
              <a:t> </a:t>
            </a:r>
            <a:r>
              <a:rPr b="0" lang="en-GB" sz="1800" spc="-1" strike="noStrike">
                <a:solidFill>
                  <a:srgbClr val="000000"/>
                </a:solidFill>
                <a:latin typeface="Arial MT"/>
              </a:rPr>
              <a:t>place</a:t>
            </a:r>
            <a:r>
              <a:rPr b="0" lang="en-GB" sz="1800" spc="-21" strike="noStrike">
                <a:solidFill>
                  <a:srgbClr val="000000"/>
                </a:solidFill>
                <a:latin typeface="Arial MT"/>
              </a:rPr>
              <a:t> </a:t>
            </a:r>
            <a:r>
              <a:rPr b="0" lang="en-GB" sz="1800" spc="-1" strike="noStrike">
                <a:solidFill>
                  <a:srgbClr val="000000"/>
                </a:solidFill>
                <a:latin typeface="Arial MT"/>
              </a:rPr>
              <a:t>in</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mobile</a:t>
            </a:r>
            <a:r>
              <a:rPr b="0" lang="en-GB" sz="1800" spc="-21" strike="noStrike">
                <a:solidFill>
                  <a:srgbClr val="000000"/>
                </a:solidFill>
                <a:latin typeface="Arial MT"/>
              </a:rPr>
              <a:t> </a:t>
            </a:r>
            <a:r>
              <a:rPr b="0" lang="en-GB" sz="1800" spc="-1" strike="noStrike">
                <a:solidFill>
                  <a:srgbClr val="000000"/>
                </a:solidFill>
                <a:latin typeface="Arial MT"/>
              </a:rPr>
              <a:t>industry</a:t>
            </a:r>
            <a:r>
              <a:rPr b="0" lang="en-GB" sz="1800" spc="-21" strike="noStrike">
                <a:solidFill>
                  <a:srgbClr val="000000"/>
                </a:solidFill>
                <a:latin typeface="Arial MT"/>
              </a:rPr>
              <a:t> </a:t>
            </a:r>
            <a:r>
              <a:rPr b="0" lang="en-GB" sz="1800" spc="-1" strike="noStrike">
                <a:solidFill>
                  <a:srgbClr val="000000"/>
                </a:solidFill>
                <a:latin typeface="Arial MT"/>
              </a:rPr>
              <a:t>is</a:t>
            </a:r>
            <a:r>
              <a:rPr b="0" lang="en-GB" sz="1800" spc="-21" strike="noStrike">
                <a:solidFill>
                  <a:srgbClr val="000000"/>
                </a:solidFill>
                <a:latin typeface="Arial MT"/>
              </a:rPr>
              <a:t> </a:t>
            </a:r>
            <a:r>
              <a:rPr b="0" lang="en-GB" sz="1800" spc="-26" strike="noStrike">
                <a:solidFill>
                  <a:srgbClr val="000000"/>
                </a:solidFill>
                <a:latin typeface="Arial MT"/>
              </a:rPr>
              <a:t>2%.</a:t>
            </a:r>
            <a:endParaRPr b="0" lang="en-GB" sz="1800" spc="-1" strike="noStrike">
              <a:solidFill>
                <a:srgbClr val="000000"/>
              </a:solidFill>
              <a:latin typeface="Arial"/>
            </a:endParaRPr>
          </a:p>
          <a:p>
            <a:pPr marL="92880" indent="-89640">
              <a:lnSpc>
                <a:spcPct val="100000"/>
              </a:lnSpc>
              <a:buClr>
                <a:srgbClr val="000000"/>
              </a:buClr>
              <a:buSzPct val="94000"/>
              <a:buFont typeface="Symbol" charset="2"/>
              <a:buChar char=""/>
              <a:tabLst>
                <a:tab algn="l" pos="92880"/>
              </a:tabLst>
            </a:pPr>
            <a:r>
              <a:rPr b="0" lang="en-GB" sz="1800" spc="-1" strike="noStrike">
                <a:solidFill>
                  <a:srgbClr val="000000"/>
                </a:solidFill>
                <a:latin typeface="Arial MT"/>
              </a:rPr>
              <a:t>p(D):</a:t>
            </a:r>
            <a:r>
              <a:rPr b="0" lang="en-GB" sz="1800" spc="-55" strike="noStrike">
                <a:solidFill>
                  <a:srgbClr val="000000"/>
                </a:solidFill>
                <a:latin typeface="Arial MT"/>
              </a:rPr>
              <a:t> </a:t>
            </a:r>
            <a:r>
              <a:rPr b="0" lang="en-GB" sz="1800" spc="-1" strike="noStrike">
                <a:solidFill>
                  <a:srgbClr val="000000"/>
                </a:solidFill>
                <a:latin typeface="Arial MT"/>
              </a:rPr>
              <a:t>This</a:t>
            </a:r>
            <a:r>
              <a:rPr b="0" lang="en-GB" sz="1800" spc="-15" strike="noStrike">
                <a:solidFill>
                  <a:srgbClr val="000000"/>
                </a:solidFill>
                <a:latin typeface="Arial MT"/>
              </a:rPr>
              <a:t> </a:t>
            </a:r>
            <a:r>
              <a:rPr b="0" lang="en-GB" sz="1800" spc="-1" strike="noStrike">
                <a:solidFill>
                  <a:srgbClr val="000000"/>
                </a:solidFill>
                <a:latin typeface="Arial MT"/>
              </a:rPr>
              <a:t>is</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probability</a:t>
            </a:r>
            <a:r>
              <a:rPr b="0" lang="en-GB" sz="1800" spc="-15" strike="noStrike">
                <a:solidFill>
                  <a:srgbClr val="000000"/>
                </a:solidFill>
                <a:latin typeface="Arial MT"/>
              </a:rPr>
              <a:t> </a:t>
            </a:r>
            <a:r>
              <a:rPr b="0" lang="en-GB" sz="1800" spc="-1" strike="noStrike">
                <a:solidFill>
                  <a:srgbClr val="000000"/>
                </a:solidFill>
                <a:latin typeface="Arial MT"/>
              </a:rPr>
              <a:t>of</a:t>
            </a:r>
            <a:r>
              <a:rPr b="0" lang="en-GB" sz="1800" spc="-15" strike="noStrike">
                <a:solidFill>
                  <a:srgbClr val="000000"/>
                </a:solidFill>
                <a:latin typeface="Arial MT"/>
              </a:rPr>
              <a:t> </a:t>
            </a:r>
            <a:r>
              <a:rPr b="0" lang="en-GB" sz="1800" spc="-1" strike="noStrike">
                <a:solidFill>
                  <a:srgbClr val="000000"/>
                </a:solidFill>
                <a:latin typeface="Arial MT"/>
              </a:rPr>
              <a:t>having</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data</a:t>
            </a:r>
            <a:r>
              <a:rPr b="0" lang="en-GB" sz="1800" spc="-15" strike="noStrike">
                <a:solidFill>
                  <a:srgbClr val="000000"/>
                </a:solidFill>
                <a:latin typeface="Arial MT"/>
              </a:rPr>
              <a:t> </a:t>
            </a:r>
            <a:r>
              <a:rPr b="0" lang="en-GB" sz="1800" spc="-1" strike="noStrike">
                <a:solidFill>
                  <a:srgbClr val="000000"/>
                </a:solidFill>
                <a:latin typeface="Arial MT"/>
              </a:rPr>
              <a:t>before</a:t>
            </a:r>
            <a:r>
              <a:rPr b="0" lang="en-GB" sz="1800" spc="-12" strike="noStrike">
                <a:solidFill>
                  <a:srgbClr val="000000"/>
                </a:solidFill>
                <a:latin typeface="Arial MT"/>
              </a:rPr>
              <a:t> </a:t>
            </a:r>
            <a:r>
              <a:rPr b="0" lang="en-GB" sz="1800" spc="-1" strike="noStrike">
                <a:solidFill>
                  <a:srgbClr val="000000"/>
                </a:solidFill>
                <a:latin typeface="Arial MT"/>
              </a:rPr>
              <a:t>knowing</a:t>
            </a:r>
            <a:r>
              <a:rPr b="0" lang="en-GB" sz="1800" spc="-15" strike="noStrike">
                <a:solidFill>
                  <a:srgbClr val="000000"/>
                </a:solidFill>
                <a:latin typeface="Arial MT"/>
              </a:rPr>
              <a:t> </a:t>
            </a:r>
            <a:r>
              <a:rPr b="0" lang="en-GB" sz="1800" spc="-1" strike="noStrike">
                <a:solidFill>
                  <a:srgbClr val="000000"/>
                </a:solidFill>
                <a:latin typeface="Arial MT"/>
              </a:rPr>
              <a:t>any</a:t>
            </a:r>
            <a:r>
              <a:rPr b="0" lang="en-GB" sz="1800" spc="-15" strike="noStrike">
                <a:solidFill>
                  <a:srgbClr val="000000"/>
                </a:solidFill>
                <a:latin typeface="Arial MT"/>
              </a:rPr>
              <a:t> </a:t>
            </a:r>
            <a:r>
              <a:rPr b="0" lang="en-GB" sz="1800" spc="-12" strike="noStrike">
                <a:solidFill>
                  <a:srgbClr val="000000"/>
                </a:solidFill>
                <a:latin typeface="Arial MT"/>
              </a:rPr>
              <a:t>hypothesis.</a:t>
            </a:r>
            <a:r>
              <a:rPr b="0" lang="en-GB" sz="1800" spc="-114" strike="noStrike">
                <a:solidFill>
                  <a:srgbClr val="000000"/>
                </a:solidFill>
                <a:latin typeface="Arial MT"/>
              </a:rPr>
              <a:t> </a:t>
            </a:r>
            <a:r>
              <a:rPr b="0" lang="en-GB" sz="1800" spc="-1" strike="noStrike">
                <a:solidFill>
                  <a:srgbClr val="000000"/>
                </a:solidFill>
                <a:latin typeface="Arial MT"/>
              </a:rPr>
              <a:t>An</a:t>
            </a:r>
            <a:r>
              <a:rPr b="0" lang="en-GB" sz="1800" spc="-15" strike="noStrike">
                <a:solidFill>
                  <a:srgbClr val="000000"/>
                </a:solidFill>
                <a:latin typeface="Arial MT"/>
              </a:rPr>
              <a:t> </a:t>
            </a:r>
            <a:r>
              <a:rPr b="0" lang="en-GB" sz="1800" spc="-1" strike="noStrike">
                <a:solidFill>
                  <a:srgbClr val="000000"/>
                </a:solidFill>
                <a:latin typeface="Arial MT"/>
              </a:rPr>
              <a:t>example</a:t>
            </a:r>
            <a:r>
              <a:rPr b="0" lang="en-GB" sz="1800" spc="-15" strike="noStrike">
                <a:solidFill>
                  <a:srgbClr val="000000"/>
                </a:solidFill>
                <a:latin typeface="Arial MT"/>
              </a:rPr>
              <a:t> </a:t>
            </a:r>
            <a:r>
              <a:rPr b="0" lang="en-GB" sz="1800" spc="-1" strike="noStrike">
                <a:solidFill>
                  <a:srgbClr val="000000"/>
                </a:solidFill>
                <a:latin typeface="Arial MT"/>
              </a:rPr>
              <a:t>of</a:t>
            </a:r>
            <a:r>
              <a:rPr b="0" lang="en-GB" sz="1800" spc="-15" strike="noStrike">
                <a:solidFill>
                  <a:srgbClr val="000000"/>
                </a:solidFill>
                <a:latin typeface="Arial MT"/>
              </a:rPr>
              <a:t> </a:t>
            </a:r>
            <a:r>
              <a:rPr b="0" lang="en-GB" sz="1800" spc="-1" strike="noStrike">
                <a:solidFill>
                  <a:srgbClr val="000000"/>
                </a:solidFill>
                <a:latin typeface="Arial MT"/>
              </a:rPr>
              <a:t>this</a:t>
            </a:r>
            <a:r>
              <a:rPr b="0" lang="en-GB" sz="1800" spc="-12" strike="noStrike">
                <a:solidFill>
                  <a:srgbClr val="000000"/>
                </a:solidFill>
                <a:latin typeface="Arial MT"/>
              </a:rPr>
              <a:t> would </a:t>
            </a:r>
            <a:r>
              <a:rPr b="0" lang="en-GB" sz="1800" spc="-1" strike="noStrike">
                <a:solidFill>
                  <a:srgbClr val="000000"/>
                </a:solidFill>
                <a:latin typeface="Arial MT"/>
              </a:rPr>
              <a:t>be</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probability</a:t>
            </a:r>
            <a:r>
              <a:rPr b="0" lang="en-GB" sz="1800" spc="-21" strike="noStrike">
                <a:solidFill>
                  <a:srgbClr val="000000"/>
                </a:solidFill>
                <a:latin typeface="Arial MT"/>
              </a:rPr>
              <a:t> </a:t>
            </a:r>
            <a:r>
              <a:rPr b="0" lang="en-GB" sz="1800" spc="-1" strike="noStrike">
                <a:solidFill>
                  <a:srgbClr val="000000"/>
                </a:solidFill>
                <a:latin typeface="Arial MT"/>
              </a:rPr>
              <a:t>that</a:t>
            </a:r>
            <a:r>
              <a:rPr b="0" lang="en-GB" sz="1800" spc="-21" strike="noStrike">
                <a:solidFill>
                  <a:srgbClr val="000000"/>
                </a:solidFill>
                <a:latin typeface="Arial MT"/>
              </a:rPr>
              <a:t> </a:t>
            </a:r>
            <a:r>
              <a:rPr b="0" lang="en-GB" sz="1800" spc="-1" strike="noStrike">
                <a:solidFill>
                  <a:srgbClr val="000000"/>
                </a:solidFill>
                <a:latin typeface="Arial MT"/>
              </a:rPr>
              <a:t>a</a:t>
            </a:r>
            <a:r>
              <a:rPr b="0" lang="en-GB" sz="1800" spc="-21" strike="noStrike">
                <a:solidFill>
                  <a:srgbClr val="000000"/>
                </a:solidFill>
                <a:latin typeface="Arial MT"/>
              </a:rPr>
              <a:t> </a:t>
            </a:r>
            <a:r>
              <a:rPr b="0" lang="en-GB" sz="1800" spc="-1" strike="noStrike">
                <a:solidFill>
                  <a:srgbClr val="000000"/>
                </a:solidFill>
                <a:latin typeface="Arial MT"/>
              </a:rPr>
              <a:t>dataset</a:t>
            </a:r>
            <a:r>
              <a:rPr b="0" lang="en-GB" sz="1800" spc="-15"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mobile</a:t>
            </a:r>
            <a:r>
              <a:rPr b="0" lang="en-GB" sz="1800" spc="-21" strike="noStrike">
                <a:solidFill>
                  <a:srgbClr val="000000"/>
                </a:solidFill>
                <a:latin typeface="Arial MT"/>
              </a:rPr>
              <a:t> </a:t>
            </a:r>
            <a:r>
              <a:rPr b="0" lang="en-GB" sz="1800" spc="-1" strike="noStrike">
                <a:solidFill>
                  <a:srgbClr val="000000"/>
                </a:solidFill>
                <a:latin typeface="Arial MT"/>
              </a:rPr>
              <a:t>transactions</a:t>
            </a:r>
            <a:r>
              <a:rPr b="0" lang="en-GB" sz="1800" spc="-21" strike="noStrike">
                <a:solidFill>
                  <a:srgbClr val="000000"/>
                </a:solidFill>
                <a:latin typeface="Arial MT"/>
              </a:rPr>
              <a:t> </a:t>
            </a:r>
            <a:r>
              <a:rPr b="0" lang="en-GB" sz="1800" spc="-1" strike="noStrike">
                <a:solidFill>
                  <a:srgbClr val="000000"/>
                </a:solidFill>
                <a:latin typeface="Arial MT"/>
              </a:rPr>
              <a:t>could</a:t>
            </a:r>
            <a:r>
              <a:rPr b="0" lang="en-GB" sz="1800" spc="-21" strike="noStrike">
                <a:solidFill>
                  <a:srgbClr val="000000"/>
                </a:solidFill>
                <a:latin typeface="Arial MT"/>
              </a:rPr>
              <a:t> </a:t>
            </a:r>
            <a:r>
              <a:rPr b="0" lang="en-GB" sz="1800" spc="-1" strike="noStrike">
                <a:solidFill>
                  <a:srgbClr val="000000"/>
                </a:solidFill>
                <a:latin typeface="Arial MT"/>
              </a:rPr>
              <a:t>be</a:t>
            </a:r>
            <a:r>
              <a:rPr b="0" lang="en-GB" sz="1800" spc="-21" strike="noStrike">
                <a:solidFill>
                  <a:srgbClr val="000000"/>
                </a:solidFill>
                <a:latin typeface="Arial MT"/>
              </a:rPr>
              <a:t> </a:t>
            </a:r>
            <a:r>
              <a:rPr b="0" lang="en-GB" sz="1800" spc="-1" strike="noStrike">
                <a:solidFill>
                  <a:srgbClr val="000000"/>
                </a:solidFill>
                <a:latin typeface="Arial MT"/>
              </a:rPr>
              <a:t>found</a:t>
            </a:r>
            <a:r>
              <a:rPr b="0" lang="en-GB" sz="1800" spc="-15" strike="noStrike">
                <a:solidFill>
                  <a:srgbClr val="000000"/>
                </a:solidFill>
                <a:latin typeface="Arial MT"/>
              </a:rPr>
              <a:t> </a:t>
            </a:r>
            <a:r>
              <a:rPr b="0" lang="en-GB" sz="1800" spc="-1" strike="noStrike">
                <a:solidFill>
                  <a:srgbClr val="000000"/>
                </a:solidFill>
                <a:latin typeface="Arial MT"/>
              </a:rPr>
              <a:t>without</a:t>
            </a:r>
            <a:r>
              <a:rPr b="0" lang="en-GB" sz="1800" spc="-21" strike="noStrike">
                <a:solidFill>
                  <a:srgbClr val="000000"/>
                </a:solidFill>
                <a:latin typeface="Arial MT"/>
              </a:rPr>
              <a:t> </a:t>
            </a:r>
            <a:r>
              <a:rPr b="0" lang="en-GB" sz="1800" spc="-1" strike="noStrike">
                <a:solidFill>
                  <a:srgbClr val="000000"/>
                </a:solidFill>
                <a:latin typeface="Arial MT"/>
              </a:rPr>
              <a:t>knowing</a:t>
            </a:r>
            <a:r>
              <a:rPr b="0" lang="en-GB" sz="1800" spc="-21" strike="noStrike">
                <a:solidFill>
                  <a:srgbClr val="000000"/>
                </a:solidFill>
                <a:latin typeface="Arial MT"/>
              </a:rPr>
              <a:t> </a:t>
            </a:r>
            <a:r>
              <a:rPr b="0" lang="en-GB" sz="1800" spc="-1" strike="noStrike">
                <a:solidFill>
                  <a:srgbClr val="000000"/>
                </a:solidFill>
                <a:latin typeface="Arial MT"/>
              </a:rPr>
              <a:t>what</a:t>
            </a:r>
            <a:r>
              <a:rPr b="0" lang="en-GB" sz="1800" spc="-21" strike="noStrike">
                <a:solidFill>
                  <a:srgbClr val="000000"/>
                </a:solidFill>
                <a:latin typeface="Arial MT"/>
              </a:rPr>
              <a:t> </a:t>
            </a:r>
            <a:r>
              <a:rPr b="0" lang="en-GB" sz="1800" spc="-1" strike="noStrike">
                <a:solidFill>
                  <a:srgbClr val="000000"/>
                </a:solidFill>
                <a:latin typeface="Arial MT"/>
              </a:rPr>
              <a:t>we</a:t>
            </a:r>
            <a:r>
              <a:rPr b="0" lang="en-GB" sz="1800" spc="-21" strike="noStrike">
                <a:solidFill>
                  <a:srgbClr val="000000"/>
                </a:solidFill>
                <a:latin typeface="Arial MT"/>
              </a:rPr>
              <a:t> </a:t>
            </a:r>
            <a:r>
              <a:rPr b="0" lang="en-GB" sz="1800" spc="-1" strike="noStrike">
                <a:solidFill>
                  <a:srgbClr val="000000"/>
                </a:solidFill>
                <a:latin typeface="Arial MT"/>
              </a:rPr>
              <a:t>wanted</a:t>
            </a:r>
            <a:r>
              <a:rPr b="0" lang="en-GB" sz="1800" spc="-15" strike="noStrike">
                <a:solidFill>
                  <a:srgbClr val="000000"/>
                </a:solidFill>
                <a:latin typeface="Arial MT"/>
              </a:rPr>
              <a:t> </a:t>
            </a:r>
            <a:r>
              <a:rPr b="0" lang="en-GB" sz="1800" spc="-26" strike="noStrike">
                <a:solidFill>
                  <a:srgbClr val="000000"/>
                </a:solidFill>
                <a:latin typeface="Arial MT"/>
              </a:rPr>
              <a:t>to </a:t>
            </a:r>
            <a:r>
              <a:rPr b="0" lang="en-GB" sz="1800" spc="-1" strike="noStrike">
                <a:solidFill>
                  <a:srgbClr val="000000"/>
                </a:solidFill>
                <a:latin typeface="Arial MT"/>
              </a:rPr>
              <a:t>do</a:t>
            </a:r>
            <a:r>
              <a:rPr b="0" lang="en-GB" sz="1800" spc="-32" strike="noStrike">
                <a:solidFill>
                  <a:srgbClr val="000000"/>
                </a:solidFill>
                <a:latin typeface="Arial MT"/>
              </a:rPr>
              <a:t> </a:t>
            </a:r>
            <a:r>
              <a:rPr b="0" lang="en-GB" sz="1800" spc="-1" strike="noStrike">
                <a:solidFill>
                  <a:srgbClr val="000000"/>
                </a:solidFill>
                <a:latin typeface="Arial MT"/>
              </a:rPr>
              <a:t>with</a:t>
            </a:r>
            <a:r>
              <a:rPr b="0" lang="en-GB" sz="1800" spc="-26" strike="noStrike">
                <a:solidFill>
                  <a:srgbClr val="000000"/>
                </a:solidFill>
                <a:latin typeface="Arial MT"/>
              </a:rPr>
              <a:t> </a:t>
            </a:r>
            <a:r>
              <a:rPr b="0" lang="en-GB" sz="1800" spc="-1" strike="noStrike">
                <a:solidFill>
                  <a:srgbClr val="000000"/>
                </a:solidFill>
                <a:latin typeface="Arial MT"/>
              </a:rPr>
              <a:t>it</a:t>
            </a:r>
            <a:r>
              <a:rPr b="0" lang="en-GB" sz="1800" spc="-26" strike="noStrike">
                <a:solidFill>
                  <a:srgbClr val="000000"/>
                </a:solidFill>
                <a:latin typeface="Arial MT"/>
              </a:rPr>
              <a:t> </a:t>
            </a:r>
            <a:r>
              <a:rPr b="0" lang="en-GB" sz="1800" spc="-1" strike="noStrike">
                <a:solidFill>
                  <a:srgbClr val="000000"/>
                </a:solidFill>
                <a:latin typeface="Arial MT"/>
              </a:rPr>
              <a:t>(for</a:t>
            </a:r>
            <a:r>
              <a:rPr b="0" lang="en-GB" sz="1800" spc="-26" strike="noStrike">
                <a:solidFill>
                  <a:srgbClr val="000000"/>
                </a:solidFill>
                <a:latin typeface="Arial MT"/>
              </a:rPr>
              <a:t> </a:t>
            </a:r>
            <a:r>
              <a:rPr b="0" lang="en-GB" sz="1800" spc="-1" strike="noStrike">
                <a:solidFill>
                  <a:srgbClr val="000000"/>
                </a:solidFill>
                <a:latin typeface="Arial MT"/>
              </a:rPr>
              <a:t>example,</a:t>
            </a:r>
            <a:r>
              <a:rPr b="0" lang="en-GB" sz="1800" spc="-32" strike="noStrike">
                <a:solidFill>
                  <a:srgbClr val="000000"/>
                </a:solidFill>
                <a:latin typeface="Arial MT"/>
              </a:rPr>
              <a:t> </a:t>
            </a:r>
            <a:r>
              <a:rPr b="0" lang="en-GB" sz="1800" spc="-1" strike="noStrike">
                <a:solidFill>
                  <a:srgbClr val="000000"/>
                </a:solidFill>
                <a:latin typeface="Arial MT"/>
              </a:rPr>
              <a:t>predict</a:t>
            </a:r>
            <a:r>
              <a:rPr b="0" lang="en-GB" sz="1800" spc="-26" strike="noStrike">
                <a:solidFill>
                  <a:srgbClr val="000000"/>
                </a:solidFill>
                <a:latin typeface="Arial MT"/>
              </a:rPr>
              <a:t> </a:t>
            </a:r>
            <a:r>
              <a:rPr b="0" lang="en-GB" sz="1800" spc="-1" strike="noStrike">
                <a:solidFill>
                  <a:srgbClr val="000000"/>
                </a:solidFill>
                <a:latin typeface="Arial MT"/>
              </a:rPr>
              <a:t>fraudulent</a:t>
            </a:r>
            <a:r>
              <a:rPr b="0" lang="en-GB" sz="1800" spc="-26" strike="noStrike">
                <a:solidFill>
                  <a:srgbClr val="000000"/>
                </a:solidFill>
                <a:latin typeface="Arial MT"/>
              </a:rPr>
              <a:t> </a:t>
            </a:r>
            <a:r>
              <a:rPr b="0" lang="en-GB" sz="1800" spc="-1" strike="noStrike">
                <a:solidFill>
                  <a:srgbClr val="000000"/>
                </a:solidFill>
                <a:latin typeface="Arial MT"/>
              </a:rPr>
              <a:t>mobile</a:t>
            </a:r>
            <a:r>
              <a:rPr b="0" lang="en-GB" sz="1800" spc="-26" strike="noStrike">
                <a:solidFill>
                  <a:srgbClr val="000000"/>
                </a:solidFill>
                <a:latin typeface="Arial MT"/>
              </a:rPr>
              <a:t> </a:t>
            </a:r>
            <a:r>
              <a:rPr b="0" lang="en-GB" sz="1800" spc="-1" strike="noStrike">
                <a:solidFill>
                  <a:srgbClr val="000000"/>
                </a:solidFill>
                <a:latin typeface="Arial MT"/>
              </a:rPr>
              <a:t>transactions).</a:t>
            </a:r>
            <a:r>
              <a:rPr b="0" lang="en-GB" sz="1800" spc="-60"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above</a:t>
            </a:r>
            <a:r>
              <a:rPr b="0" lang="en-GB" sz="1800" spc="-32" strike="noStrike">
                <a:solidFill>
                  <a:srgbClr val="000000"/>
                </a:solidFill>
                <a:latin typeface="Arial MT"/>
              </a:rPr>
              <a:t> </a:t>
            </a:r>
            <a:r>
              <a:rPr b="0" lang="en-GB" sz="1800" spc="-1" strike="noStrike">
                <a:solidFill>
                  <a:srgbClr val="000000"/>
                </a:solidFill>
                <a:latin typeface="Arial MT"/>
              </a:rPr>
              <a:t>formula</a:t>
            </a:r>
            <a:r>
              <a:rPr b="0" lang="en-GB" sz="1800" spc="-26" strike="noStrike">
                <a:solidFill>
                  <a:srgbClr val="000000"/>
                </a:solidFill>
                <a:latin typeface="Arial MT"/>
              </a:rPr>
              <a:t> </a:t>
            </a:r>
            <a:r>
              <a:rPr b="0" lang="en-GB" sz="1800" spc="-1" strike="noStrike">
                <a:solidFill>
                  <a:srgbClr val="000000"/>
                </a:solidFill>
                <a:latin typeface="Arial MT"/>
              </a:rPr>
              <a:t>can</a:t>
            </a:r>
            <a:r>
              <a:rPr b="0" lang="en-GB" sz="1800" spc="-26" strike="noStrike">
                <a:solidFill>
                  <a:srgbClr val="000000"/>
                </a:solidFill>
                <a:latin typeface="Arial MT"/>
              </a:rPr>
              <a:t> </a:t>
            </a:r>
            <a:r>
              <a:rPr b="0" lang="en-GB" sz="1800" spc="-1" strike="noStrike">
                <a:solidFill>
                  <a:srgbClr val="000000"/>
                </a:solidFill>
                <a:latin typeface="Arial MT"/>
              </a:rPr>
              <a:t>then</a:t>
            </a:r>
            <a:r>
              <a:rPr b="0" lang="en-GB" sz="1800" spc="-26" strike="noStrike">
                <a:solidFill>
                  <a:srgbClr val="000000"/>
                </a:solidFill>
                <a:latin typeface="Arial MT"/>
              </a:rPr>
              <a:t> </a:t>
            </a:r>
            <a:r>
              <a:rPr b="0" lang="en-GB" sz="1800" spc="-1" strike="noStrike">
                <a:solidFill>
                  <a:srgbClr val="000000"/>
                </a:solidFill>
                <a:latin typeface="Arial MT"/>
              </a:rPr>
              <a:t>be</a:t>
            </a:r>
            <a:r>
              <a:rPr b="0" lang="en-GB" sz="1800" spc="-26" strike="noStrike">
                <a:solidFill>
                  <a:srgbClr val="000000"/>
                </a:solidFill>
                <a:latin typeface="Arial MT"/>
              </a:rPr>
              <a:t> </a:t>
            </a:r>
            <a:r>
              <a:rPr b="0" lang="en-GB" sz="1800" spc="-12" strike="noStrike">
                <a:solidFill>
                  <a:srgbClr val="000000"/>
                </a:solidFill>
                <a:latin typeface="Arial MT"/>
              </a:rPr>
              <a:t>rewritten</a:t>
            </a:r>
            <a:r>
              <a:rPr b="0" lang="en-GB" sz="1800" spc="494" strike="noStrike">
                <a:solidFill>
                  <a:srgbClr val="000000"/>
                </a:solidFill>
                <a:latin typeface="Arial MT"/>
              </a:rPr>
              <a:t> </a:t>
            </a:r>
            <a:r>
              <a:rPr b="0" lang="en-GB" sz="1800" spc="-1" strike="noStrike">
                <a:solidFill>
                  <a:srgbClr val="000000"/>
                </a:solidFill>
                <a:latin typeface="Arial MT"/>
              </a:rPr>
              <a:t>as</a:t>
            </a:r>
            <a:r>
              <a:rPr b="0" lang="en-GB" sz="1800" spc="-7" strike="noStrike">
                <a:solidFill>
                  <a:srgbClr val="000000"/>
                </a:solidFill>
                <a:latin typeface="Arial MT"/>
              </a:rPr>
              <a:t> </a:t>
            </a:r>
            <a:r>
              <a:rPr b="0" lang="en-GB" sz="1800" spc="-52" strike="noStrike">
                <a:solidFill>
                  <a:srgbClr val="000000"/>
                </a:solidFill>
                <a:latin typeface="Arial MT"/>
              </a:rPr>
              <a:t>:</a:t>
            </a:r>
            <a:endParaRPr b="0" lang="en-GB" sz="1800" spc="-1" strike="noStrike">
              <a:solidFill>
                <a:srgbClr val="000000"/>
              </a:solidFill>
              <a:latin typeface="Arial"/>
            </a:endParaRPr>
          </a:p>
        </p:txBody>
      </p:sp>
      <p:pic>
        <p:nvPicPr>
          <p:cNvPr id="140" name="object 6" descr=""/>
          <p:cNvPicPr/>
          <p:nvPr/>
        </p:nvPicPr>
        <p:blipFill>
          <a:blip r:embed="rId2"/>
          <a:stretch/>
        </p:blipFill>
        <p:spPr>
          <a:xfrm>
            <a:off x="3427560" y="6268680"/>
            <a:ext cx="2752560" cy="45648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788040" y="153720"/>
            <a:ext cx="10362600" cy="276120"/>
          </a:xfrm>
          <a:prstGeom prst="rect">
            <a:avLst/>
          </a:prstGeom>
          <a:noFill/>
          <a:ln w="0">
            <a:noFill/>
          </a:ln>
        </p:spPr>
        <p:txBody>
          <a:bodyPr lIns="0" rIns="0" tIns="0" bIns="0" anchor="t">
            <a:noAutofit/>
          </a:bodyPr>
          <a:p>
            <a:pPr indent="0">
              <a:lnSpc>
                <a:spcPct val="100000"/>
              </a:lnSpc>
              <a:buNone/>
              <a:tabLst>
                <a:tab algn="l" pos="0"/>
              </a:tabLst>
            </a:pPr>
            <a:r>
              <a:rPr b="1" lang="en-US" sz="1800" spc="-1" strike="noStrike">
                <a:solidFill>
                  <a:schemeClr val="dk1"/>
                </a:solidFill>
                <a:latin typeface="Arial"/>
              </a:rPr>
              <a:t>                       </a:t>
            </a:r>
            <a:r>
              <a:rPr b="1" lang="en-US" sz="1800" spc="-1" strike="noStrike">
                <a:solidFill>
                  <a:schemeClr val="dk1"/>
                </a:solidFill>
                <a:latin typeface="Arial"/>
              </a:rPr>
              <a:t>STRENGTH, WEAKNESS  AND ASSUMPTION OF NAIVES BAYES ALGORITHMS</a:t>
            </a:r>
            <a:endParaRPr b="0" lang="en-GB" sz="1800" spc="-1" strike="noStrike">
              <a:solidFill>
                <a:srgbClr val="000000"/>
              </a:solidFill>
              <a:latin typeface="Arial"/>
            </a:endParaRPr>
          </a:p>
        </p:txBody>
      </p:sp>
      <p:graphicFrame>
        <p:nvGraphicFramePr>
          <p:cNvPr id="142" name="Table 3"/>
          <p:cNvGraphicFramePr/>
          <p:nvPr/>
        </p:nvGraphicFramePr>
        <p:xfrm>
          <a:off x="1332720" y="601200"/>
          <a:ext cx="9612360" cy="4410720"/>
        </p:xfrm>
        <a:graphic>
          <a:graphicData uri="http://schemas.openxmlformats.org/drawingml/2006/table">
            <a:tbl>
              <a:tblPr/>
              <a:tblGrid>
                <a:gridCol w="4781880"/>
                <a:gridCol w="4830840"/>
              </a:tblGrid>
              <a:tr h="640080">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STRENGTH</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WEAKNESS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r>
              <a:tr h="483840">
                <a:tc>
                  <a:txBody>
                    <a:bodyPr anchor="t">
                      <a:noAutofit/>
                    </a:bodyPr>
                    <a:p>
                      <a:pPr>
                        <a:lnSpc>
                          <a:spcPct val="100000"/>
                        </a:lnSpc>
                      </a:pPr>
                      <a:r>
                        <a:rPr b="0" lang="en-US" sz="1800" spc="-1" strike="noStrike">
                          <a:solidFill>
                            <a:schemeClr val="dk1"/>
                          </a:solidFill>
                          <a:latin typeface="Calibri"/>
                        </a:rPr>
                        <a:t>Fast and efficient: Quick to train, even on large datasets.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Strong independence assumption: Assumes all features are independent, which is rarely true in real-life data.</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640080">
                <a:tc>
                  <a:txBody>
                    <a:bodyPr anchor="t">
                      <a:noAutofit/>
                    </a:bodyPr>
                    <a:p>
                      <a:pPr>
                        <a:lnSpc>
                          <a:spcPct val="100000"/>
                        </a:lnSpc>
                      </a:pPr>
                      <a:r>
                        <a:rPr b="0" lang="en-US" sz="1800" spc="-1" strike="noStrike">
                          <a:solidFill>
                            <a:schemeClr val="dk1"/>
                          </a:solidFill>
                          <a:latin typeface="Calibri"/>
                        </a:rPr>
                        <a:t>Handles categorical data well: Suitable for both binary and multi-class classification tasks.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Sensitive to zero probabilities: A single instance of a zero probability feature can make the entire probability zero (can be mitigated with techniques like Laplace smoothing).</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914400">
                <a:tc>
                  <a:txBody>
                    <a:bodyPr anchor="t">
                      <a:noAutofit/>
                    </a:bodyPr>
                    <a:p>
                      <a:pPr>
                        <a:lnSpc>
                          <a:spcPct val="100000"/>
                        </a:lnSpc>
                      </a:pPr>
                      <a:r>
                        <a:rPr b="0" lang="en-US" sz="1800" spc="-1" strike="noStrike">
                          <a:solidFill>
                            <a:schemeClr val="dk1"/>
                          </a:solidFill>
                          <a:latin typeface="Calibri"/>
                        </a:rPr>
                        <a:t>Requires less data: Performs well with smaller datasets compared to other algorithms.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Not suitable for complex relationships: Struggles with highly interdependent features or non-linear relationships.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bl>
          </a:graphicData>
        </a:graphic>
      </p:graphicFrame>
      <p:sp>
        <p:nvSpPr>
          <p:cNvPr id="143" name="Title 1"/>
          <p:cNvSpPr/>
          <p:nvPr/>
        </p:nvSpPr>
        <p:spPr>
          <a:xfrm>
            <a:off x="942840" y="5064840"/>
            <a:ext cx="10768320" cy="164556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800" spc="-1" strike="noStrike">
                <a:solidFill>
                  <a:schemeClr val="dk1"/>
                </a:solidFill>
                <a:latin typeface="Arial"/>
              </a:rPr>
              <a:t>                     </a:t>
            </a:r>
            <a:r>
              <a:rPr b="1" lang="en-US" sz="1800" spc="-1" strike="noStrike">
                <a:solidFill>
                  <a:schemeClr val="dk1"/>
                </a:solidFill>
                <a:latin typeface="Arial"/>
              </a:rPr>
              <a:t>Assumption Of Naives Bayes Algorithms</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Conditional Independence: </a:t>
            </a:r>
            <a:r>
              <a:rPr b="0" lang="en-US" sz="1800" spc="-1" strike="noStrike">
                <a:solidFill>
                  <a:schemeClr val="dk1"/>
                </a:solidFill>
                <a:latin typeface="Arial"/>
              </a:rPr>
              <a:t>Assumes all features are independent of each other, given the class label.</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Feature Relevance: </a:t>
            </a:r>
            <a:r>
              <a:rPr b="0" lang="en-US" sz="1800" spc="-1" strike="noStrike">
                <a:solidFill>
                  <a:schemeClr val="dk1"/>
                </a:solidFill>
                <a:latin typeface="Arial"/>
              </a:rPr>
              <a:t>Assumes that all features contribute equally to the outcome, which is crucial for correct classification.</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Data Balance: </a:t>
            </a:r>
            <a:r>
              <a:rPr b="0" lang="en-US" sz="1800" spc="-1" strike="noStrike">
                <a:solidFill>
                  <a:schemeClr val="dk1"/>
                </a:solidFill>
                <a:latin typeface="Arial"/>
              </a:rPr>
              <a:t>Assumes that the classes in the dataset are not extremely imbalanced.</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788040" y="153720"/>
            <a:ext cx="10362600" cy="276120"/>
          </a:xfrm>
          <a:prstGeom prst="rect">
            <a:avLst/>
          </a:prstGeom>
          <a:noFill/>
          <a:ln w="0">
            <a:noFill/>
          </a:ln>
        </p:spPr>
        <p:txBody>
          <a:bodyPr lIns="0" rIns="0" tIns="0" bIns="0" anchor="t">
            <a:noAutofit/>
          </a:bodyPr>
          <a:p>
            <a:pPr indent="0">
              <a:lnSpc>
                <a:spcPct val="100000"/>
              </a:lnSpc>
              <a:buNone/>
              <a:tabLst>
                <a:tab algn="l" pos="0"/>
              </a:tabLst>
            </a:pPr>
            <a:r>
              <a:rPr b="1" lang="en-US" sz="1800" spc="-1" strike="noStrike">
                <a:solidFill>
                  <a:schemeClr val="dk1"/>
                </a:solidFill>
                <a:latin typeface="Arial"/>
              </a:rPr>
              <a:t>                       </a:t>
            </a:r>
            <a:r>
              <a:rPr b="1" lang="en-US" sz="1800" spc="-1" strike="noStrike">
                <a:solidFill>
                  <a:schemeClr val="dk1"/>
                </a:solidFill>
                <a:latin typeface="Arial"/>
              </a:rPr>
              <a:t>STRENGTH, WEAKNESS  AND ASSUMPTION OF NAIVES BAYES ALGORITHMS</a:t>
            </a:r>
            <a:endParaRPr b="0" lang="en-GB" sz="1800" spc="-1" strike="noStrike">
              <a:solidFill>
                <a:srgbClr val="000000"/>
              </a:solidFill>
              <a:latin typeface="Arial"/>
            </a:endParaRPr>
          </a:p>
        </p:txBody>
      </p:sp>
      <p:graphicFrame>
        <p:nvGraphicFramePr>
          <p:cNvPr id="145" name="Table 3"/>
          <p:cNvGraphicFramePr/>
          <p:nvPr/>
        </p:nvGraphicFramePr>
        <p:xfrm>
          <a:off x="1332720" y="601200"/>
          <a:ext cx="9612360" cy="4410720"/>
        </p:xfrm>
        <a:graphic>
          <a:graphicData uri="http://schemas.openxmlformats.org/drawingml/2006/table">
            <a:tbl>
              <a:tblPr/>
              <a:tblGrid>
                <a:gridCol w="4781880"/>
                <a:gridCol w="4830840"/>
              </a:tblGrid>
              <a:tr h="640080">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STRENGTH</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WEAKNESS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r>
              <a:tr h="483840">
                <a:tc>
                  <a:txBody>
                    <a:bodyPr anchor="t">
                      <a:noAutofit/>
                    </a:bodyPr>
                    <a:p>
                      <a:pPr>
                        <a:lnSpc>
                          <a:spcPct val="100000"/>
                        </a:lnSpc>
                      </a:pPr>
                      <a:r>
                        <a:rPr b="0" lang="en-US" sz="1800" spc="-1" strike="noStrike">
                          <a:solidFill>
                            <a:schemeClr val="dk1"/>
                          </a:solidFill>
                          <a:latin typeface="Calibri"/>
                        </a:rPr>
                        <a:t>Fast and efficient: Quick to train, even on large datasets.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Strong independence assumption: Assumes all features are independent, which is rarely true in real-life data.</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640080">
                <a:tc>
                  <a:txBody>
                    <a:bodyPr anchor="t">
                      <a:noAutofit/>
                    </a:bodyPr>
                    <a:p>
                      <a:pPr>
                        <a:lnSpc>
                          <a:spcPct val="100000"/>
                        </a:lnSpc>
                      </a:pPr>
                      <a:r>
                        <a:rPr b="0" lang="en-US" sz="1800" spc="-1" strike="noStrike">
                          <a:solidFill>
                            <a:schemeClr val="dk1"/>
                          </a:solidFill>
                          <a:latin typeface="Calibri"/>
                        </a:rPr>
                        <a:t>Handles categorical data well: Suitable for both binary and multi-class classification tasks.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Sensitive to zero probabilities: A single instance of a zero probability feature can make the entire probability zero (can be mitigated with techniques like Laplace smoothing).</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914400">
                <a:tc>
                  <a:txBody>
                    <a:bodyPr anchor="t">
                      <a:noAutofit/>
                    </a:bodyPr>
                    <a:p>
                      <a:pPr>
                        <a:lnSpc>
                          <a:spcPct val="100000"/>
                        </a:lnSpc>
                      </a:pPr>
                      <a:r>
                        <a:rPr b="0" lang="en-US" sz="1800" spc="-1" strike="noStrike">
                          <a:solidFill>
                            <a:schemeClr val="dk1"/>
                          </a:solidFill>
                          <a:latin typeface="Calibri"/>
                        </a:rPr>
                        <a:t>Requires less data: Performs well with smaller datasets compared to other algorithms.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Not suitable for complex relationships: Struggles with highly interdependent features or non-linear relationships.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bl>
          </a:graphicData>
        </a:graphic>
      </p:graphicFrame>
      <p:sp>
        <p:nvSpPr>
          <p:cNvPr id="146" name="Title 1"/>
          <p:cNvSpPr/>
          <p:nvPr/>
        </p:nvSpPr>
        <p:spPr>
          <a:xfrm>
            <a:off x="942840" y="5064840"/>
            <a:ext cx="10768320" cy="164556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800" spc="-1" strike="noStrike">
                <a:solidFill>
                  <a:schemeClr val="dk1"/>
                </a:solidFill>
                <a:latin typeface="Arial"/>
              </a:rPr>
              <a:t>                     </a:t>
            </a:r>
            <a:r>
              <a:rPr b="1" lang="en-US" sz="1800" spc="-1" strike="noStrike">
                <a:solidFill>
                  <a:schemeClr val="dk1"/>
                </a:solidFill>
                <a:latin typeface="Arial"/>
              </a:rPr>
              <a:t>Assumption Of Naives Bayes Algorithms</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Conditional Independence: </a:t>
            </a:r>
            <a:r>
              <a:rPr b="0" lang="en-US" sz="1800" spc="-1" strike="noStrike">
                <a:solidFill>
                  <a:schemeClr val="dk1"/>
                </a:solidFill>
                <a:latin typeface="Arial"/>
              </a:rPr>
              <a:t>Assumes all features are independent of each other, given the class label.</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Feature Relevance: </a:t>
            </a:r>
            <a:r>
              <a:rPr b="0" lang="en-US" sz="1800" spc="-1" strike="noStrike">
                <a:solidFill>
                  <a:schemeClr val="dk1"/>
                </a:solidFill>
                <a:latin typeface="Arial"/>
              </a:rPr>
              <a:t>Assumes that all features contribute equally to the outcome, which is crucial for correct classification.</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Data Balance: </a:t>
            </a:r>
            <a:r>
              <a:rPr b="0" lang="en-US" sz="1800" spc="-1" strike="noStrike">
                <a:solidFill>
                  <a:schemeClr val="dk1"/>
                </a:solidFill>
                <a:latin typeface="Arial"/>
              </a:rPr>
              <a:t>Assumes that the classes in the dataset are not extremely imbalanced.</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1100520" y="817560"/>
            <a:ext cx="1603440" cy="115740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n-GB" sz="1800" spc="-1" strike="noStrike">
                <a:solidFill>
                  <a:schemeClr val="dk1"/>
                </a:solidFill>
                <a:latin typeface="Calibri"/>
              </a:rPr>
              <a:t>Regression</a:t>
            </a:r>
            <a:r>
              <a:rPr b="1" lang="en-GB" sz="1800" spc="-97" strike="noStrike">
                <a:solidFill>
                  <a:schemeClr val="dk1"/>
                </a:solidFill>
                <a:latin typeface="Calibri"/>
              </a:rPr>
              <a:t> </a:t>
            </a:r>
            <a:r>
              <a:rPr b="1" lang="en-GB" sz="1800" spc="-21" strike="noStrike">
                <a:solidFill>
                  <a:schemeClr val="dk1"/>
                </a:solidFill>
                <a:latin typeface="Calibri"/>
              </a:rPr>
              <a:t>Trees</a:t>
            </a:r>
            <a:endParaRPr b="0" lang="en-GB" sz="1800" spc="-1" strike="noStrike">
              <a:solidFill>
                <a:srgbClr val="000000"/>
              </a:solidFill>
              <a:latin typeface="Arial"/>
            </a:endParaRPr>
          </a:p>
        </p:txBody>
      </p:sp>
      <p:sp>
        <p:nvSpPr>
          <p:cNvPr id="148" name="object 3"/>
          <p:cNvSpPr/>
          <p:nvPr/>
        </p:nvSpPr>
        <p:spPr>
          <a:xfrm>
            <a:off x="1020600" y="1366200"/>
            <a:ext cx="10028520" cy="4435920"/>
          </a:xfrm>
          <a:prstGeom prst="rect">
            <a:avLst/>
          </a:prstGeom>
          <a:noFill/>
          <a:ln w="0">
            <a:noFill/>
          </a:ln>
        </p:spPr>
        <p:style>
          <a:lnRef idx="0"/>
          <a:fillRef idx="0"/>
          <a:effectRef idx="0"/>
          <a:fontRef idx="minor"/>
        </p:style>
        <p:txBody>
          <a:bodyPr lIns="0" rIns="0" tIns="12600" bIns="0" anchor="t">
            <a:spAutoFit/>
          </a:bodyPr>
          <a:p>
            <a:pPr marL="92880">
              <a:lnSpc>
                <a:spcPct val="100000"/>
              </a:lnSpc>
              <a:spcBef>
                <a:spcPts val="99"/>
              </a:spcBef>
            </a:pPr>
            <a:r>
              <a:rPr b="0" lang="en-GB" sz="1800" spc="-1" strike="noStrike">
                <a:solidFill>
                  <a:srgbClr val="000000"/>
                </a:solidFill>
                <a:latin typeface="Calibri"/>
              </a:rPr>
              <a:t>Previously</a:t>
            </a:r>
            <a:r>
              <a:rPr b="0" lang="en-GB" sz="1800" spc="-41" strike="noStrike">
                <a:solidFill>
                  <a:srgbClr val="000000"/>
                </a:solidFill>
                <a:latin typeface="Calibri"/>
              </a:rPr>
              <a:t> </a:t>
            </a:r>
            <a:r>
              <a:rPr b="0" lang="en-GB" sz="1800" spc="-1" strike="noStrike">
                <a:solidFill>
                  <a:srgbClr val="000000"/>
                </a:solidFill>
                <a:latin typeface="Calibri"/>
              </a:rPr>
              <a:t>we</a:t>
            </a:r>
            <a:r>
              <a:rPr b="0" lang="en-GB" sz="1800" spc="-41" strike="noStrike">
                <a:solidFill>
                  <a:srgbClr val="000000"/>
                </a:solidFill>
                <a:latin typeface="Calibri"/>
              </a:rPr>
              <a:t> </a:t>
            </a:r>
            <a:r>
              <a:rPr b="0" lang="en-GB" sz="1800" spc="-1" strike="noStrike">
                <a:solidFill>
                  <a:srgbClr val="000000"/>
                </a:solidFill>
                <a:latin typeface="Calibri"/>
              </a:rPr>
              <a:t>saw</a:t>
            </a:r>
            <a:r>
              <a:rPr b="0" lang="en-GB" sz="1800" spc="-41" strike="noStrike">
                <a:solidFill>
                  <a:srgbClr val="000000"/>
                </a:solidFill>
                <a:latin typeface="Calibri"/>
              </a:rPr>
              <a:t> </a:t>
            </a:r>
            <a:r>
              <a:rPr b="0" lang="en-GB" sz="1800" spc="-1" strike="noStrike">
                <a:solidFill>
                  <a:srgbClr val="000000"/>
                </a:solidFill>
                <a:latin typeface="Calibri"/>
              </a:rPr>
              <a:t>how</a:t>
            </a:r>
            <a:r>
              <a:rPr b="0" lang="en-GB" sz="1800" spc="-35" strike="noStrike">
                <a:solidFill>
                  <a:srgbClr val="000000"/>
                </a:solidFill>
                <a:latin typeface="Calibri"/>
              </a:rPr>
              <a:t> </a:t>
            </a:r>
            <a:r>
              <a:rPr b="0" lang="en-GB" sz="1800" spc="-1" strike="noStrike">
                <a:solidFill>
                  <a:srgbClr val="000000"/>
                </a:solidFill>
                <a:latin typeface="Calibri"/>
              </a:rPr>
              <a:t>trees</a:t>
            </a:r>
            <a:r>
              <a:rPr b="0" lang="en-GB" sz="1800" spc="-41" strike="noStrike">
                <a:solidFill>
                  <a:srgbClr val="000000"/>
                </a:solidFill>
                <a:latin typeface="Calibri"/>
              </a:rPr>
              <a:t> </a:t>
            </a:r>
            <a:r>
              <a:rPr b="0" lang="en-GB" sz="1800" spc="-1" strike="noStrike">
                <a:solidFill>
                  <a:srgbClr val="000000"/>
                </a:solidFill>
                <a:latin typeface="Calibri"/>
              </a:rPr>
              <a:t>are</a:t>
            </a:r>
            <a:r>
              <a:rPr b="0" lang="en-GB" sz="1800" spc="-41" strike="noStrike">
                <a:solidFill>
                  <a:srgbClr val="000000"/>
                </a:solidFill>
                <a:latin typeface="Calibri"/>
              </a:rPr>
              <a:t> </a:t>
            </a:r>
            <a:r>
              <a:rPr b="0" lang="en-GB" sz="1800" spc="-1" strike="noStrike">
                <a:solidFill>
                  <a:srgbClr val="000000"/>
                </a:solidFill>
                <a:latin typeface="Calibri"/>
              </a:rPr>
              <a:t>used</a:t>
            </a:r>
            <a:r>
              <a:rPr b="0" lang="en-GB" sz="1800" spc="-35" strike="noStrike">
                <a:solidFill>
                  <a:srgbClr val="000000"/>
                </a:solidFill>
                <a:latin typeface="Calibri"/>
              </a:rPr>
              <a:t> </a:t>
            </a:r>
            <a:r>
              <a:rPr b="0" lang="en-GB" sz="1800" spc="-1" strike="noStrike">
                <a:solidFill>
                  <a:srgbClr val="000000"/>
                </a:solidFill>
                <a:latin typeface="Calibri"/>
              </a:rPr>
              <a:t>in</a:t>
            </a:r>
            <a:r>
              <a:rPr b="0" lang="en-GB" sz="1800" spc="-41" strike="noStrike">
                <a:solidFill>
                  <a:srgbClr val="000000"/>
                </a:solidFill>
                <a:latin typeface="Calibri"/>
              </a:rPr>
              <a:t> </a:t>
            </a:r>
            <a:r>
              <a:rPr b="0" lang="en-GB" sz="1800" spc="-1" strike="noStrike">
                <a:solidFill>
                  <a:srgbClr val="000000"/>
                </a:solidFill>
                <a:latin typeface="Calibri"/>
              </a:rPr>
              <a:t>order</a:t>
            </a:r>
            <a:r>
              <a:rPr b="0" lang="en-GB" sz="1800" spc="-41" strike="noStrike">
                <a:solidFill>
                  <a:srgbClr val="000000"/>
                </a:solidFill>
                <a:latin typeface="Calibri"/>
              </a:rPr>
              <a:t> </a:t>
            </a:r>
            <a:r>
              <a:rPr b="0" lang="en-GB" sz="1800" spc="-1" strike="noStrike">
                <a:solidFill>
                  <a:srgbClr val="000000"/>
                </a:solidFill>
                <a:latin typeface="Calibri"/>
              </a:rPr>
              <a:t>to</a:t>
            </a:r>
            <a:r>
              <a:rPr b="0" lang="en-GB" sz="1800" spc="-41" strike="noStrike">
                <a:solidFill>
                  <a:srgbClr val="000000"/>
                </a:solidFill>
                <a:latin typeface="Calibri"/>
              </a:rPr>
              <a:t> </a:t>
            </a:r>
            <a:r>
              <a:rPr b="0" lang="en-GB" sz="1800" spc="-1" strike="noStrike">
                <a:solidFill>
                  <a:srgbClr val="000000"/>
                </a:solidFill>
                <a:latin typeface="Calibri"/>
              </a:rPr>
              <a:t>classify</a:t>
            </a:r>
            <a:r>
              <a:rPr b="0" lang="en-GB" sz="1800" spc="-35" strike="noStrike">
                <a:solidFill>
                  <a:srgbClr val="000000"/>
                </a:solidFill>
                <a:latin typeface="Calibri"/>
              </a:rPr>
              <a:t> </a:t>
            </a:r>
            <a:r>
              <a:rPr b="0" lang="en-GB" sz="1800" spc="-1" strike="noStrike">
                <a:solidFill>
                  <a:srgbClr val="000000"/>
                </a:solidFill>
                <a:latin typeface="Calibri"/>
              </a:rPr>
              <a:t>a</a:t>
            </a:r>
            <a:r>
              <a:rPr b="0" lang="en-GB" sz="1800" spc="-41" strike="noStrike">
                <a:solidFill>
                  <a:srgbClr val="000000"/>
                </a:solidFill>
                <a:latin typeface="Calibri"/>
              </a:rPr>
              <a:t> </a:t>
            </a:r>
            <a:r>
              <a:rPr b="0" lang="en-GB" sz="1800" spc="-12" strike="noStrike">
                <a:solidFill>
                  <a:srgbClr val="000000"/>
                </a:solidFill>
                <a:latin typeface="Calibri"/>
              </a:rPr>
              <a:t>prediction</a:t>
            </a:r>
            <a:r>
              <a:rPr b="0" lang="en-GB" sz="1800" spc="-41" strike="noStrike">
                <a:solidFill>
                  <a:srgbClr val="000000"/>
                </a:solidFill>
                <a:latin typeface="Calibri"/>
              </a:rPr>
              <a:t> </a:t>
            </a:r>
            <a:r>
              <a:rPr b="0" lang="en-GB" sz="1800" spc="-1" strike="noStrike">
                <a:solidFill>
                  <a:srgbClr val="000000"/>
                </a:solidFill>
                <a:latin typeface="Calibri"/>
              </a:rPr>
              <a:t>as</a:t>
            </a:r>
            <a:r>
              <a:rPr b="0" lang="en-GB" sz="1800" spc="-35" strike="noStrike">
                <a:solidFill>
                  <a:srgbClr val="000000"/>
                </a:solidFill>
                <a:latin typeface="Calibri"/>
              </a:rPr>
              <a:t> </a:t>
            </a:r>
            <a:r>
              <a:rPr b="0" lang="en-GB" sz="1800" spc="-12" strike="noStrike">
                <a:solidFill>
                  <a:srgbClr val="000000"/>
                </a:solidFill>
                <a:latin typeface="Calibri"/>
              </a:rPr>
              <a:t>belonging</a:t>
            </a:r>
            <a:r>
              <a:rPr b="0" lang="en-GB" sz="1800" spc="-41" strike="noStrike">
                <a:solidFill>
                  <a:srgbClr val="000000"/>
                </a:solidFill>
                <a:latin typeface="Calibri"/>
              </a:rPr>
              <a:t> </a:t>
            </a:r>
            <a:r>
              <a:rPr b="0" lang="en-GB" sz="1800" spc="-1" strike="noStrike">
                <a:solidFill>
                  <a:srgbClr val="000000"/>
                </a:solidFill>
                <a:latin typeface="Calibri"/>
              </a:rPr>
              <a:t>to</a:t>
            </a:r>
            <a:r>
              <a:rPr b="0" lang="en-GB" sz="1800" spc="-41" strike="noStrike">
                <a:solidFill>
                  <a:srgbClr val="000000"/>
                </a:solidFill>
                <a:latin typeface="Calibri"/>
              </a:rPr>
              <a:t> </a:t>
            </a:r>
            <a:r>
              <a:rPr b="0" lang="en-GB" sz="1800" spc="-1" strike="noStrike">
                <a:solidFill>
                  <a:srgbClr val="000000"/>
                </a:solidFill>
                <a:latin typeface="Calibri"/>
              </a:rPr>
              <a:t>a</a:t>
            </a:r>
            <a:r>
              <a:rPr b="0" lang="en-GB" sz="1800" spc="-41" strike="noStrike">
                <a:solidFill>
                  <a:srgbClr val="000000"/>
                </a:solidFill>
                <a:latin typeface="Calibri"/>
              </a:rPr>
              <a:t> </a:t>
            </a:r>
            <a:r>
              <a:rPr b="0" lang="en-GB" sz="1800" spc="-12" strike="noStrike">
                <a:solidFill>
                  <a:srgbClr val="000000"/>
                </a:solidFill>
                <a:latin typeface="Calibri"/>
              </a:rPr>
              <a:t>particular</a:t>
            </a:r>
            <a:r>
              <a:rPr b="0" lang="en-GB" sz="1800" spc="-35" strike="noStrike">
                <a:solidFill>
                  <a:srgbClr val="000000"/>
                </a:solidFill>
                <a:latin typeface="Calibri"/>
              </a:rPr>
              <a:t> </a:t>
            </a:r>
            <a:r>
              <a:rPr b="0" lang="en-GB" sz="1800" spc="-1" strike="noStrike">
                <a:solidFill>
                  <a:srgbClr val="000000"/>
                </a:solidFill>
                <a:latin typeface="Calibri"/>
              </a:rPr>
              <a:t>class</a:t>
            </a:r>
            <a:r>
              <a:rPr b="0" lang="en-GB" sz="1800" spc="-41" strike="noStrike">
                <a:solidFill>
                  <a:srgbClr val="000000"/>
                </a:solidFill>
                <a:latin typeface="Calibri"/>
              </a:rPr>
              <a:t> </a:t>
            </a:r>
            <a:r>
              <a:rPr b="0" lang="en-GB" sz="1800" spc="-26" strike="noStrike">
                <a:solidFill>
                  <a:srgbClr val="000000"/>
                </a:solidFill>
                <a:latin typeface="Calibri"/>
              </a:rPr>
              <a:t>or category.</a:t>
            </a:r>
            <a:r>
              <a:rPr b="0" lang="en-GB" sz="1800" spc="-52" strike="noStrike">
                <a:solidFill>
                  <a:srgbClr val="000000"/>
                </a:solidFill>
                <a:latin typeface="Calibri"/>
              </a:rPr>
              <a:t> </a:t>
            </a:r>
            <a:r>
              <a:rPr b="0" lang="en-GB" sz="1800" spc="-32" strike="noStrike">
                <a:solidFill>
                  <a:srgbClr val="000000"/>
                </a:solidFill>
                <a:latin typeface="Calibri"/>
              </a:rPr>
              <a:t>However,</a:t>
            </a:r>
            <a:r>
              <a:rPr b="0" lang="en-GB" sz="1800" spc="-46" strike="noStrike">
                <a:solidFill>
                  <a:srgbClr val="000000"/>
                </a:solidFill>
                <a:latin typeface="Calibri"/>
              </a:rPr>
              <a:t> </a:t>
            </a:r>
            <a:r>
              <a:rPr b="0" lang="en-GB" sz="1800" spc="-1" strike="noStrike">
                <a:solidFill>
                  <a:srgbClr val="000000"/>
                </a:solidFill>
                <a:latin typeface="Calibri"/>
              </a:rPr>
              <a:t>trees</a:t>
            </a:r>
            <a:r>
              <a:rPr b="0" lang="en-GB" sz="1800" spc="-46" strike="noStrike">
                <a:solidFill>
                  <a:srgbClr val="000000"/>
                </a:solidFill>
                <a:latin typeface="Calibri"/>
              </a:rPr>
              <a:t> </a:t>
            </a:r>
            <a:r>
              <a:rPr b="0" lang="en-GB" sz="1800" spc="-1" strike="noStrike">
                <a:solidFill>
                  <a:srgbClr val="000000"/>
                </a:solidFill>
                <a:latin typeface="Calibri"/>
              </a:rPr>
              <a:t>can</a:t>
            </a:r>
            <a:r>
              <a:rPr b="0" lang="en-GB" sz="1800" spc="-46" strike="noStrike">
                <a:solidFill>
                  <a:srgbClr val="000000"/>
                </a:solidFill>
                <a:latin typeface="Calibri"/>
              </a:rPr>
              <a:t> </a:t>
            </a:r>
            <a:r>
              <a:rPr b="0" lang="en-GB" sz="1800" spc="-1" strike="noStrike">
                <a:solidFill>
                  <a:srgbClr val="000000"/>
                </a:solidFill>
                <a:latin typeface="Calibri"/>
              </a:rPr>
              <a:t>also</a:t>
            </a:r>
            <a:r>
              <a:rPr b="0" lang="en-GB" sz="1800" spc="-52" strike="noStrike">
                <a:solidFill>
                  <a:srgbClr val="000000"/>
                </a:solidFill>
                <a:latin typeface="Calibri"/>
              </a:rPr>
              <a:t> </a:t>
            </a:r>
            <a:r>
              <a:rPr b="0" lang="en-GB" sz="1800" spc="-1" strike="noStrike">
                <a:solidFill>
                  <a:srgbClr val="000000"/>
                </a:solidFill>
                <a:latin typeface="Calibri"/>
              </a:rPr>
              <a:t>be</a:t>
            </a:r>
            <a:r>
              <a:rPr b="0" lang="en-GB" sz="1800" spc="-46" strike="noStrike">
                <a:solidFill>
                  <a:srgbClr val="000000"/>
                </a:solidFill>
                <a:latin typeface="Calibri"/>
              </a:rPr>
              <a:t> </a:t>
            </a:r>
            <a:r>
              <a:rPr b="0" lang="en-GB" sz="1800" spc="-1" strike="noStrike">
                <a:solidFill>
                  <a:srgbClr val="000000"/>
                </a:solidFill>
                <a:latin typeface="Calibri"/>
              </a:rPr>
              <a:t>used</a:t>
            </a:r>
            <a:r>
              <a:rPr b="0" lang="en-GB" sz="1800" spc="-46" strike="noStrike">
                <a:solidFill>
                  <a:srgbClr val="000000"/>
                </a:solidFill>
                <a:latin typeface="Calibri"/>
              </a:rPr>
              <a:t> </a:t>
            </a:r>
            <a:r>
              <a:rPr b="0" lang="en-GB" sz="1800" spc="-1" strike="noStrike">
                <a:solidFill>
                  <a:srgbClr val="000000"/>
                </a:solidFill>
                <a:latin typeface="Calibri"/>
              </a:rPr>
              <a:t>to</a:t>
            </a:r>
            <a:r>
              <a:rPr b="0" lang="en-GB" sz="1800" spc="-46" strike="noStrike">
                <a:solidFill>
                  <a:srgbClr val="000000"/>
                </a:solidFill>
                <a:latin typeface="Calibri"/>
              </a:rPr>
              <a:t> </a:t>
            </a:r>
            <a:r>
              <a:rPr b="0" lang="en-GB" sz="1800" spc="-1" strike="noStrike">
                <a:solidFill>
                  <a:srgbClr val="000000"/>
                </a:solidFill>
                <a:latin typeface="Calibri"/>
              </a:rPr>
              <a:t>solve</a:t>
            </a:r>
            <a:r>
              <a:rPr b="0" lang="en-GB" sz="1800" spc="-52" strike="noStrike">
                <a:solidFill>
                  <a:srgbClr val="000000"/>
                </a:solidFill>
                <a:latin typeface="Calibri"/>
              </a:rPr>
              <a:t> </a:t>
            </a:r>
            <a:r>
              <a:rPr b="0" lang="en-GB" sz="1800" spc="-12" strike="noStrike">
                <a:solidFill>
                  <a:srgbClr val="000000"/>
                </a:solidFill>
                <a:latin typeface="Calibri"/>
              </a:rPr>
              <a:t>problems</a:t>
            </a:r>
            <a:r>
              <a:rPr b="0" lang="en-GB" sz="1800" spc="-46" strike="noStrike">
                <a:solidFill>
                  <a:srgbClr val="000000"/>
                </a:solidFill>
                <a:latin typeface="Calibri"/>
              </a:rPr>
              <a:t> </a:t>
            </a:r>
            <a:r>
              <a:rPr b="0" lang="en-GB" sz="1800" spc="-12" strike="noStrike">
                <a:solidFill>
                  <a:srgbClr val="000000"/>
                </a:solidFill>
                <a:latin typeface="Calibri"/>
              </a:rPr>
              <a:t>related</a:t>
            </a:r>
            <a:r>
              <a:rPr b="0" lang="en-GB" sz="1800" spc="-46" strike="noStrike">
                <a:solidFill>
                  <a:srgbClr val="000000"/>
                </a:solidFill>
                <a:latin typeface="Calibri"/>
              </a:rPr>
              <a:t> </a:t>
            </a:r>
            <a:r>
              <a:rPr b="0" lang="en-GB" sz="1800" spc="-1" strike="noStrike">
                <a:solidFill>
                  <a:srgbClr val="000000"/>
                </a:solidFill>
                <a:latin typeface="Calibri"/>
              </a:rPr>
              <a:t>to</a:t>
            </a:r>
            <a:r>
              <a:rPr b="0" lang="en-GB" sz="1800" spc="-46" strike="noStrike">
                <a:solidFill>
                  <a:srgbClr val="000000"/>
                </a:solidFill>
                <a:latin typeface="Calibri"/>
              </a:rPr>
              <a:t> </a:t>
            </a:r>
            <a:r>
              <a:rPr b="0" lang="en-GB" sz="1800" spc="-12" strike="noStrike">
                <a:solidFill>
                  <a:srgbClr val="000000"/>
                </a:solidFill>
                <a:latin typeface="Calibri"/>
              </a:rPr>
              <a:t>predicting</a:t>
            </a:r>
            <a:r>
              <a:rPr b="0" lang="en-GB" sz="1800" spc="-46" strike="noStrike">
                <a:solidFill>
                  <a:srgbClr val="000000"/>
                </a:solidFill>
                <a:latin typeface="Calibri"/>
              </a:rPr>
              <a:t> </a:t>
            </a:r>
            <a:r>
              <a:rPr b="0" lang="en-GB" sz="1800" spc="-1" strike="noStrike">
                <a:solidFill>
                  <a:srgbClr val="000000"/>
                </a:solidFill>
                <a:latin typeface="Calibri"/>
              </a:rPr>
              <a:t>numeric</a:t>
            </a:r>
            <a:r>
              <a:rPr b="0" lang="en-GB" sz="1800" spc="-52" strike="noStrike">
                <a:solidFill>
                  <a:srgbClr val="000000"/>
                </a:solidFill>
                <a:latin typeface="Calibri"/>
              </a:rPr>
              <a:t> </a:t>
            </a:r>
            <a:r>
              <a:rPr b="0" lang="en-GB" sz="1800" spc="-12" strike="noStrike">
                <a:solidFill>
                  <a:srgbClr val="000000"/>
                </a:solidFill>
                <a:latin typeface="Calibri"/>
              </a:rPr>
              <a:t>outcomes.</a:t>
            </a:r>
            <a:endParaRPr b="0" lang="en-GB" sz="1800" spc="-1" strike="noStrike">
              <a:solidFill>
                <a:srgbClr val="000000"/>
              </a:solidFill>
              <a:latin typeface="Arial"/>
            </a:endParaRPr>
          </a:p>
          <a:p>
            <a:pPr marL="92880">
              <a:lnSpc>
                <a:spcPct val="100000"/>
              </a:lnSpc>
            </a:pPr>
            <a:r>
              <a:rPr b="0" lang="en-GB" sz="1800" spc="-1" strike="noStrike">
                <a:solidFill>
                  <a:srgbClr val="000000"/>
                </a:solidFill>
                <a:latin typeface="Calibri"/>
              </a:rPr>
              <a:t>Some</a:t>
            </a:r>
            <a:r>
              <a:rPr b="0" lang="en-GB" sz="1800" spc="-72" strike="noStrike">
                <a:solidFill>
                  <a:srgbClr val="000000"/>
                </a:solidFill>
                <a:latin typeface="Calibri"/>
              </a:rPr>
              <a:t> </a:t>
            </a:r>
            <a:r>
              <a:rPr b="0" lang="en-GB" sz="1800" spc="-26" strike="noStrike">
                <a:solidFill>
                  <a:srgbClr val="000000"/>
                </a:solidFill>
                <a:latin typeface="Calibri"/>
              </a:rPr>
              <a:t>Tree</a:t>
            </a:r>
            <a:r>
              <a:rPr b="0" lang="en-GB" sz="1800" spc="-72" strike="noStrike">
                <a:solidFill>
                  <a:srgbClr val="000000"/>
                </a:solidFill>
                <a:latin typeface="Calibri"/>
              </a:rPr>
              <a:t> </a:t>
            </a:r>
            <a:r>
              <a:rPr b="0" lang="en-GB" sz="1800" spc="-1" strike="noStrike">
                <a:solidFill>
                  <a:srgbClr val="000000"/>
                </a:solidFill>
                <a:latin typeface="Calibri"/>
              </a:rPr>
              <a:t>algorithms</a:t>
            </a:r>
            <a:r>
              <a:rPr b="0" lang="en-GB" sz="1800" spc="-66" strike="noStrike">
                <a:solidFill>
                  <a:srgbClr val="000000"/>
                </a:solidFill>
                <a:latin typeface="Calibri"/>
              </a:rPr>
              <a:t> </a:t>
            </a:r>
            <a:r>
              <a:rPr b="0" lang="en-GB" sz="1800" spc="-1" strike="noStrike">
                <a:solidFill>
                  <a:srgbClr val="000000"/>
                </a:solidFill>
                <a:latin typeface="Calibri"/>
              </a:rPr>
              <a:t>for</a:t>
            </a:r>
            <a:r>
              <a:rPr b="0" lang="en-GB" sz="1800" spc="-72" strike="noStrike">
                <a:solidFill>
                  <a:srgbClr val="000000"/>
                </a:solidFill>
                <a:latin typeface="Calibri"/>
              </a:rPr>
              <a:t> </a:t>
            </a:r>
            <a:r>
              <a:rPr b="0" lang="en-GB" sz="1800" spc="-12" strike="noStrike">
                <a:solidFill>
                  <a:srgbClr val="000000"/>
                </a:solidFill>
                <a:latin typeface="Calibri"/>
              </a:rPr>
              <a:t>predicting</a:t>
            </a:r>
            <a:r>
              <a:rPr b="0" lang="en-GB" sz="1800" spc="-66" strike="noStrike">
                <a:solidFill>
                  <a:srgbClr val="000000"/>
                </a:solidFill>
                <a:latin typeface="Calibri"/>
              </a:rPr>
              <a:t> </a:t>
            </a:r>
            <a:r>
              <a:rPr b="0" lang="en-GB" sz="1800" spc="-1" strike="noStrike">
                <a:solidFill>
                  <a:srgbClr val="000000"/>
                </a:solidFill>
                <a:latin typeface="Calibri"/>
              </a:rPr>
              <a:t>numeric</a:t>
            </a:r>
            <a:r>
              <a:rPr b="0" lang="en-GB" sz="1800" spc="-72" strike="noStrike">
                <a:solidFill>
                  <a:srgbClr val="000000"/>
                </a:solidFill>
                <a:latin typeface="Calibri"/>
              </a:rPr>
              <a:t> </a:t>
            </a:r>
            <a:r>
              <a:rPr b="0" lang="en-GB" sz="1800" spc="-12" strike="noStrike">
                <a:solidFill>
                  <a:srgbClr val="000000"/>
                </a:solidFill>
                <a:latin typeface="Calibri"/>
              </a:rPr>
              <a:t>outcomes</a:t>
            </a:r>
            <a:r>
              <a:rPr b="0" lang="en-GB" sz="1800" spc="-66" strike="noStrike">
                <a:solidFill>
                  <a:srgbClr val="000000"/>
                </a:solidFill>
                <a:latin typeface="Calibri"/>
              </a:rPr>
              <a:t> </a:t>
            </a:r>
            <a:r>
              <a:rPr b="0" lang="en-GB" sz="1800" spc="-12" strike="noStrike">
                <a:solidFill>
                  <a:srgbClr val="000000"/>
                </a:solidFill>
                <a:latin typeface="Calibri"/>
              </a:rPr>
              <a:t>include:</a:t>
            </a:r>
            <a:endParaRPr b="0" lang="en-GB" sz="1800" spc="-1" strike="noStrike">
              <a:solidFill>
                <a:srgbClr val="000000"/>
              </a:solidFill>
              <a:latin typeface="Arial"/>
            </a:endParaRPr>
          </a:p>
          <a:p>
            <a:pPr marL="92880" indent="-88920">
              <a:lnSpc>
                <a:spcPct val="100000"/>
              </a:lnSpc>
              <a:spcBef>
                <a:spcPts val="2160"/>
              </a:spcBef>
              <a:buClr>
                <a:srgbClr val="000000"/>
              </a:buClr>
              <a:buSzPct val="94000"/>
              <a:buFont typeface="Symbol" charset="2"/>
              <a:buChar char=""/>
              <a:tabLst>
                <a:tab algn="l" pos="92880"/>
              </a:tabLst>
            </a:pP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decision</a:t>
            </a:r>
            <a:r>
              <a:rPr b="0" lang="en-GB" sz="1800" spc="-26" strike="noStrike">
                <a:solidFill>
                  <a:srgbClr val="000000"/>
                </a:solidFill>
                <a:latin typeface="Arial MT"/>
              </a:rPr>
              <a:t> </a:t>
            </a:r>
            <a:r>
              <a:rPr b="0" lang="en-GB" sz="1800" spc="-1" strike="noStrike">
                <a:solidFill>
                  <a:srgbClr val="000000"/>
                </a:solidFill>
                <a:latin typeface="Arial MT"/>
              </a:rPr>
              <a:t>tree</a:t>
            </a:r>
            <a:r>
              <a:rPr b="0" lang="en-GB" sz="1800" spc="-26" strike="noStrike">
                <a:solidFill>
                  <a:srgbClr val="000000"/>
                </a:solidFill>
                <a:latin typeface="Arial MT"/>
              </a:rPr>
              <a:t> </a:t>
            </a:r>
            <a:r>
              <a:rPr b="0" lang="en-GB" sz="1800" spc="-12" strike="noStrike">
                <a:solidFill>
                  <a:srgbClr val="000000"/>
                </a:solidFill>
                <a:latin typeface="Arial MT"/>
              </a:rPr>
              <a:t>regressor</a:t>
            </a:r>
            <a:endParaRPr b="0" lang="en-GB" sz="1800" spc="-1" strike="noStrike">
              <a:solidFill>
                <a:srgbClr val="000000"/>
              </a:solidFill>
              <a:latin typeface="Arial"/>
            </a:endParaRPr>
          </a:p>
          <a:p>
            <a:pPr marL="92880" indent="-88920">
              <a:lnSpc>
                <a:spcPct val="100000"/>
              </a:lnSpc>
              <a:buClr>
                <a:srgbClr val="000000"/>
              </a:buClr>
              <a:buSzPct val="94000"/>
              <a:buFont typeface="Symbol" charset="2"/>
              <a:buChar char=""/>
              <a:tabLst>
                <a:tab algn="l" pos="92880"/>
              </a:tabLst>
            </a:pP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random</a:t>
            </a:r>
            <a:r>
              <a:rPr b="0" lang="en-GB" sz="1800" spc="-15" strike="noStrike">
                <a:solidFill>
                  <a:srgbClr val="000000"/>
                </a:solidFill>
                <a:latin typeface="Arial MT"/>
              </a:rPr>
              <a:t> </a:t>
            </a:r>
            <a:r>
              <a:rPr b="0" lang="en-GB" sz="1800" spc="-1" strike="noStrike">
                <a:solidFill>
                  <a:srgbClr val="000000"/>
                </a:solidFill>
                <a:latin typeface="Arial MT"/>
              </a:rPr>
              <a:t>forest</a:t>
            </a:r>
            <a:r>
              <a:rPr b="0" lang="en-GB" sz="1800" spc="-15" strike="noStrike">
                <a:solidFill>
                  <a:srgbClr val="000000"/>
                </a:solidFill>
                <a:latin typeface="Arial MT"/>
              </a:rPr>
              <a:t> </a:t>
            </a:r>
            <a:r>
              <a:rPr b="0" lang="en-GB" sz="1800" spc="-12" strike="noStrike">
                <a:solidFill>
                  <a:srgbClr val="000000"/>
                </a:solidFill>
                <a:latin typeface="Arial MT"/>
              </a:rPr>
              <a:t>regressor</a:t>
            </a:r>
            <a:endParaRPr b="0" lang="en-GB" sz="1800" spc="-1" strike="noStrike">
              <a:solidFill>
                <a:srgbClr val="000000"/>
              </a:solidFill>
              <a:latin typeface="Arial"/>
            </a:endParaRPr>
          </a:p>
          <a:p>
            <a:pPr marL="92880" indent="-88920">
              <a:lnSpc>
                <a:spcPct val="100000"/>
              </a:lnSpc>
              <a:buClr>
                <a:srgbClr val="000000"/>
              </a:buClr>
              <a:buSzPct val="94000"/>
              <a:buFont typeface="Symbol" charset="2"/>
              <a:buChar char=""/>
              <a:tabLst>
                <a:tab algn="l" pos="92880"/>
              </a:tabLst>
            </a:pPr>
            <a:r>
              <a:rPr b="0" lang="en-GB" sz="1800" spc="-1" strike="noStrike">
                <a:solidFill>
                  <a:srgbClr val="000000"/>
                </a:solidFill>
                <a:latin typeface="Arial MT"/>
              </a:rPr>
              <a:t>The</a:t>
            </a:r>
            <a:r>
              <a:rPr b="0" lang="en-GB" sz="1800" spc="-32" strike="noStrike">
                <a:solidFill>
                  <a:srgbClr val="000000"/>
                </a:solidFill>
                <a:latin typeface="Arial MT"/>
              </a:rPr>
              <a:t> </a:t>
            </a:r>
            <a:r>
              <a:rPr b="0" lang="en-GB" sz="1800" spc="-1" strike="noStrike">
                <a:solidFill>
                  <a:srgbClr val="000000"/>
                </a:solidFill>
                <a:latin typeface="Arial MT"/>
              </a:rPr>
              <a:t>gradient</a:t>
            </a:r>
            <a:r>
              <a:rPr b="0" lang="en-GB" sz="1800" spc="-32" strike="noStrike">
                <a:solidFill>
                  <a:srgbClr val="000000"/>
                </a:solidFill>
                <a:latin typeface="Arial MT"/>
              </a:rPr>
              <a:t> </a:t>
            </a:r>
            <a:r>
              <a:rPr b="0" lang="en-GB" sz="1800" spc="-1" strike="noStrike">
                <a:solidFill>
                  <a:srgbClr val="000000"/>
                </a:solidFill>
                <a:latin typeface="Arial MT"/>
              </a:rPr>
              <a:t>boosted</a:t>
            </a:r>
            <a:r>
              <a:rPr b="0" lang="en-GB" sz="1800" spc="-32" strike="noStrike">
                <a:solidFill>
                  <a:srgbClr val="000000"/>
                </a:solidFill>
                <a:latin typeface="Arial MT"/>
              </a:rPr>
              <a:t> </a:t>
            </a:r>
            <a:r>
              <a:rPr b="0" lang="en-GB" sz="1800" spc="-21" strike="noStrike">
                <a:solidFill>
                  <a:srgbClr val="000000"/>
                </a:solidFill>
                <a:latin typeface="Arial MT"/>
              </a:rPr>
              <a:t>tree</a:t>
            </a:r>
            <a:endParaRPr b="0" lang="en-GB" sz="1800" spc="-1" strike="noStrike">
              <a:solidFill>
                <a:srgbClr val="000000"/>
              </a:solidFill>
              <a:latin typeface="Arial"/>
            </a:endParaRPr>
          </a:p>
          <a:p>
            <a:pPr>
              <a:lnSpc>
                <a:spcPct val="100000"/>
              </a:lnSpc>
              <a:tabLst>
                <a:tab algn="l" pos="92880"/>
              </a:tabLst>
            </a:pPr>
            <a:endParaRPr b="0" lang="en-GB" sz="1800" spc="-1" strike="noStrike">
              <a:solidFill>
                <a:srgbClr val="000000"/>
              </a:solidFill>
              <a:latin typeface="Arial"/>
            </a:endParaRPr>
          </a:p>
          <a:p>
            <a:pPr>
              <a:lnSpc>
                <a:spcPct val="100000"/>
              </a:lnSpc>
              <a:spcBef>
                <a:spcPts val="181"/>
              </a:spcBef>
              <a:tabLst>
                <a:tab algn="l" pos="92880"/>
              </a:tabLst>
            </a:pPr>
            <a:endParaRPr b="0" lang="en-GB" sz="1800" spc="-1" strike="noStrike">
              <a:solidFill>
                <a:srgbClr val="000000"/>
              </a:solidFill>
              <a:latin typeface="Arial"/>
            </a:endParaRPr>
          </a:p>
          <a:p>
            <a:pPr marL="92880">
              <a:lnSpc>
                <a:spcPct val="100000"/>
              </a:lnSpc>
              <a:tabLst>
                <a:tab algn="l" pos="92880"/>
              </a:tabLst>
            </a:pPr>
            <a:r>
              <a:rPr b="1" lang="en-GB" sz="1800" spc="-1" strike="noStrike">
                <a:solidFill>
                  <a:srgbClr val="000000"/>
                </a:solidFill>
                <a:latin typeface="Arial"/>
              </a:rPr>
              <a:t>The</a:t>
            </a:r>
            <a:r>
              <a:rPr b="1" lang="en-GB" sz="1800" spc="-52" strike="noStrike">
                <a:solidFill>
                  <a:srgbClr val="000000"/>
                </a:solidFill>
                <a:latin typeface="Arial"/>
              </a:rPr>
              <a:t> </a:t>
            </a:r>
            <a:r>
              <a:rPr b="1" lang="en-GB" sz="1800" spc="-1" strike="noStrike">
                <a:solidFill>
                  <a:srgbClr val="000000"/>
                </a:solidFill>
                <a:latin typeface="Arial"/>
              </a:rPr>
              <a:t>Decision</a:t>
            </a:r>
            <a:r>
              <a:rPr b="1" lang="en-GB" sz="1800" spc="-52" strike="noStrike">
                <a:solidFill>
                  <a:srgbClr val="000000"/>
                </a:solidFill>
                <a:latin typeface="Arial"/>
              </a:rPr>
              <a:t> </a:t>
            </a:r>
            <a:r>
              <a:rPr b="1" lang="en-GB" sz="1800" spc="-12" strike="noStrike">
                <a:solidFill>
                  <a:srgbClr val="000000"/>
                </a:solidFill>
                <a:latin typeface="Arial"/>
              </a:rPr>
              <a:t>Tree</a:t>
            </a:r>
            <a:r>
              <a:rPr b="1" lang="en-GB" sz="1800" spc="-52" strike="noStrike">
                <a:solidFill>
                  <a:srgbClr val="000000"/>
                </a:solidFill>
                <a:latin typeface="Arial"/>
              </a:rPr>
              <a:t> </a:t>
            </a:r>
            <a:r>
              <a:rPr b="1" lang="en-GB" sz="1800" spc="-12" strike="noStrike">
                <a:solidFill>
                  <a:srgbClr val="000000"/>
                </a:solidFill>
                <a:latin typeface="Arial"/>
              </a:rPr>
              <a:t>Regressor</a:t>
            </a:r>
            <a:endParaRPr b="0" lang="en-GB" sz="1800" spc="-1" strike="noStrike">
              <a:solidFill>
                <a:srgbClr val="000000"/>
              </a:solidFill>
              <a:latin typeface="Arial"/>
            </a:endParaRPr>
          </a:p>
          <a:p>
            <a:pPr marL="92880">
              <a:lnSpc>
                <a:spcPct val="100000"/>
              </a:lnSpc>
              <a:spcBef>
                <a:spcPts val="91"/>
              </a:spcBef>
              <a:tabLst>
                <a:tab algn="l" pos="92880"/>
              </a:tabLst>
            </a:pPr>
            <a:endParaRPr b="0" lang="en-GB" sz="1800" spc="-1" strike="noStrike">
              <a:solidFill>
                <a:srgbClr val="000000"/>
              </a:solidFill>
              <a:latin typeface="Arial"/>
            </a:endParaRPr>
          </a:p>
          <a:p>
            <a:pPr marL="92880">
              <a:lnSpc>
                <a:spcPct val="100000"/>
              </a:lnSpc>
              <a:tabLst>
                <a:tab algn="l" pos="92880"/>
              </a:tabLst>
            </a:pPr>
            <a:r>
              <a:rPr b="0" lang="en-GB" sz="1800" spc="-1" strike="noStrike">
                <a:solidFill>
                  <a:srgbClr val="000000"/>
                </a:solidFill>
                <a:latin typeface="Arial MT"/>
              </a:rPr>
              <a:t>When</a:t>
            </a:r>
            <a:r>
              <a:rPr b="0" lang="en-GB" sz="1800" spc="-21" strike="noStrike">
                <a:solidFill>
                  <a:srgbClr val="000000"/>
                </a:solidFill>
                <a:latin typeface="Arial MT"/>
              </a:rPr>
              <a:t> </a:t>
            </a:r>
            <a:r>
              <a:rPr b="0" lang="en-GB" sz="1800" spc="-1" strike="noStrike">
                <a:solidFill>
                  <a:srgbClr val="000000"/>
                </a:solidFill>
                <a:latin typeface="Arial MT"/>
              </a:rPr>
              <a:t>we</a:t>
            </a:r>
            <a:r>
              <a:rPr b="0" lang="en-GB" sz="1800" spc="-15" strike="noStrike">
                <a:solidFill>
                  <a:srgbClr val="000000"/>
                </a:solidFill>
                <a:latin typeface="Arial MT"/>
              </a:rPr>
              <a:t> </a:t>
            </a:r>
            <a:r>
              <a:rPr b="0" lang="en-GB" sz="1800" spc="-1" strike="noStrike">
                <a:solidFill>
                  <a:srgbClr val="000000"/>
                </a:solidFill>
                <a:latin typeface="Arial MT"/>
              </a:rPr>
              <a:t>have</a:t>
            </a:r>
            <a:r>
              <a:rPr b="0" lang="en-GB" sz="1800" spc="-21" strike="noStrike">
                <a:solidFill>
                  <a:srgbClr val="000000"/>
                </a:solidFill>
                <a:latin typeface="Arial MT"/>
              </a:rPr>
              <a:t> </a:t>
            </a:r>
            <a:r>
              <a:rPr b="0" lang="en-GB" sz="1800" spc="-1" strike="noStrike">
                <a:solidFill>
                  <a:srgbClr val="000000"/>
                </a:solidFill>
                <a:latin typeface="Arial MT"/>
              </a:rPr>
              <a:t>data</a:t>
            </a:r>
            <a:r>
              <a:rPr b="0" lang="en-GB" sz="1800" spc="-15" strike="noStrike">
                <a:solidFill>
                  <a:srgbClr val="000000"/>
                </a:solidFill>
                <a:latin typeface="Arial MT"/>
              </a:rPr>
              <a:t> </a:t>
            </a:r>
            <a:r>
              <a:rPr b="0" lang="en-GB" sz="1800" spc="-1" strike="noStrike">
                <a:solidFill>
                  <a:srgbClr val="000000"/>
                </a:solidFill>
                <a:latin typeface="Arial MT"/>
              </a:rPr>
              <a:t>that</a:t>
            </a:r>
            <a:r>
              <a:rPr b="0" lang="en-GB" sz="1800" spc="-21" strike="noStrike">
                <a:solidFill>
                  <a:srgbClr val="000000"/>
                </a:solidFill>
                <a:latin typeface="Arial MT"/>
              </a:rPr>
              <a:t> </a:t>
            </a:r>
            <a:r>
              <a:rPr b="0" lang="en-GB" sz="1800" spc="-1" strike="noStrike">
                <a:solidFill>
                  <a:srgbClr val="000000"/>
                </a:solidFill>
                <a:latin typeface="Arial MT"/>
              </a:rPr>
              <a:t>is</a:t>
            </a:r>
            <a:r>
              <a:rPr b="0" lang="en-GB" sz="1800" spc="-15" strike="noStrike">
                <a:solidFill>
                  <a:srgbClr val="000000"/>
                </a:solidFill>
                <a:latin typeface="Arial MT"/>
              </a:rPr>
              <a:t> </a:t>
            </a:r>
            <a:r>
              <a:rPr b="0" lang="en-GB" sz="1800" spc="-1" strike="noStrike">
                <a:solidFill>
                  <a:srgbClr val="000000"/>
                </a:solidFill>
                <a:latin typeface="Arial MT"/>
              </a:rPr>
              <a:t>non-linear</a:t>
            </a:r>
            <a:r>
              <a:rPr b="0" lang="en-GB" sz="1800" spc="-21" strike="noStrike">
                <a:solidFill>
                  <a:srgbClr val="000000"/>
                </a:solidFill>
                <a:latin typeface="Arial MT"/>
              </a:rPr>
              <a:t> </a:t>
            </a:r>
            <a:r>
              <a:rPr b="0" lang="en-GB" sz="1800" spc="-1" strike="noStrike">
                <a:solidFill>
                  <a:srgbClr val="000000"/>
                </a:solidFill>
                <a:latin typeface="Arial MT"/>
              </a:rPr>
              <a:t>in</a:t>
            </a:r>
            <a:r>
              <a:rPr b="0" lang="en-GB" sz="1800" spc="-15" strike="noStrike">
                <a:solidFill>
                  <a:srgbClr val="000000"/>
                </a:solidFill>
                <a:latin typeface="Arial MT"/>
              </a:rPr>
              <a:t> </a:t>
            </a:r>
            <a:r>
              <a:rPr b="0" lang="en-GB" sz="1800" spc="-1" strike="noStrike">
                <a:solidFill>
                  <a:srgbClr val="000000"/>
                </a:solidFill>
                <a:latin typeface="Arial MT"/>
              </a:rPr>
              <a:t>nature,</a:t>
            </a:r>
            <a:r>
              <a:rPr b="0" lang="en-GB" sz="1800" spc="-21" strike="noStrike">
                <a:solidFill>
                  <a:srgbClr val="000000"/>
                </a:solidFill>
                <a:latin typeface="Arial MT"/>
              </a:rPr>
              <a:t> </a:t>
            </a:r>
            <a:r>
              <a:rPr b="0" lang="en-GB" sz="1800" spc="-1" strike="noStrike">
                <a:solidFill>
                  <a:srgbClr val="000000"/>
                </a:solidFill>
                <a:latin typeface="Arial MT"/>
              </a:rPr>
              <a:t>a</a:t>
            </a:r>
            <a:r>
              <a:rPr b="0" lang="en-GB" sz="1800" spc="-15" strike="noStrike">
                <a:solidFill>
                  <a:srgbClr val="000000"/>
                </a:solidFill>
                <a:latin typeface="Arial MT"/>
              </a:rPr>
              <a:t> </a:t>
            </a:r>
            <a:r>
              <a:rPr b="0" lang="en-GB" sz="1800" spc="-1" strike="noStrike">
                <a:solidFill>
                  <a:srgbClr val="000000"/>
                </a:solidFill>
                <a:latin typeface="Arial MT"/>
              </a:rPr>
              <a:t>linear</a:t>
            </a:r>
            <a:r>
              <a:rPr b="0" lang="en-GB" sz="1800" spc="-21" strike="noStrike">
                <a:solidFill>
                  <a:srgbClr val="000000"/>
                </a:solidFill>
                <a:latin typeface="Arial MT"/>
              </a:rPr>
              <a:t> </a:t>
            </a:r>
            <a:r>
              <a:rPr b="0" lang="en-GB" sz="1800" spc="-1" strike="noStrike">
                <a:solidFill>
                  <a:srgbClr val="000000"/>
                </a:solidFill>
                <a:latin typeface="Arial MT"/>
              </a:rPr>
              <a:t>regression</a:t>
            </a:r>
            <a:r>
              <a:rPr b="0" lang="en-GB" sz="1800" spc="-15" strike="noStrike">
                <a:solidFill>
                  <a:srgbClr val="000000"/>
                </a:solidFill>
                <a:latin typeface="Arial MT"/>
              </a:rPr>
              <a:t> </a:t>
            </a:r>
            <a:r>
              <a:rPr b="0" lang="en-GB" sz="1800" spc="-1" strike="noStrike">
                <a:solidFill>
                  <a:srgbClr val="000000"/>
                </a:solidFill>
                <a:latin typeface="Arial MT"/>
              </a:rPr>
              <a:t>model</a:t>
            </a:r>
            <a:r>
              <a:rPr b="0" lang="en-GB" sz="1800" spc="-21" strike="noStrike">
                <a:solidFill>
                  <a:srgbClr val="000000"/>
                </a:solidFill>
                <a:latin typeface="Arial MT"/>
              </a:rPr>
              <a:t> </a:t>
            </a:r>
            <a:r>
              <a:rPr b="0" lang="en-GB" sz="1800" spc="-1" strike="noStrike">
                <a:solidFill>
                  <a:srgbClr val="000000"/>
                </a:solidFill>
                <a:latin typeface="Arial MT"/>
              </a:rPr>
              <a:t>might</a:t>
            </a:r>
            <a:r>
              <a:rPr b="0" lang="en-GB" sz="1800" spc="-15" strike="noStrike">
                <a:solidFill>
                  <a:srgbClr val="000000"/>
                </a:solidFill>
                <a:latin typeface="Arial MT"/>
              </a:rPr>
              <a:t> </a:t>
            </a:r>
            <a:r>
              <a:rPr b="0" lang="en-GB" sz="1800" spc="-1" strike="noStrike">
                <a:solidFill>
                  <a:srgbClr val="000000"/>
                </a:solidFill>
                <a:latin typeface="Arial MT"/>
              </a:rPr>
              <a:t>not</a:t>
            </a:r>
            <a:r>
              <a:rPr b="0" lang="en-GB" sz="1800" spc="-21" strike="noStrike">
                <a:solidFill>
                  <a:srgbClr val="000000"/>
                </a:solidFill>
                <a:latin typeface="Arial MT"/>
              </a:rPr>
              <a:t> </a:t>
            </a:r>
            <a:r>
              <a:rPr b="0" lang="en-GB" sz="1800" spc="-1" strike="noStrike">
                <a:solidFill>
                  <a:srgbClr val="000000"/>
                </a:solidFill>
                <a:latin typeface="Arial MT"/>
              </a:rPr>
              <a:t>be</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21" strike="noStrike">
                <a:solidFill>
                  <a:srgbClr val="000000"/>
                </a:solidFill>
                <a:latin typeface="Arial MT"/>
              </a:rPr>
              <a:t>best </a:t>
            </a:r>
            <a:r>
              <a:rPr b="0" lang="en-GB" sz="1800" spc="-1" strike="noStrike">
                <a:solidFill>
                  <a:srgbClr val="000000"/>
                </a:solidFill>
                <a:latin typeface="Arial MT"/>
              </a:rPr>
              <a:t>model</a:t>
            </a:r>
            <a:r>
              <a:rPr b="0" lang="en-GB" sz="1800" spc="-21" strike="noStrike">
                <a:solidFill>
                  <a:srgbClr val="000000"/>
                </a:solidFill>
                <a:latin typeface="Arial MT"/>
              </a:rPr>
              <a:t> </a:t>
            </a:r>
            <a:r>
              <a:rPr b="0" lang="en-GB" sz="1800" spc="-1" strike="noStrike">
                <a:solidFill>
                  <a:srgbClr val="000000"/>
                </a:solidFill>
                <a:latin typeface="Arial MT"/>
              </a:rPr>
              <a:t>to</a:t>
            </a:r>
            <a:r>
              <a:rPr b="0" lang="en-GB" sz="1800" spc="-21" strike="noStrike">
                <a:solidFill>
                  <a:srgbClr val="000000"/>
                </a:solidFill>
                <a:latin typeface="Arial MT"/>
              </a:rPr>
              <a:t> </a:t>
            </a:r>
            <a:r>
              <a:rPr b="0" lang="en-GB" sz="1800" spc="-1" strike="noStrike">
                <a:solidFill>
                  <a:srgbClr val="000000"/>
                </a:solidFill>
                <a:latin typeface="Arial MT"/>
              </a:rPr>
              <a:t>choose.</a:t>
            </a:r>
            <a:r>
              <a:rPr b="0" lang="en-GB" sz="1800" spc="-21" strike="noStrike">
                <a:solidFill>
                  <a:srgbClr val="000000"/>
                </a:solidFill>
                <a:latin typeface="Arial MT"/>
              </a:rPr>
              <a:t> </a:t>
            </a:r>
            <a:r>
              <a:rPr b="0" lang="en-GB" sz="1800" spc="-1" strike="noStrike">
                <a:solidFill>
                  <a:srgbClr val="000000"/>
                </a:solidFill>
                <a:latin typeface="Arial MT"/>
              </a:rPr>
              <a:t>In</a:t>
            </a:r>
            <a:r>
              <a:rPr b="0" lang="en-GB" sz="1800" spc="-21" strike="noStrike">
                <a:solidFill>
                  <a:srgbClr val="000000"/>
                </a:solidFill>
                <a:latin typeface="Arial MT"/>
              </a:rPr>
              <a:t> </a:t>
            </a:r>
            <a:r>
              <a:rPr b="0" lang="en-GB" sz="1800" spc="-1" strike="noStrike">
                <a:solidFill>
                  <a:srgbClr val="000000"/>
                </a:solidFill>
                <a:latin typeface="Arial MT"/>
              </a:rPr>
              <a:t>such</a:t>
            </a:r>
            <a:r>
              <a:rPr b="0" lang="en-GB" sz="1800" spc="-21" strike="noStrike">
                <a:solidFill>
                  <a:srgbClr val="000000"/>
                </a:solidFill>
                <a:latin typeface="Arial MT"/>
              </a:rPr>
              <a:t> </a:t>
            </a:r>
            <a:r>
              <a:rPr b="0" lang="en-GB" sz="1800" spc="-1" strike="noStrike">
                <a:solidFill>
                  <a:srgbClr val="000000"/>
                </a:solidFill>
                <a:latin typeface="Arial MT"/>
              </a:rPr>
              <a:t>situations,</a:t>
            </a:r>
            <a:r>
              <a:rPr b="0" lang="en-GB" sz="1800" spc="-21" strike="noStrike">
                <a:solidFill>
                  <a:srgbClr val="000000"/>
                </a:solidFill>
                <a:latin typeface="Arial MT"/>
              </a:rPr>
              <a:t> </a:t>
            </a:r>
            <a:r>
              <a:rPr b="0" lang="en-GB" sz="1800" spc="-1" strike="noStrike">
                <a:solidFill>
                  <a:srgbClr val="000000"/>
                </a:solidFill>
                <a:latin typeface="Arial MT"/>
              </a:rPr>
              <a:t>it</a:t>
            </a:r>
            <a:r>
              <a:rPr b="0" lang="en-GB" sz="1800" spc="-21" strike="noStrike">
                <a:solidFill>
                  <a:srgbClr val="000000"/>
                </a:solidFill>
                <a:latin typeface="Arial MT"/>
              </a:rPr>
              <a:t> </a:t>
            </a:r>
            <a:r>
              <a:rPr b="0" lang="en-GB" sz="1800" spc="-1" strike="noStrike">
                <a:solidFill>
                  <a:srgbClr val="000000"/>
                </a:solidFill>
                <a:latin typeface="Arial MT"/>
              </a:rPr>
              <a:t>makes</a:t>
            </a:r>
            <a:r>
              <a:rPr b="0" lang="en-GB" sz="1800" spc="-21" strike="noStrike">
                <a:solidFill>
                  <a:srgbClr val="000000"/>
                </a:solidFill>
                <a:latin typeface="Arial MT"/>
              </a:rPr>
              <a:t> </a:t>
            </a:r>
            <a:r>
              <a:rPr b="0" lang="en-GB" sz="1800" spc="-1" strike="noStrike">
                <a:solidFill>
                  <a:srgbClr val="000000"/>
                </a:solidFill>
                <a:latin typeface="Arial MT"/>
              </a:rPr>
              <a:t>sense</a:t>
            </a:r>
            <a:r>
              <a:rPr b="0" lang="en-GB" sz="1800" spc="-21" strike="noStrike">
                <a:solidFill>
                  <a:srgbClr val="000000"/>
                </a:solidFill>
                <a:latin typeface="Arial MT"/>
              </a:rPr>
              <a:t> </a:t>
            </a:r>
            <a:r>
              <a:rPr b="0" lang="en-GB" sz="1800" spc="-1" strike="noStrike">
                <a:solidFill>
                  <a:srgbClr val="000000"/>
                </a:solidFill>
                <a:latin typeface="Arial MT"/>
              </a:rPr>
              <a:t>to</a:t>
            </a:r>
            <a:r>
              <a:rPr b="0" lang="en-GB" sz="1800" spc="-21" strike="noStrike">
                <a:solidFill>
                  <a:srgbClr val="000000"/>
                </a:solidFill>
                <a:latin typeface="Arial MT"/>
              </a:rPr>
              <a:t> </a:t>
            </a:r>
            <a:r>
              <a:rPr b="0" lang="en-GB" sz="1800" spc="-1" strike="noStrike">
                <a:solidFill>
                  <a:srgbClr val="000000"/>
                </a:solidFill>
                <a:latin typeface="Arial MT"/>
              </a:rPr>
              <a:t>choose</a:t>
            </a:r>
            <a:r>
              <a:rPr b="0" lang="en-GB" sz="1800" spc="-21" strike="noStrike">
                <a:solidFill>
                  <a:srgbClr val="000000"/>
                </a:solidFill>
                <a:latin typeface="Arial MT"/>
              </a:rPr>
              <a:t> </a:t>
            </a:r>
            <a:r>
              <a:rPr b="0" lang="en-GB" sz="1800" spc="-1" strike="noStrike">
                <a:solidFill>
                  <a:srgbClr val="000000"/>
                </a:solidFill>
                <a:latin typeface="Arial MT"/>
              </a:rPr>
              <a:t>a</a:t>
            </a:r>
            <a:r>
              <a:rPr b="0" lang="en-GB" sz="1800" spc="-21" strike="noStrike">
                <a:solidFill>
                  <a:srgbClr val="000000"/>
                </a:solidFill>
                <a:latin typeface="Arial MT"/>
              </a:rPr>
              <a:t> </a:t>
            </a:r>
            <a:r>
              <a:rPr b="0" lang="en-GB" sz="1800" spc="-1" strike="noStrike">
                <a:solidFill>
                  <a:srgbClr val="000000"/>
                </a:solidFill>
                <a:latin typeface="Arial MT"/>
              </a:rPr>
              <a:t>model</a:t>
            </a:r>
            <a:r>
              <a:rPr b="0" lang="en-GB" sz="1800" spc="-21" strike="noStrike">
                <a:solidFill>
                  <a:srgbClr val="000000"/>
                </a:solidFill>
                <a:latin typeface="Arial MT"/>
              </a:rPr>
              <a:t> </a:t>
            </a:r>
            <a:r>
              <a:rPr b="0" lang="en-GB" sz="1800" spc="-1" strike="noStrike">
                <a:solidFill>
                  <a:srgbClr val="000000"/>
                </a:solidFill>
                <a:latin typeface="Arial MT"/>
              </a:rPr>
              <a:t>that</a:t>
            </a:r>
            <a:r>
              <a:rPr b="0" lang="en-GB" sz="1800" spc="-21" strike="noStrike">
                <a:solidFill>
                  <a:srgbClr val="000000"/>
                </a:solidFill>
                <a:latin typeface="Arial MT"/>
              </a:rPr>
              <a:t> </a:t>
            </a:r>
            <a:r>
              <a:rPr b="0" lang="en-GB" sz="1800" spc="-1" strike="noStrike">
                <a:solidFill>
                  <a:srgbClr val="000000"/>
                </a:solidFill>
                <a:latin typeface="Arial MT"/>
              </a:rPr>
              <a:t>can</a:t>
            </a:r>
            <a:r>
              <a:rPr b="0" lang="en-GB" sz="1800" spc="-21" strike="noStrike">
                <a:solidFill>
                  <a:srgbClr val="000000"/>
                </a:solidFill>
                <a:latin typeface="Arial MT"/>
              </a:rPr>
              <a:t> </a:t>
            </a:r>
            <a:r>
              <a:rPr b="0" lang="en-GB" sz="1800" spc="-1" strike="noStrike">
                <a:solidFill>
                  <a:srgbClr val="000000"/>
                </a:solidFill>
                <a:latin typeface="Arial MT"/>
              </a:rPr>
              <a:t>fully</a:t>
            </a:r>
            <a:r>
              <a:rPr b="0" lang="en-GB" sz="1800" spc="-21" strike="noStrike">
                <a:solidFill>
                  <a:srgbClr val="000000"/>
                </a:solidFill>
                <a:latin typeface="Arial MT"/>
              </a:rPr>
              <a:t> </a:t>
            </a:r>
            <a:r>
              <a:rPr b="0" lang="en-GB" sz="1800" spc="-1" strike="noStrike">
                <a:solidFill>
                  <a:srgbClr val="000000"/>
                </a:solidFill>
                <a:latin typeface="Arial MT"/>
              </a:rPr>
              <a:t>capture</a:t>
            </a:r>
            <a:r>
              <a:rPr b="0" lang="en-GB" sz="1800" spc="-21" strike="noStrike">
                <a:solidFill>
                  <a:srgbClr val="000000"/>
                </a:solidFill>
                <a:latin typeface="Arial MT"/>
              </a:rPr>
              <a:t> </a:t>
            </a:r>
            <a:r>
              <a:rPr b="0" lang="en-GB" sz="1800" spc="-26" strike="noStrike">
                <a:solidFill>
                  <a:srgbClr val="000000"/>
                </a:solidFill>
                <a:latin typeface="Arial MT"/>
              </a:rPr>
              <a:t>the </a:t>
            </a:r>
            <a:r>
              <a:rPr b="0" lang="en-GB" sz="1800" spc="-1" strike="noStrike">
                <a:solidFill>
                  <a:srgbClr val="000000"/>
                </a:solidFill>
                <a:latin typeface="Arial MT"/>
              </a:rPr>
              <a:t>non-linearity</a:t>
            </a:r>
            <a:r>
              <a:rPr b="0" lang="en-GB" sz="1800" spc="-21"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such</a:t>
            </a:r>
            <a:r>
              <a:rPr b="0" lang="en-GB" sz="1800" spc="-15" strike="noStrike">
                <a:solidFill>
                  <a:srgbClr val="000000"/>
                </a:solidFill>
                <a:latin typeface="Arial MT"/>
              </a:rPr>
              <a:t> </a:t>
            </a:r>
            <a:r>
              <a:rPr b="0" lang="en-GB" sz="1800" spc="-1" strike="noStrike">
                <a:solidFill>
                  <a:srgbClr val="000000"/>
                </a:solidFill>
                <a:latin typeface="Arial MT"/>
              </a:rPr>
              <a:t>data.</a:t>
            </a:r>
            <a:r>
              <a:rPr b="0" lang="en-GB" sz="1800" spc="-120" strike="noStrike">
                <a:solidFill>
                  <a:srgbClr val="000000"/>
                </a:solidFill>
                <a:latin typeface="Arial MT"/>
              </a:rPr>
              <a:t> </a:t>
            </a:r>
            <a:r>
              <a:rPr b="0" lang="en-GB" sz="1800" spc="-1" strike="noStrike">
                <a:solidFill>
                  <a:srgbClr val="000000"/>
                </a:solidFill>
                <a:latin typeface="Arial MT"/>
              </a:rPr>
              <a:t>A</a:t>
            </a:r>
            <a:r>
              <a:rPr b="0" lang="en-GB" sz="1800" spc="-114" strike="noStrike">
                <a:solidFill>
                  <a:srgbClr val="000000"/>
                </a:solidFill>
                <a:latin typeface="Arial MT"/>
              </a:rPr>
              <a:t> </a:t>
            </a:r>
            <a:r>
              <a:rPr b="0" lang="en-GB" sz="1800" spc="-1" strike="noStrike">
                <a:solidFill>
                  <a:srgbClr val="000000"/>
                </a:solidFill>
                <a:latin typeface="Arial MT"/>
              </a:rPr>
              <a:t>decision</a:t>
            </a:r>
            <a:r>
              <a:rPr b="0" lang="en-GB" sz="1800" spc="-15" strike="noStrike">
                <a:solidFill>
                  <a:srgbClr val="000000"/>
                </a:solidFill>
                <a:latin typeface="Arial MT"/>
              </a:rPr>
              <a:t> </a:t>
            </a:r>
            <a:r>
              <a:rPr b="0" lang="en-GB" sz="1800" spc="-1" strike="noStrike">
                <a:solidFill>
                  <a:srgbClr val="000000"/>
                </a:solidFill>
                <a:latin typeface="Arial MT"/>
              </a:rPr>
              <a:t>tree</a:t>
            </a:r>
            <a:r>
              <a:rPr b="0" lang="en-GB" sz="1800" spc="-21" strike="noStrike">
                <a:solidFill>
                  <a:srgbClr val="000000"/>
                </a:solidFill>
                <a:latin typeface="Arial MT"/>
              </a:rPr>
              <a:t> </a:t>
            </a:r>
            <a:r>
              <a:rPr b="0" lang="en-GB" sz="1800" spc="-1" strike="noStrike">
                <a:solidFill>
                  <a:srgbClr val="000000"/>
                </a:solidFill>
                <a:latin typeface="Arial MT"/>
              </a:rPr>
              <a:t>regressor</a:t>
            </a:r>
            <a:r>
              <a:rPr b="0" lang="en-GB" sz="1800" spc="-21" strike="noStrike">
                <a:solidFill>
                  <a:srgbClr val="000000"/>
                </a:solidFill>
                <a:latin typeface="Arial MT"/>
              </a:rPr>
              <a:t> </a:t>
            </a:r>
            <a:r>
              <a:rPr b="0" lang="en-GB" sz="1800" spc="-1" strike="noStrike">
                <a:solidFill>
                  <a:srgbClr val="000000"/>
                </a:solidFill>
                <a:latin typeface="Arial MT"/>
              </a:rPr>
              <a:t>can</a:t>
            </a:r>
            <a:r>
              <a:rPr b="0" lang="en-GB" sz="1800" spc="-15" strike="noStrike">
                <a:solidFill>
                  <a:srgbClr val="000000"/>
                </a:solidFill>
                <a:latin typeface="Arial MT"/>
              </a:rPr>
              <a:t> </a:t>
            </a:r>
            <a:r>
              <a:rPr b="0" lang="en-GB" sz="1800" spc="-1" strike="noStrike">
                <a:solidFill>
                  <a:srgbClr val="000000"/>
                </a:solidFill>
                <a:latin typeface="Arial MT"/>
              </a:rPr>
              <a:t>be</a:t>
            </a:r>
            <a:r>
              <a:rPr b="0" lang="en-GB" sz="1800" spc="-21" strike="noStrike">
                <a:solidFill>
                  <a:srgbClr val="000000"/>
                </a:solidFill>
                <a:latin typeface="Arial MT"/>
              </a:rPr>
              <a:t> </a:t>
            </a:r>
            <a:r>
              <a:rPr b="0" lang="en-GB" sz="1800" spc="-1" strike="noStrike">
                <a:solidFill>
                  <a:srgbClr val="000000"/>
                </a:solidFill>
                <a:latin typeface="Arial MT"/>
              </a:rPr>
              <a:t>used</a:t>
            </a:r>
            <a:r>
              <a:rPr b="0" lang="en-GB" sz="1800" spc="-21" strike="noStrike">
                <a:solidFill>
                  <a:srgbClr val="000000"/>
                </a:solidFill>
                <a:latin typeface="Arial MT"/>
              </a:rPr>
              <a:t> </a:t>
            </a:r>
            <a:r>
              <a:rPr b="0" lang="en-GB" sz="1800" spc="-1" strike="noStrike">
                <a:solidFill>
                  <a:srgbClr val="000000"/>
                </a:solidFill>
                <a:latin typeface="Arial MT"/>
              </a:rPr>
              <a:t>to</a:t>
            </a:r>
            <a:r>
              <a:rPr b="0" lang="en-GB" sz="1800" spc="-15" strike="noStrike">
                <a:solidFill>
                  <a:srgbClr val="000000"/>
                </a:solidFill>
                <a:latin typeface="Arial MT"/>
              </a:rPr>
              <a:t> </a:t>
            </a:r>
            <a:r>
              <a:rPr b="0" lang="en-GB" sz="1800" spc="-1" strike="noStrike">
                <a:solidFill>
                  <a:srgbClr val="000000"/>
                </a:solidFill>
                <a:latin typeface="Arial MT"/>
              </a:rPr>
              <a:t>predict</a:t>
            </a:r>
            <a:r>
              <a:rPr b="0" lang="en-GB" sz="1800" spc="-21" strike="noStrike">
                <a:solidFill>
                  <a:srgbClr val="000000"/>
                </a:solidFill>
                <a:latin typeface="Arial MT"/>
              </a:rPr>
              <a:t> </a:t>
            </a:r>
            <a:r>
              <a:rPr b="0" lang="en-GB" sz="1800" spc="-1" strike="noStrike">
                <a:solidFill>
                  <a:srgbClr val="000000"/>
                </a:solidFill>
                <a:latin typeface="Arial MT"/>
              </a:rPr>
              <a:t>numeric</a:t>
            </a:r>
            <a:r>
              <a:rPr b="0" lang="en-GB" sz="1800" spc="-15" strike="noStrike">
                <a:solidFill>
                  <a:srgbClr val="000000"/>
                </a:solidFill>
                <a:latin typeface="Arial MT"/>
              </a:rPr>
              <a:t> </a:t>
            </a:r>
            <a:r>
              <a:rPr b="0" lang="en-GB" sz="1800" spc="-1" strike="noStrike">
                <a:solidFill>
                  <a:srgbClr val="000000"/>
                </a:solidFill>
                <a:latin typeface="Arial MT"/>
              </a:rPr>
              <a:t>outcomes,</a:t>
            </a:r>
            <a:r>
              <a:rPr b="0" lang="en-GB" sz="1800" spc="41" strike="noStrike">
                <a:solidFill>
                  <a:srgbClr val="000000"/>
                </a:solidFill>
                <a:latin typeface="Arial MT"/>
              </a:rPr>
              <a:t> </a:t>
            </a:r>
            <a:r>
              <a:rPr b="0" lang="en-GB" sz="1800" spc="-21" strike="noStrike">
                <a:solidFill>
                  <a:srgbClr val="000000"/>
                </a:solidFill>
                <a:latin typeface="Arial MT"/>
              </a:rPr>
              <a:t>just </a:t>
            </a:r>
            <a:r>
              <a:rPr b="0" lang="en-GB" sz="1800" spc="-1" strike="noStrike">
                <a:solidFill>
                  <a:srgbClr val="000000"/>
                </a:solidFill>
                <a:latin typeface="Arial MT"/>
              </a:rPr>
              <a:t>like</a:t>
            </a:r>
            <a:r>
              <a:rPr b="0" lang="en-GB" sz="1800" spc="-21" strike="noStrike">
                <a:solidFill>
                  <a:srgbClr val="000000"/>
                </a:solidFill>
                <a:latin typeface="Arial MT"/>
              </a:rPr>
              <a:t> </a:t>
            </a:r>
            <a:r>
              <a:rPr b="0" lang="en-GB" sz="1800" spc="-1" strike="noStrike">
                <a:solidFill>
                  <a:srgbClr val="000000"/>
                </a:solidFill>
                <a:latin typeface="Arial MT"/>
              </a:rPr>
              <a:t>that</a:t>
            </a:r>
            <a:r>
              <a:rPr b="0" lang="en-GB" sz="1800" spc="-21"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linear</a:t>
            </a:r>
            <a:r>
              <a:rPr b="0" lang="en-GB" sz="1800" spc="-21" strike="noStrike">
                <a:solidFill>
                  <a:srgbClr val="000000"/>
                </a:solidFill>
                <a:latin typeface="Arial MT"/>
              </a:rPr>
              <a:t> </a:t>
            </a:r>
            <a:r>
              <a:rPr b="0" lang="en-GB" sz="1800" spc="-1" strike="noStrike">
                <a:solidFill>
                  <a:srgbClr val="000000"/>
                </a:solidFill>
                <a:latin typeface="Arial MT"/>
              </a:rPr>
              <a:t>regression</a:t>
            </a:r>
            <a:r>
              <a:rPr b="0" lang="en-GB" sz="1800" spc="-21" strike="noStrike">
                <a:solidFill>
                  <a:srgbClr val="000000"/>
                </a:solidFill>
                <a:latin typeface="Arial MT"/>
              </a:rPr>
              <a:t> </a:t>
            </a:r>
            <a:r>
              <a:rPr b="0" lang="en-GB" sz="1800" spc="-12" strike="noStrike">
                <a:solidFill>
                  <a:srgbClr val="000000"/>
                </a:solidFill>
                <a:latin typeface="Arial MT"/>
              </a:rPr>
              <a:t>model.</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534960" y="374400"/>
            <a:ext cx="4427280" cy="115740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n-GB" sz="1800" spc="-1" strike="noStrike">
                <a:solidFill>
                  <a:schemeClr val="dk1"/>
                </a:solidFill>
                <a:latin typeface="Arial"/>
              </a:rPr>
              <a:t>Consider</a:t>
            </a:r>
            <a:r>
              <a:rPr b="1" lang="en-GB" sz="1800" spc="-26" strike="noStrike">
                <a:solidFill>
                  <a:schemeClr val="dk1"/>
                </a:solidFill>
                <a:latin typeface="Arial"/>
              </a:rPr>
              <a:t> </a:t>
            </a:r>
            <a:r>
              <a:rPr b="1" lang="en-GB" sz="1800" spc="-1" strike="noStrike">
                <a:solidFill>
                  <a:schemeClr val="dk1"/>
                </a:solidFill>
                <a:latin typeface="Arial"/>
              </a:rPr>
              <a:t>the</a:t>
            </a:r>
            <a:r>
              <a:rPr b="1" lang="en-GB" sz="1800" spc="-26" strike="noStrike">
                <a:solidFill>
                  <a:schemeClr val="dk1"/>
                </a:solidFill>
                <a:latin typeface="Arial"/>
              </a:rPr>
              <a:t> </a:t>
            </a:r>
            <a:r>
              <a:rPr b="1" lang="en-GB" sz="1800" spc="-1" strike="noStrike">
                <a:solidFill>
                  <a:schemeClr val="dk1"/>
                </a:solidFill>
                <a:latin typeface="Arial"/>
              </a:rPr>
              <a:t>tree</a:t>
            </a:r>
            <a:r>
              <a:rPr b="1" lang="en-GB" sz="1800" spc="-26" strike="noStrike">
                <a:solidFill>
                  <a:schemeClr val="dk1"/>
                </a:solidFill>
                <a:latin typeface="Arial"/>
              </a:rPr>
              <a:t> </a:t>
            </a:r>
            <a:r>
              <a:rPr b="1" lang="en-GB" sz="1800" spc="-1" strike="noStrike">
                <a:solidFill>
                  <a:schemeClr val="dk1"/>
                </a:solidFill>
                <a:latin typeface="Arial"/>
              </a:rPr>
              <a:t>shown</a:t>
            </a:r>
            <a:r>
              <a:rPr b="1" lang="en-GB" sz="1800" spc="-21" strike="noStrike">
                <a:solidFill>
                  <a:schemeClr val="dk1"/>
                </a:solidFill>
                <a:latin typeface="Arial"/>
              </a:rPr>
              <a:t> </a:t>
            </a:r>
            <a:r>
              <a:rPr b="1" lang="en-GB" sz="1800" spc="-1" strike="noStrike">
                <a:solidFill>
                  <a:schemeClr val="dk1"/>
                </a:solidFill>
                <a:latin typeface="Arial"/>
              </a:rPr>
              <a:t>in</a:t>
            </a:r>
            <a:r>
              <a:rPr b="1" lang="en-GB" sz="1800" spc="-26" strike="noStrike">
                <a:solidFill>
                  <a:schemeClr val="dk1"/>
                </a:solidFill>
                <a:latin typeface="Arial"/>
              </a:rPr>
              <a:t> </a:t>
            </a:r>
            <a:r>
              <a:rPr b="1" lang="en-GB" sz="1800" spc="-1" strike="noStrike">
                <a:solidFill>
                  <a:schemeClr val="dk1"/>
                </a:solidFill>
                <a:latin typeface="Arial"/>
              </a:rPr>
              <a:t>the</a:t>
            </a:r>
            <a:r>
              <a:rPr b="1" lang="en-GB" sz="1800" spc="-26" strike="noStrike">
                <a:solidFill>
                  <a:schemeClr val="dk1"/>
                </a:solidFill>
                <a:latin typeface="Arial"/>
              </a:rPr>
              <a:t> </a:t>
            </a:r>
            <a:r>
              <a:rPr b="1" lang="en-GB" sz="1800" spc="-12" strike="noStrike">
                <a:solidFill>
                  <a:schemeClr val="dk1"/>
                </a:solidFill>
                <a:latin typeface="Arial"/>
              </a:rPr>
              <a:t>following diagram:</a:t>
            </a:r>
            <a:endParaRPr b="0" lang="en-GB" sz="1800" spc="-1" strike="noStrike">
              <a:solidFill>
                <a:srgbClr val="000000"/>
              </a:solidFill>
              <a:latin typeface="Arial"/>
            </a:endParaRPr>
          </a:p>
        </p:txBody>
      </p:sp>
      <p:pic>
        <p:nvPicPr>
          <p:cNvPr id="150" name="object 3" descr=""/>
          <p:cNvPicPr/>
          <p:nvPr/>
        </p:nvPicPr>
        <p:blipFill>
          <a:blip r:embed="rId1"/>
          <a:stretch/>
        </p:blipFill>
        <p:spPr>
          <a:xfrm>
            <a:off x="531720" y="1321920"/>
            <a:ext cx="5519880" cy="4572000"/>
          </a:xfrm>
          <a:prstGeom prst="rect">
            <a:avLst/>
          </a:prstGeom>
          <a:ln w="0">
            <a:noFill/>
          </a:ln>
        </p:spPr>
      </p:pic>
      <p:sp>
        <p:nvSpPr>
          <p:cNvPr id="151" name="object 4"/>
          <p:cNvSpPr/>
          <p:nvPr/>
        </p:nvSpPr>
        <p:spPr>
          <a:xfrm>
            <a:off x="6068520" y="559080"/>
            <a:ext cx="5567760" cy="577296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Calibri"/>
              </a:rPr>
              <a:t>We</a:t>
            </a:r>
            <a:r>
              <a:rPr b="0" lang="en-GB" sz="1800" spc="-66" strike="noStrike">
                <a:solidFill>
                  <a:srgbClr val="000000"/>
                </a:solidFill>
                <a:latin typeface="Calibri"/>
              </a:rPr>
              <a:t> </a:t>
            </a:r>
            <a:r>
              <a:rPr b="0" lang="en-GB" sz="1800" spc="-1" strike="noStrike">
                <a:solidFill>
                  <a:srgbClr val="000000"/>
                </a:solidFill>
                <a:latin typeface="Calibri"/>
              </a:rPr>
              <a:t>are</a:t>
            </a:r>
            <a:r>
              <a:rPr b="0" lang="en-GB" sz="1800" spc="-52" strike="noStrike">
                <a:solidFill>
                  <a:srgbClr val="000000"/>
                </a:solidFill>
                <a:latin typeface="Calibri"/>
              </a:rPr>
              <a:t> </a:t>
            </a:r>
            <a:r>
              <a:rPr b="0" lang="en-GB" sz="1800" spc="-1" strike="noStrike">
                <a:solidFill>
                  <a:srgbClr val="000000"/>
                </a:solidFill>
                <a:latin typeface="Calibri"/>
              </a:rPr>
              <a:t>trying</a:t>
            </a:r>
            <a:r>
              <a:rPr b="0" lang="en-GB" sz="1800" spc="-52" strike="noStrike">
                <a:solidFill>
                  <a:srgbClr val="000000"/>
                </a:solidFill>
                <a:latin typeface="Calibri"/>
              </a:rPr>
              <a:t> </a:t>
            </a:r>
            <a:r>
              <a:rPr b="0" lang="en-GB" sz="1800" spc="-1" strike="noStrike">
                <a:solidFill>
                  <a:srgbClr val="000000"/>
                </a:solidFill>
                <a:latin typeface="Calibri"/>
              </a:rPr>
              <a:t>to</a:t>
            </a:r>
            <a:r>
              <a:rPr b="0" lang="en-GB" sz="1800" spc="-52" strike="noStrike">
                <a:solidFill>
                  <a:srgbClr val="000000"/>
                </a:solidFill>
                <a:latin typeface="Calibri"/>
              </a:rPr>
              <a:t> </a:t>
            </a:r>
            <a:r>
              <a:rPr b="0" lang="en-GB" sz="1800" spc="-12" strike="noStrike">
                <a:solidFill>
                  <a:srgbClr val="000000"/>
                </a:solidFill>
                <a:latin typeface="Calibri"/>
              </a:rPr>
              <a:t>predict</a:t>
            </a:r>
            <a:r>
              <a:rPr b="0" lang="en-GB" sz="1800" spc="-52" strike="noStrike">
                <a:solidFill>
                  <a:srgbClr val="000000"/>
                </a:solidFill>
                <a:latin typeface="Calibri"/>
              </a:rPr>
              <a:t> </a:t>
            </a:r>
            <a:r>
              <a:rPr b="0" lang="en-GB" sz="1800" spc="-1" strike="noStrike">
                <a:solidFill>
                  <a:srgbClr val="000000"/>
                </a:solidFill>
                <a:latin typeface="Calibri"/>
              </a:rPr>
              <a:t>the</a:t>
            </a:r>
            <a:r>
              <a:rPr b="0" lang="en-GB" sz="1800" spc="-52" strike="noStrike">
                <a:solidFill>
                  <a:srgbClr val="000000"/>
                </a:solidFill>
                <a:latin typeface="Calibri"/>
              </a:rPr>
              <a:t> </a:t>
            </a:r>
            <a:r>
              <a:rPr b="0" lang="en-GB" sz="1800" spc="-1" strike="noStrike">
                <a:solidFill>
                  <a:srgbClr val="000000"/>
                </a:solidFill>
                <a:latin typeface="Calibri"/>
              </a:rPr>
              <a:t>amount</a:t>
            </a:r>
            <a:r>
              <a:rPr b="0" lang="en-GB" sz="1800" spc="-52" strike="noStrike">
                <a:solidFill>
                  <a:srgbClr val="000000"/>
                </a:solidFill>
                <a:latin typeface="Calibri"/>
              </a:rPr>
              <a:t> </a:t>
            </a:r>
            <a:r>
              <a:rPr b="0" lang="en-GB" sz="1800" spc="-1" strike="noStrike">
                <a:solidFill>
                  <a:srgbClr val="000000"/>
                </a:solidFill>
                <a:latin typeface="Calibri"/>
              </a:rPr>
              <a:t>of</a:t>
            </a:r>
            <a:r>
              <a:rPr b="0" lang="en-GB" sz="1800" spc="-52" strike="noStrike">
                <a:solidFill>
                  <a:srgbClr val="000000"/>
                </a:solidFill>
                <a:latin typeface="Calibri"/>
              </a:rPr>
              <a:t> </a:t>
            </a:r>
            <a:r>
              <a:rPr b="0" lang="en-GB" sz="1800" spc="-1" strike="noStrike">
                <a:solidFill>
                  <a:srgbClr val="000000"/>
                </a:solidFill>
                <a:latin typeface="Calibri"/>
              </a:rPr>
              <a:t>a</a:t>
            </a:r>
            <a:r>
              <a:rPr b="0" lang="en-GB" sz="1800" spc="-52" strike="noStrike">
                <a:solidFill>
                  <a:srgbClr val="000000"/>
                </a:solidFill>
                <a:latin typeface="Calibri"/>
              </a:rPr>
              <a:t> </a:t>
            </a:r>
            <a:r>
              <a:rPr b="0" lang="en-GB" sz="1800" spc="-1" strike="noStrike">
                <a:solidFill>
                  <a:srgbClr val="000000"/>
                </a:solidFill>
                <a:latin typeface="Calibri"/>
              </a:rPr>
              <a:t>mobile</a:t>
            </a:r>
            <a:r>
              <a:rPr b="0" lang="en-GB" sz="1800" spc="-12" strike="noStrike">
                <a:solidFill>
                  <a:srgbClr val="000000"/>
                </a:solidFill>
                <a:latin typeface="Calibri"/>
              </a:rPr>
              <a:t> transaction </a:t>
            </a:r>
            <a:r>
              <a:rPr b="0" lang="en-GB" sz="1800" spc="-1" strike="noStrike">
                <a:solidFill>
                  <a:srgbClr val="000000"/>
                </a:solidFill>
                <a:latin typeface="Calibri"/>
              </a:rPr>
              <a:t>using</a:t>
            </a:r>
            <a:r>
              <a:rPr b="0" lang="en-GB" sz="1800" spc="-55" strike="noStrike">
                <a:solidFill>
                  <a:srgbClr val="000000"/>
                </a:solidFill>
                <a:latin typeface="Calibri"/>
              </a:rPr>
              <a:t> </a:t>
            </a:r>
            <a:r>
              <a:rPr b="0" lang="en-GB" sz="1800" spc="-1" strike="noStrike">
                <a:solidFill>
                  <a:srgbClr val="000000"/>
                </a:solidFill>
                <a:latin typeface="Calibri"/>
              </a:rPr>
              <a:t>the</a:t>
            </a:r>
            <a:r>
              <a:rPr b="0" lang="en-GB" sz="1800" spc="-52" strike="noStrike">
                <a:solidFill>
                  <a:srgbClr val="000000"/>
                </a:solidFill>
                <a:latin typeface="Calibri"/>
              </a:rPr>
              <a:t> </a:t>
            </a:r>
            <a:r>
              <a:rPr b="0" lang="en-GB" sz="1800" spc="-21" strike="noStrike">
                <a:solidFill>
                  <a:srgbClr val="000000"/>
                </a:solidFill>
                <a:latin typeface="Calibri"/>
              </a:rPr>
              <a:t>tree.</a:t>
            </a:r>
            <a:endParaRPr b="0" lang="en-GB" sz="1800" spc="-1" strike="noStrike">
              <a:solidFill>
                <a:srgbClr val="000000"/>
              </a:solidFill>
              <a:latin typeface="Arial"/>
            </a:endParaRPr>
          </a:p>
          <a:p>
            <a:pPr marL="298440" indent="-252000">
              <a:lnSpc>
                <a:spcPct val="100000"/>
              </a:lnSpc>
              <a:spcBef>
                <a:spcPts val="2160"/>
              </a:spcBef>
              <a:buClr>
                <a:srgbClr val="000000"/>
              </a:buClr>
              <a:buFont typeface="Arial MT"/>
              <a:buChar char="•"/>
              <a:tabLst>
                <a:tab algn="l" pos="298440"/>
              </a:tabLst>
            </a:pPr>
            <a:r>
              <a:rPr b="0" lang="en-GB" sz="1800" spc="-1" strike="noStrike">
                <a:solidFill>
                  <a:srgbClr val="000000"/>
                </a:solidFill>
                <a:latin typeface="Calibri"/>
              </a:rPr>
              <a:t>When</a:t>
            </a:r>
            <a:r>
              <a:rPr b="0" lang="en-GB" sz="1800" spc="-46" strike="noStrike">
                <a:solidFill>
                  <a:srgbClr val="000000"/>
                </a:solidFill>
                <a:latin typeface="Calibri"/>
              </a:rPr>
              <a:t> </a:t>
            </a:r>
            <a:r>
              <a:rPr b="0" lang="en-GB" sz="1800" spc="-1" strike="noStrike">
                <a:solidFill>
                  <a:srgbClr val="000000"/>
                </a:solidFill>
                <a:latin typeface="Calibri"/>
              </a:rPr>
              <a:t>the</a:t>
            </a:r>
            <a:r>
              <a:rPr b="0" lang="en-GB" sz="1800" spc="-46" strike="noStrike">
                <a:solidFill>
                  <a:srgbClr val="000000"/>
                </a:solidFill>
                <a:latin typeface="Calibri"/>
              </a:rPr>
              <a:t> </a:t>
            </a:r>
            <a:r>
              <a:rPr b="0" lang="en-GB" sz="1800" spc="-1" strike="noStrike">
                <a:solidFill>
                  <a:srgbClr val="000000"/>
                </a:solidFill>
                <a:latin typeface="Calibri"/>
              </a:rPr>
              <a:t>tree</a:t>
            </a:r>
            <a:r>
              <a:rPr b="0" lang="en-GB" sz="1800" spc="-41" strike="noStrike">
                <a:solidFill>
                  <a:srgbClr val="000000"/>
                </a:solidFill>
                <a:latin typeface="Calibri"/>
              </a:rPr>
              <a:t> </a:t>
            </a:r>
            <a:r>
              <a:rPr b="0" lang="en-GB" sz="1800" spc="-1" strike="noStrike">
                <a:solidFill>
                  <a:srgbClr val="000000"/>
                </a:solidFill>
                <a:latin typeface="Calibri"/>
              </a:rPr>
              <a:t>tries</a:t>
            </a:r>
            <a:r>
              <a:rPr b="0" lang="en-GB" sz="1800" spc="-46" strike="noStrike">
                <a:solidFill>
                  <a:srgbClr val="000000"/>
                </a:solidFill>
                <a:latin typeface="Calibri"/>
              </a:rPr>
              <a:t> </a:t>
            </a:r>
            <a:r>
              <a:rPr b="0" lang="en-GB" sz="1800" spc="-1" strike="noStrike">
                <a:solidFill>
                  <a:srgbClr val="000000"/>
                </a:solidFill>
                <a:latin typeface="Calibri"/>
              </a:rPr>
              <a:t>to</a:t>
            </a:r>
            <a:r>
              <a:rPr b="0" lang="en-GB" sz="1800" spc="-46" strike="noStrike">
                <a:solidFill>
                  <a:srgbClr val="000000"/>
                </a:solidFill>
                <a:latin typeface="Calibri"/>
              </a:rPr>
              <a:t> </a:t>
            </a:r>
            <a:r>
              <a:rPr b="0" lang="en-GB" sz="1800" spc="-1" strike="noStrike">
                <a:solidFill>
                  <a:srgbClr val="000000"/>
                </a:solidFill>
                <a:latin typeface="Calibri"/>
              </a:rPr>
              <a:t>decide</a:t>
            </a:r>
            <a:r>
              <a:rPr b="0" lang="en-GB" sz="1800" spc="-41" strike="noStrike">
                <a:solidFill>
                  <a:srgbClr val="000000"/>
                </a:solidFill>
                <a:latin typeface="Calibri"/>
              </a:rPr>
              <a:t> </a:t>
            </a:r>
            <a:r>
              <a:rPr b="0" lang="en-GB" sz="1800" spc="-1" strike="noStrike">
                <a:solidFill>
                  <a:srgbClr val="000000"/>
                </a:solidFill>
                <a:latin typeface="Calibri"/>
              </a:rPr>
              <a:t>on</a:t>
            </a:r>
            <a:r>
              <a:rPr b="0" lang="en-GB" sz="1800" spc="-46" strike="noStrike">
                <a:solidFill>
                  <a:srgbClr val="000000"/>
                </a:solidFill>
                <a:latin typeface="Calibri"/>
              </a:rPr>
              <a:t> </a:t>
            </a:r>
            <a:r>
              <a:rPr b="0" lang="en-GB" sz="1800" spc="-1" strike="noStrike">
                <a:solidFill>
                  <a:srgbClr val="000000"/>
                </a:solidFill>
                <a:latin typeface="Calibri"/>
              </a:rPr>
              <a:t>a</a:t>
            </a:r>
            <a:r>
              <a:rPr b="0" lang="en-GB" sz="1800" spc="-46" strike="noStrike">
                <a:solidFill>
                  <a:srgbClr val="000000"/>
                </a:solidFill>
                <a:latin typeface="Calibri"/>
              </a:rPr>
              <a:t> </a:t>
            </a:r>
            <a:r>
              <a:rPr b="0" lang="en-GB" sz="1800" spc="-1" strike="noStrike">
                <a:solidFill>
                  <a:srgbClr val="000000"/>
                </a:solidFill>
                <a:latin typeface="Calibri"/>
              </a:rPr>
              <a:t>split,</a:t>
            </a:r>
            <a:r>
              <a:rPr b="0" lang="en-GB" sz="1800" spc="-41" strike="noStrike">
                <a:solidFill>
                  <a:srgbClr val="000000"/>
                </a:solidFill>
                <a:latin typeface="Calibri"/>
              </a:rPr>
              <a:t> </a:t>
            </a:r>
            <a:r>
              <a:rPr b="0" lang="en-GB" sz="1800" spc="-1" strike="noStrike">
                <a:solidFill>
                  <a:srgbClr val="000000"/>
                </a:solidFill>
                <a:latin typeface="Calibri"/>
              </a:rPr>
              <a:t>it</a:t>
            </a:r>
            <a:r>
              <a:rPr b="0" lang="en-GB" sz="1800" spc="-46" strike="noStrike">
                <a:solidFill>
                  <a:srgbClr val="000000"/>
                </a:solidFill>
                <a:latin typeface="Calibri"/>
              </a:rPr>
              <a:t> </a:t>
            </a:r>
            <a:r>
              <a:rPr b="0" lang="en-GB" sz="1800" spc="-1" strike="noStrike">
                <a:solidFill>
                  <a:srgbClr val="000000"/>
                </a:solidFill>
                <a:latin typeface="Calibri"/>
              </a:rPr>
              <a:t>chooses</a:t>
            </a:r>
            <a:r>
              <a:rPr b="0" lang="en-GB" sz="1800" spc="-46" strike="noStrike">
                <a:solidFill>
                  <a:srgbClr val="000000"/>
                </a:solidFill>
                <a:latin typeface="Calibri"/>
              </a:rPr>
              <a:t> </a:t>
            </a:r>
            <a:r>
              <a:rPr b="0" lang="en-GB" sz="1800" spc="-26" strike="noStrike">
                <a:solidFill>
                  <a:srgbClr val="000000"/>
                </a:solidFill>
                <a:latin typeface="Calibri"/>
              </a:rPr>
              <a:t>the </a:t>
            </a:r>
            <a:r>
              <a:rPr b="0" lang="en-GB" sz="1800" spc="-1" strike="noStrike">
                <a:solidFill>
                  <a:srgbClr val="000000"/>
                </a:solidFill>
                <a:latin typeface="Calibri"/>
              </a:rPr>
              <a:t>node</a:t>
            </a:r>
            <a:r>
              <a:rPr b="0" lang="en-GB" sz="1800" spc="-52" strike="noStrike">
                <a:solidFill>
                  <a:srgbClr val="000000"/>
                </a:solidFill>
                <a:latin typeface="Calibri"/>
              </a:rPr>
              <a:t> </a:t>
            </a:r>
            <a:r>
              <a:rPr b="0" lang="en-GB" sz="1800" spc="-1" strike="noStrike">
                <a:solidFill>
                  <a:srgbClr val="000000"/>
                </a:solidFill>
                <a:latin typeface="Calibri"/>
              </a:rPr>
              <a:t>in</a:t>
            </a:r>
            <a:r>
              <a:rPr b="0" lang="en-GB" sz="1800" spc="-46" strike="noStrike">
                <a:solidFill>
                  <a:srgbClr val="000000"/>
                </a:solidFill>
                <a:latin typeface="Calibri"/>
              </a:rPr>
              <a:t> </a:t>
            </a:r>
            <a:r>
              <a:rPr b="0" lang="en-GB" sz="1800" spc="-1" strike="noStrike">
                <a:solidFill>
                  <a:srgbClr val="000000"/>
                </a:solidFill>
                <a:latin typeface="Calibri"/>
              </a:rPr>
              <a:t>such</a:t>
            </a:r>
            <a:r>
              <a:rPr b="0" lang="en-GB" sz="1800" spc="-46" strike="noStrike">
                <a:solidFill>
                  <a:srgbClr val="000000"/>
                </a:solidFill>
                <a:latin typeface="Calibri"/>
              </a:rPr>
              <a:t> </a:t>
            </a:r>
            <a:r>
              <a:rPr b="0" lang="en-GB" sz="1800" spc="-1" strike="noStrike">
                <a:solidFill>
                  <a:srgbClr val="000000"/>
                </a:solidFill>
                <a:latin typeface="Calibri"/>
              </a:rPr>
              <a:t>a</a:t>
            </a:r>
            <a:r>
              <a:rPr b="0" lang="en-GB" sz="1800" spc="-46" strike="noStrike">
                <a:solidFill>
                  <a:srgbClr val="000000"/>
                </a:solidFill>
                <a:latin typeface="Calibri"/>
              </a:rPr>
              <a:t> </a:t>
            </a:r>
            <a:r>
              <a:rPr b="0" lang="en-GB" sz="1800" spc="-1" strike="noStrike">
                <a:solidFill>
                  <a:srgbClr val="000000"/>
                </a:solidFill>
                <a:latin typeface="Calibri"/>
              </a:rPr>
              <a:t>way</a:t>
            </a:r>
            <a:r>
              <a:rPr b="0" lang="en-GB" sz="1800" spc="-46" strike="noStrike">
                <a:solidFill>
                  <a:srgbClr val="000000"/>
                </a:solidFill>
                <a:latin typeface="Calibri"/>
              </a:rPr>
              <a:t> </a:t>
            </a:r>
            <a:r>
              <a:rPr b="0" lang="en-GB" sz="1800" spc="-1" strike="noStrike">
                <a:solidFill>
                  <a:srgbClr val="000000"/>
                </a:solidFill>
                <a:latin typeface="Calibri"/>
              </a:rPr>
              <a:t>that</a:t>
            </a:r>
            <a:r>
              <a:rPr b="0" lang="en-GB" sz="1800" spc="-46" strike="noStrike">
                <a:solidFill>
                  <a:srgbClr val="000000"/>
                </a:solidFill>
                <a:latin typeface="Calibri"/>
              </a:rPr>
              <a:t> </a:t>
            </a:r>
            <a:r>
              <a:rPr b="0" lang="en-GB" sz="1800" spc="-1" strike="noStrike">
                <a:solidFill>
                  <a:srgbClr val="000000"/>
                </a:solidFill>
                <a:latin typeface="Calibri"/>
              </a:rPr>
              <a:t>the</a:t>
            </a:r>
            <a:r>
              <a:rPr b="0" lang="en-GB" sz="1800" spc="-46" strike="noStrike">
                <a:solidFill>
                  <a:srgbClr val="000000"/>
                </a:solidFill>
                <a:latin typeface="Calibri"/>
              </a:rPr>
              <a:t> </a:t>
            </a:r>
            <a:r>
              <a:rPr b="0" lang="en-GB" sz="1800" spc="-12" strike="noStrike">
                <a:solidFill>
                  <a:srgbClr val="000000"/>
                </a:solidFill>
                <a:latin typeface="Calibri"/>
              </a:rPr>
              <a:t>target</a:t>
            </a:r>
            <a:r>
              <a:rPr b="0" lang="en-GB" sz="1800" spc="-46" strike="noStrike">
                <a:solidFill>
                  <a:srgbClr val="000000"/>
                </a:solidFill>
                <a:latin typeface="Calibri"/>
              </a:rPr>
              <a:t> </a:t>
            </a:r>
            <a:r>
              <a:rPr b="0" lang="en-GB" sz="1800" spc="-1" strike="noStrike">
                <a:solidFill>
                  <a:srgbClr val="000000"/>
                </a:solidFill>
                <a:latin typeface="Calibri"/>
              </a:rPr>
              <a:t>value</a:t>
            </a:r>
            <a:r>
              <a:rPr b="0" lang="en-GB" sz="1800" spc="-52" strike="noStrike">
                <a:solidFill>
                  <a:srgbClr val="000000"/>
                </a:solidFill>
                <a:latin typeface="Calibri"/>
              </a:rPr>
              <a:t> </a:t>
            </a:r>
            <a:r>
              <a:rPr b="0" lang="en-GB" sz="1800" spc="-1" strike="noStrike">
                <a:solidFill>
                  <a:srgbClr val="000000"/>
                </a:solidFill>
                <a:latin typeface="Calibri"/>
              </a:rPr>
              <a:t>is</a:t>
            </a:r>
            <a:r>
              <a:rPr b="0" lang="en-GB" sz="1800" spc="-46" strike="noStrike">
                <a:solidFill>
                  <a:srgbClr val="000000"/>
                </a:solidFill>
                <a:latin typeface="Calibri"/>
              </a:rPr>
              <a:t> </a:t>
            </a:r>
            <a:r>
              <a:rPr b="0" lang="en-GB" sz="1800" spc="-1" strike="noStrike">
                <a:solidFill>
                  <a:srgbClr val="000000"/>
                </a:solidFill>
                <a:latin typeface="Calibri"/>
              </a:rPr>
              <a:t>closest</a:t>
            </a:r>
            <a:r>
              <a:rPr b="0" lang="en-GB" sz="1800" spc="-46" strike="noStrike">
                <a:solidFill>
                  <a:srgbClr val="000000"/>
                </a:solidFill>
                <a:latin typeface="Calibri"/>
              </a:rPr>
              <a:t> </a:t>
            </a:r>
            <a:r>
              <a:rPr b="0" lang="en-GB" sz="1800" spc="-1" strike="noStrike">
                <a:solidFill>
                  <a:srgbClr val="000000"/>
                </a:solidFill>
                <a:latin typeface="Calibri"/>
              </a:rPr>
              <a:t>to</a:t>
            </a:r>
            <a:r>
              <a:rPr b="0" lang="en-GB" sz="1800" spc="-46" strike="noStrike">
                <a:solidFill>
                  <a:srgbClr val="000000"/>
                </a:solidFill>
                <a:latin typeface="Calibri"/>
              </a:rPr>
              <a:t> </a:t>
            </a:r>
            <a:r>
              <a:rPr b="0" lang="en-GB" sz="1800" spc="-26" strike="noStrike">
                <a:solidFill>
                  <a:srgbClr val="000000"/>
                </a:solidFill>
                <a:latin typeface="Calibri"/>
              </a:rPr>
              <a:t>the </a:t>
            </a:r>
            <a:r>
              <a:rPr b="0" lang="en-GB" sz="1800" spc="-1" strike="noStrike">
                <a:solidFill>
                  <a:srgbClr val="000000"/>
                </a:solidFill>
                <a:latin typeface="Calibri"/>
              </a:rPr>
              <a:t>mean</a:t>
            </a:r>
            <a:r>
              <a:rPr b="0" lang="en-GB" sz="1800" spc="-52" strike="noStrike">
                <a:solidFill>
                  <a:srgbClr val="000000"/>
                </a:solidFill>
                <a:latin typeface="Calibri"/>
              </a:rPr>
              <a:t> </a:t>
            </a:r>
            <a:r>
              <a:rPr b="0" lang="en-GB" sz="1800" spc="-1" strike="noStrike">
                <a:solidFill>
                  <a:srgbClr val="000000"/>
                </a:solidFill>
                <a:latin typeface="Calibri"/>
              </a:rPr>
              <a:t>values</a:t>
            </a:r>
            <a:r>
              <a:rPr b="0" lang="en-GB" sz="1800" spc="-52" strike="noStrike">
                <a:solidFill>
                  <a:srgbClr val="000000"/>
                </a:solidFill>
                <a:latin typeface="Calibri"/>
              </a:rPr>
              <a:t> </a:t>
            </a:r>
            <a:r>
              <a:rPr b="0" lang="en-GB" sz="1800" spc="-1" strike="noStrike">
                <a:solidFill>
                  <a:srgbClr val="000000"/>
                </a:solidFill>
                <a:latin typeface="Calibri"/>
              </a:rPr>
              <a:t>of</a:t>
            </a:r>
            <a:r>
              <a:rPr b="0" lang="en-GB" sz="1800" spc="-52" strike="noStrike">
                <a:solidFill>
                  <a:srgbClr val="000000"/>
                </a:solidFill>
                <a:latin typeface="Calibri"/>
              </a:rPr>
              <a:t> </a:t>
            </a:r>
            <a:r>
              <a:rPr b="0" lang="en-GB" sz="1800" spc="-1" strike="noStrike">
                <a:solidFill>
                  <a:srgbClr val="000000"/>
                </a:solidFill>
                <a:latin typeface="Calibri"/>
              </a:rPr>
              <a:t>the</a:t>
            </a:r>
            <a:r>
              <a:rPr b="0" lang="en-GB" sz="1800" spc="-46" strike="noStrike">
                <a:solidFill>
                  <a:srgbClr val="000000"/>
                </a:solidFill>
                <a:latin typeface="Calibri"/>
              </a:rPr>
              <a:t> </a:t>
            </a:r>
            <a:r>
              <a:rPr b="0" lang="en-GB" sz="1800" spc="-12" strike="noStrike">
                <a:solidFill>
                  <a:srgbClr val="000000"/>
                </a:solidFill>
                <a:latin typeface="Calibri"/>
              </a:rPr>
              <a:t>target</a:t>
            </a:r>
            <a:r>
              <a:rPr b="0" lang="en-GB" sz="1800" spc="-52" strike="noStrike">
                <a:solidFill>
                  <a:srgbClr val="000000"/>
                </a:solidFill>
                <a:latin typeface="Calibri"/>
              </a:rPr>
              <a:t> </a:t>
            </a:r>
            <a:r>
              <a:rPr b="0" lang="en-GB" sz="1800" spc="-1" strike="noStrike">
                <a:solidFill>
                  <a:srgbClr val="000000"/>
                </a:solidFill>
                <a:latin typeface="Calibri"/>
              </a:rPr>
              <a:t>in</a:t>
            </a:r>
            <a:r>
              <a:rPr b="0" lang="en-GB" sz="1800" spc="-52" strike="noStrike">
                <a:solidFill>
                  <a:srgbClr val="000000"/>
                </a:solidFill>
                <a:latin typeface="Calibri"/>
              </a:rPr>
              <a:t> </a:t>
            </a:r>
            <a:r>
              <a:rPr b="0" lang="en-GB" sz="1800" spc="-1" strike="noStrike">
                <a:solidFill>
                  <a:srgbClr val="000000"/>
                </a:solidFill>
                <a:latin typeface="Calibri"/>
              </a:rPr>
              <a:t>that</a:t>
            </a:r>
            <a:r>
              <a:rPr b="0" lang="en-GB" sz="1800" spc="-46" strike="noStrike">
                <a:solidFill>
                  <a:srgbClr val="000000"/>
                </a:solidFill>
                <a:latin typeface="Calibri"/>
              </a:rPr>
              <a:t> </a:t>
            </a:r>
            <a:r>
              <a:rPr b="0" lang="en-GB" sz="1800" spc="-12" strike="noStrike">
                <a:solidFill>
                  <a:srgbClr val="000000"/>
                </a:solidFill>
                <a:latin typeface="Calibri"/>
              </a:rPr>
              <a:t>node.</a:t>
            </a:r>
            <a:endParaRPr b="0" lang="en-GB" sz="1800" spc="-1" strike="noStrike">
              <a:solidFill>
                <a:srgbClr val="000000"/>
              </a:solidFill>
              <a:latin typeface="Arial"/>
            </a:endParaRPr>
          </a:p>
          <a:p>
            <a:pPr marL="298440" indent="-252000">
              <a:lnSpc>
                <a:spcPct val="100000"/>
              </a:lnSpc>
              <a:spcBef>
                <a:spcPts val="2160"/>
              </a:spcBef>
              <a:buClr>
                <a:srgbClr val="000000"/>
              </a:buClr>
              <a:buFont typeface="Arial MT"/>
              <a:buChar char="•"/>
              <a:tabLst>
                <a:tab algn="l" pos="298440"/>
              </a:tabLst>
            </a:pPr>
            <a:r>
              <a:rPr b="0" lang="en-GB" sz="1800" spc="-41" strike="noStrike">
                <a:solidFill>
                  <a:srgbClr val="000000"/>
                </a:solidFill>
                <a:latin typeface="Calibri"/>
              </a:rPr>
              <a:t>You</a:t>
            </a:r>
            <a:r>
              <a:rPr b="0" lang="en-GB" sz="1800" spc="-46" strike="noStrike">
                <a:solidFill>
                  <a:srgbClr val="000000"/>
                </a:solidFill>
                <a:latin typeface="Calibri"/>
              </a:rPr>
              <a:t> </a:t>
            </a:r>
            <a:r>
              <a:rPr b="0" lang="en-GB" sz="1800" spc="-1" strike="noStrike">
                <a:solidFill>
                  <a:srgbClr val="000000"/>
                </a:solidFill>
                <a:latin typeface="Calibri"/>
              </a:rPr>
              <a:t>will</a:t>
            </a:r>
            <a:r>
              <a:rPr b="0" lang="en-GB" sz="1800" spc="-46" strike="noStrike">
                <a:solidFill>
                  <a:srgbClr val="000000"/>
                </a:solidFill>
                <a:latin typeface="Calibri"/>
              </a:rPr>
              <a:t> </a:t>
            </a:r>
            <a:r>
              <a:rPr b="0" lang="en-GB" sz="1800" spc="-1" strike="noStrike">
                <a:solidFill>
                  <a:srgbClr val="000000"/>
                </a:solidFill>
                <a:latin typeface="Calibri"/>
              </a:rPr>
              <a:t>notice</a:t>
            </a:r>
            <a:r>
              <a:rPr b="0" lang="en-GB" sz="1800" spc="-46" strike="noStrike">
                <a:solidFill>
                  <a:srgbClr val="000000"/>
                </a:solidFill>
                <a:latin typeface="Calibri"/>
              </a:rPr>
              <a:t> </a:t>
            </a:r>
            <a:r>
              <a:rPr b="0" lang="en-GB" sz="1800" spc="-1" strike="noStrike">
                <a:solidFill>
                  <a:srgbClr val="000000"/>
                </a:solidFill>
                <a:latin typeface="Calibri"/>
              </a:rPr>
              <a:t>that,</a:t>
            </a:r>
            <a:r>
              <a:rPr b="0" lang="en-GB" sz="1800" spc="-46" strike="noStrike">
                <a:solidFill>
                  <a:srgbClr val="000000"/>
                </a:solidFill>
                <a:latin typeface="Calibri"/>
              </a:rPr>
              <a:t> </a:t>
            </a:r>
            <a:r>
              <a:rPr b="0" lang="en-GB" sz="1800" spc="-1" strike="noStrike">
                <a:solidFill>
                  <a:srgbClr val="000000"/>
                </a:solidFill>
                <a:latin typeface="Calibri"/>
              </a:rPr>
              <a:t>as</a:t>
            </a:r>
            <a:r>
              <a:rPr b="0" lang="en-GB" sz="1800" spc="-46" strike="noStrike">
                <a:solidFill>
                  <a:srgbClr val="000000"/>
                </a:solidFill>
                <a:latin typeface="Calibri"/>
              </a:rPr>
              <a:t> </a:t>
            </a:r>
            <a:r>
              <a:rPr b="0" lang="en-GB" sz="1800" spc="-1" strike="noStrike">
                <a:solidFill>
                  <a:srgbClr val="000000"/>
                </a:solidFill>
                <a:latin typeface="Calibri"/>
              </a:rPr>
              <a:t>you</a:t>
            </a:r>
            <a:r>
              <a:rPr b="0" lang="en-GB" sz="1800" spc="-46" strike="noStrike">
                <a:solidFill>
                  <a:srgbClr val="000000"/>
                </a:solidFill>
                <a:latin typeface="Calibri"/>
              </a:rPr>
              <a:t> </a:t>
            </a:r>
            <a:r>
              <a:rPr b="0" lang="en-GB" sz="1800" spc="-1" strike="noStrike">
                <a:solidFill>
                  <a:srgbClr val="000000"/>
                </a:solidFill>
                <a:latin typeface="Calibri"/>
              </a:rPr>
              <a:t>go</a:t>
            </a:r>
            <a:r>
              <a:rPr b="0" lang="en-GB" sz="1800" spc="-46" strike="noStrike">
                <a:solidFill>
                  <a:srgbClr val="000000"/>
                </a:solidFill>
                <a:latin typeface="Calibri"/>
              </a:rPr>
              <a:t> </a:t>
            </a:r>
            <a:r>
              <a:rPr b="0" lang="en-GB" sz="1800" spc="-1" strike="noStrike">
                <a:solidFill>
                  <a:srgbClr val="000000"/>
                </a:solidFill>
                <a:latin typeface="Calibri"/>
              </a:rPr>
              <a:t>down</a:t>
            </a:r>
            <a:r>
              <a:rPr b="0" lang="en-GB" sz="1800" spc="-46" strike="noStrike">
                <a:solidFill>
                  <a:srgbClr val="000000"/>
                </a:solidFill>
                <a:latin typeface="Calibri"/>
              </a:rPr>
              <a:t> </a:t>
            </a:r>
            <a:r>
              <a:rPr b="0" lang="en-GB" sz="1800" spc="-1" strike="noStrike">
                <a:solidFill>
                  <a:srgbClr val="000000"/>
                </a:solidFill>
                <a:latin typeface="Calibri"/>
              </a:rPr>
              <a:t>the</a:t>
            </a:r>
            <a:r>
              <a:rPr b="0" lang="en-GB" sz="1800" spc="-46" strike="noStrike">
                <a:solidFill>
                  <a:srgbClr val="000000"/>
                </a:solidFill>
                <a:latin typeface="Calibri"/>
              </a:rPr>
              <a:t> </a:t>
            </a:r>
            <a:r>
              <a:rPr b="0" lang="en-GB" sz="1800" spc="-1" strike="noStrike">
                <a:solidFill>
                  <a:srgbClr val="000000"/>
                </a:solidFill>
                <a:latin typeface="Calibri"/>
              </a:rPr>
              <a:t>tree</a:t>
            </a:r>
            <a:r>
              <a:rPr b="0" lang="en-GB" sz="1800" spc="-41" strike="noStrike">
                <a:solidFill>
                  <a:srgbClr val="000000"/>
                </a:solidFill>
                <a:latin typeface="Calibri"/>
              </a:rPr>
              <a:t> </a:t>
            </a:r>
            <a:r>
              <a:rPr b="0" lang="en-GB" sz="1800" spc="-1" strike="noStrike">
                <a:solidFill>
                  <a:srgbClr val="000000"/>
                </a:solidFill>
                <a:latin typeface="Calibri"/>
              </a:rPr>
              <a:t>to</a:t>
            </a:r>
            <a:r>
              <a:rPr b="0" lang="en-GB" sz="1800" spc="-46" strike="noStrike">
                <a:solidFill>
                  <a:srgbClr val="000000"/>
                </a:solidFill>
                <a:latin typeface="Calibri"/>
              </a:rPr>
              <a:t> </a:t>
            </a:r>
            <a:r>
              <a:rPr b="0" lang="en-GB" sz="1800" spc="-1" strike="noStrike">
                <a:solidFill>
                  <a:srgbClr val="000000"/>
                </a:solidFill>
                <a:latin typeface="Calibri"/>
              </a:rPr>
              <a:t>the</a:t>
            </a:r>
            <a:r>
              <a:rPr b="0" lang="en-GB" sz="1800" spc="-46" strike="noStrike">
                <a:solidFill>
                  <a:srgbClr val="000000"/>
                </a:solidFill>
                <a:latin typeface="Calibri"/>
              </a:rPr>
              <a:t> </a:t>
            </a:r>
            <a:r>
              <a:rPr b="0" lang="en-GB" sz="1800" spc="-12" strike="noStrike">
                <a:solidFill>
                  <a:srgbClr val="000000"/>
                </a:solidFill>
                <a:latin typeface="Calibri"/>
              </a:rPr>
              <a:t>left, </a:t>
            </a:r>
            <a:r>
              <a:rPr b="0" lang="en-GB" sz="1800" spc="-1" strike="noStrike">
                <a:solidFill>
                  <a:srgbClr val="000000"/>
                </a:solidFill>
                <a:latin typeface="Calibri"/>
              </a:rPr>
              <a:t>along</a:t>
            </a:r>
            <a:r>
              <a:rPr b="0" lang="en-GB" sz="1800" spc="-55" strike="noStrike">
                <a:solidFill>
                  <a:srgbClr val="000000"/>
                </a:solidFill>
                <a:latin typeface="Calibri"/>
              </a:rPr>
              <a:t> </a:t>
            </a:r>
            <a:r>
              <a:rPr b="0" lang="en-GB" sz="1800" spc="-1" strike="noStrike">
                <a:solidFill>
                  <a:srgbClr val="000000"/>
                </a:solidFill>
                <a:latin typeface="Calibri"/>
              </a:rPr>
              <a:t>the</a:t>
            </a:r>
            <a:r>
              <a:rPr b="0" lang="en-GB" sz="1800" spc="-52" strike="noStrike">
                <a:solidFill>
                  <a:srgbClr val="000000"/>
                </a:solidFill>
                <a:latin typeface="Calibri"/>
              </a:rPr>
              <a:t> </a:t>
            </a:r>
            <a:r>
              <a:rPr b="0" lang="en-GB" sz="1800" spc="-21" strike="noStrike">
                <a:solidFill>
                  <a:srgbClr val="000000"/>
                </a:solidFill>
                <a:latin typeface="Calibri"/>
              </a:rPr>
              <a:t>True</a:t>
            </a:r>
            <a:r>
              <a:rPr b="0" lang="en-GB" sz="1800" spc="-52" strike="noStrike">
                <a:solidFill>
                  <a:srgbClr val="000000"/>
                </a:solidFill>
                <a:latin typeface="Calibri"/>
              </a:rPr>
              <a:t> </a:t>
            </a:r>
            <a:r>
              <a:rPr b="0" lang="en-GB" sz="1800" spc="-1" strike="noStrike">
                <a:solidFill>
                  <a:srgbClr val="000000"/>
                </a:solidFill>
                <a:latin typeface="Calibri"/>
              </a:rPr>
              <a:t>cases,</a:t>
            </a:r>
            <a:r>
              <a:rPr b="0" lang="en-GB" sz="1800" spc="-52" strike="noStrike">
                <a:solidFill>
                  <a:srgbClr val="000000"/>
                </a:solidFill>
                <a:latin typeface="Calibri"/>
              </a:rPr>
              <a:t> </a:t>
            </a:r>
            <a:r>
              <a:rPr b="0" lang="en-GB" sz="1800" spc="-1" strike="noStrike">
                <a:solidFill>
                  <a:srgbClr val="000000"/>
                </a:solidFill>
                <a:latin typeface="Calibri"/>
              </a:rPr>
              <a:t>the</a:t>
            </a:r>
            <a:r>
              <a:rPr b="0" lang="en-GB" sz="1800" spc="-52" strike="noStrike">
                <a:solidFill>
                  <a:srgbClr val="000000"/>
                </a:solidFill>
                <a:latin typeface="Calibri"/>
              </a:rPr>
              <a:t> </a:t>
            </a:r>
            <a:r>
              <a:rPr b="0" lang="en-GB" sz="1800" spc="-1" strike="noStrike">
                <a:solidFill>
                  <a:srgbClr val="000000"/>
                </a:solidFill>
                <a:latin typeface="Calibri"/>
              </a:rPr>
              <a:t>mean</a:t>
            </a:r>
            <a:r>
              <a:rPr b="0" lang="en-GB" sz="1800" spc="-52" strike="noStrike">
                <a:solidFill>
                  <a:srgbClr val="000000"/>
                </a:solidFill>
                <a:latin typeface="Calibri"/>
              </a:rPr>
              <a:t> </a:t>
            </a:r>
            <a:r>
              <a:rPr b="0" lang="en-GB" sz="1800" spc="-12" strike="noStrike">
                <a:solidFill>
                  <a:srgbClr val="000000"/>
                </a:solidFill>
                <a:latin typeface="Calibri"/>
              </a:rPr>
              <a:t>squared</a:t>
            </a:r>
            <a:r>
              <a:rPr b="0" lang="en-GB" sz="1800" spc="-52" strike="noStrike">
                <a:solidFill>
                  <a:srgbClr val="000000"/>
                </a:solidFill>
                <a:latin typeface="Calibri"/>
              </a:rPr>
              <a:t> </a:t>
            </a:r>
            <a:r>
              <a:rPr b="0" lang="en-GB" sz="1800" spc="-1" strike="noStrike">
                <a:solidFill>
                  <a:srgbClr val="000000"/>
                </a:solidFill>
                <a:latin typeface="Calibri"/>
              </a:rPr>
              <a:t>error</a:t>
            </a:r>
            <a:r>
              <a:rPr b="0" lang="en-GB" sz="1800" spc="-52" strike="noStrike">
                <a:solidFill>
                  <a:srgbClr val="000000"/>
                </a:solidFill>
                <a:latin typeface="Calibri"/>
              </a:rPr>
              <a:t> </a:t>
            </a:r>
            <a:r>
              <a:rPr b="0" lang="en-GB" sz="1800" spc="-1" strike="noStrike">
                <a:solidFill>
                  <a:srgbClr val="000000"/>
                </a:solidFill>
                <a:latin typeface="Calibri"/>
              </a:rPr>
              <a:t>of</a:t>
            </a:r>
            <a:r>
              <a:rPr b="0" lang="en-GB" sz="1800" spc="-52" strike="noStrike">
                <a:solidFill>
                  <a:srgbClr val="000000"/>
                </a:solidFill>
                <a:latin typeface="Calibri"/>
              </a:rPr>
              <a:t> </a:t>
            </a:r>
            <a:r>
              <a:rPr b="0" lang="en-GB" sz="1800" spc="-26" strike="noStrike">
                <a:solidFill>
                  <a:srgbClr val="000000"/>
                </a:solidFill>
                <a:latin typeface="Calibri"/>
              </a:rPr>
              <a:t>the </a:t>
            </a:r>
            <a:r>
              <a:rPr b="0" lang="en-GB" sz="1800" spc="-1" strike="noStrike">
                <a:solidFill>
                  <a:srgbClr val="000000"/>
                </a:solidFill>
                <a:latin typeface="Calibri"/>
              </a:rPr>
              <a:t>nodes</a:t>
            </a:r>
            <a:r>
              <a:rPr b="0" lang="en-GB" sz="1800" spc="-72" strike="noStrike">
                <a:solidFill>
                  <a:srgbClr val="000000"/>
                </a:solidFill>
                <a:latin typeface="Calibri"/>
              </a:rPr>
              <a:t> </a:t>
            </a:r>
            <a:r>
              <a:rPr b="0" lang="en-GB" sz="1800" spc="-12" strike="noStrike">
                <a:solidFill>
                  <a:srgbClr val="000000"/>
                </a:solidFill>
                <a:latin typeface="Calibri"/>
              </a:rPr>
              <a:t>decreases.</a:t>
            </a:r>
            <a:endParaRPr b="0" lang="en-GB" sz="1800" spc="-1" strike="noStrike">
              <a:solidFill>
                <a:srgbClr val="000000"/>
              </a:solidFill>
              <a:latin typeface="Arial"/>
            </a:endParaRPr>
          </a:p>
          <a:p>
            <a:pPr marL="297360" indent="-250920" algn="just">
              <a:lnSpc>
                <a:spcPct val="100000"/>
              </a:lnSpc>
              <a:spcBef>
                <a:spcPts val="2160"/>
              </a:spcBef>
              <a:buClr>
                <a:srgbClr val="000000"/>
              </a:buClr>
              <a:buFont typeface="Arial MT"/>
              <a:buChar char="•"/>
              <a:tabLst>
                <a:tab algn="l" pos="298440"/>
              </a:tabLst>
            </a:pPr>
            <a:r>
              <a:rPr b="0" lang="en-GB" sz="1800" spc="-21" strike="noStrike">
                <a:solidFill>
                  <a:srgbClr val="000000"/>
                </a:solidFill>
                <a:latin typeface="Calibri"/>
              </a:rPr>
              <a:t>Therefore,</a:t>
            </a:r>
            <a:r>
              <a:rPr b="0" lang="en-GB" sz="1800" spc="-41" strike="noStrike">
                <a:solidFill>
                  <a:srgbClr val="000000"/>
                </a:solidFill>
                <a:latin typeface="Calibri"/>
              </a:rPr>
              <a:t> </a:t>
            </a:r>
            <a:r>
              <a:rPr b="0" lang="en-GB" sz="1800" spc="-1" strike="noStrike">
                <a:solidFill>
                  <a:srgbClr val="000000"/>
                </a:solidFill>
                <a:latin typeface="Calibri"/>
              </a:rPr>
              <a:t>the</a:t>
            </a:r>
            <a:r>
              <a:rPr b="0" lang="en-GB" sz="1800" spc="-41" strike="noStrike">
                <a:solidFill>
                  <a:srgbClr val="000000"/>
                </a:solidFill>
                <a:latin typeface="Calibri"/>
              </a:rPr>
              <a:t> </a:t>
            </a:r>
            <a:r>
              <a:rPr b="0" lang="en-GB" sz="1800" spc="-1" strike="noStrike">
                <a:solidFill>
                  <a:srgbClr val="000000"/>
                </a:solidFill>
                <a:latin typeface="Calibri"/>
              </a:rPr>
              <a:t>nodes</a:t>
            </a:r>
            <a:r>
              <a:rPr b="0" lang="en-GB" sz="1800" spc="-41" strike="noStrike">
                <a:solidFill>
                  <a:srgbClr val="000000"/>
                </a:solidFill>
                <a:latin typeface="Calibri"/>
              </a:rPr>
              <a:t> </a:t>
            </a:r>
            <a:r>
              <a:rPr b="0" lang="en-GB" sz="1800" spc="-1" strike="noStrike">
                <a:solidFill>
                  <a:srgbClr val="000000"/>
                </a:solidFill>
                <a:latin typeface="Calibri"/>
              </a:rPr>
              <a:t>are</a:t>
            </a:r>
            <a:r>
              <a:rPr b="0" lang="en-GB" sz="1800" spc="-41" strike="noStrike">
                <a:solidFill>
                  <a:srgbClr val="000000"/>
                </a:solidFill>
                <a:latin typeface="Calibri"/>
              </a:rPr>
              <a:t> </a:t>
            </a:r>
            <a:r>
              <a:rPr b="0" lang="en-GB" sz="1800" spc="-1" strike="noStrike">
                <a:solidFill>
                  <a:srgbClr val="000000"/>
                </a:solidFill>
                <a:latin typeface="Calibri"/>
              </a:rPr>
              <a:t>built</a:t>
            </a:r>
            <a:r>
              <a:rPr b="0" lang="en-GB" sz="1800" spc="-35" strike="noStrike">
                <a:solidFill>
                  <a:srgbClr val="000000"/>
                </a:solidFill>
                <a:latin typeface="Calibri"/>
              </a:rPr>
              <a:t> </a:t>
            </a:r>
            <a:r>
              <a:rPr b="0" lang="en-GB" sz="1800" spc="-1" strike="noStrike">
                <a:solidFill>
                  <a:srgbClr val="000000"/>
                </a:solidFill>
                <a:latin typeface="Calibri"/>
              </a:rPr>
              <a:t>in</a:t>
            </a:r>
            <a:r>
              <a:rPr b="0" lang="en-GB" sz="1800" spc="-41" strike="noStrike">
                <a:solidFill>
                  <a:srgbClr val="000000"/>
                </a:solidFill>
                <a:latin typeface="Calibri"/>
              </a:rPr>
              <a:t> </a:t>
            </a:r>
            <a:r>
              <a:rPr b="0" lang="en-GB" sz="1800" spc="-1" strike="noStrike">
                <a:solidFill>
                  <a:srgbClr val="000000"/>
                </a:solidFill>
                <a:latin typeface="Calibri"/>
              </a:rPr>
              <a:t>a</a:t>
            </a:r>
            <a:r>
              <a:rPr b="0" lang="en-GB" sz="1800" spc="-41" strike="noStrike">
                <a:solidFill>
                  <a:srgbClr val="000000"/>
                </a:solidFill>
                <a:latin typeface="Calibri"/>
              </a:rPr>
              <a:t> </a:t>
            </a:r>
            <a:r>
              <a:rPr b="0" lang="en-GB" sz="1800" spc="-12" strike="noStrike">
                <a:solidFill>
                  <a:srgbClr val="000000"/>
                </a:solidFill>
                <a:latin typeface="Calibri"/>
              </a:rPr>
              <a:t>recursive</a:t>
            </a:r>
            <a:r>
              <a:rPr b="0" lang="en-GB" sz="1800" spc="-41" strike="noStrike">
                <a:solidFill>
                  <a:srgbClr val="000000"/>
                </a:solidFill>
                <a:latin typeface="Calibri"/>
              </a:rPr>
              <a:t> </a:t>
            </a:r>
            <a:r>
              <a:rPr b="0" lang="en-GB" sz="1800" spc="-12" strike="noStrike">
                <a:solidFill>
                  <a:srgbClr val="000000"/>
                </a:solidFill>
                <a:latin typeface="Calibri"/>
              </a:rPr>
              <a:t>fashion, </a:t>
            </a:r>
            <a:r>
              <a:rPr b="0" lang="en-GB" sz="1800" spc="-12" strike="noStrike">
                <a:solidFill>
                  <a:srgbClr val="000000"/>
                </a:solidFill>
                <a:latin typeface="Calibri"/>
              </a:rPr>
              <a:t>	</a:t>
            </a:r>
            <a:r>
              <a:rPr b="0" lang="en-GB" sz="1800" spc="-1" strike="noStrike">
                <a:solidFill>
                  <a:srgbClr val="000000"/>
                </a:solidFill>
                <a:latin typeface="Calibri"/>
              </a:rPr>
              <a:t>such</a:t>
            </a:r>
            <a:r>
              <a:rPr b="0" lang="en-GB" sz="1800" spc="-46" strike="noStrike">
                <a:solidFill>
                  <a:srgbClr val="000000"/>
                </a:solidFill>
                <a:latin typeface="Calibri"/>
              </a:rPr>
              <a:t> </a:t>
            </a:r>
            <a:r>
              <a:rPr b="0" lang="en-GB" sz="1800" spc="-1" strike="noStrike">
                <a:solidFill>
                  <a:srgbClr val="000000"/>
                </a:solidFill>
                <a:latin typeface="Calibri"/>
              </a:rPr>
              <a:t>that</a:t>
            </a:r>
            <a:r>
              <a:rPr b="0" lang="en-GB" sz="1800" spc="-41" strike="noStrike">
                <a:solidFill>
                  <a:srgbClr val="000000"/>
                </a:solidFill>
                <a:latin typeface="Calibri"/>
              </a:rPr>
              <a:t> </a:t>
            </a:r>
            <a:r>
              <a:rPr b="0" lang="en-GB" sz="1800" spc="-1" strike="noStrike">
                <a:solidFill>
                  <a:srgbClr val="000000"/>
                </a:solidFill>
                <a:latin typeface="Calibri"/>
              </a:rPr>
              <a:t>it</a:t>
            </a:r>
            <a:r>
              <a:rPr b="0" lang="en-GB" sz="1800" spc="-46" strike="noStrike">
                <a:solidFill>
                  <a:srgbClr val="000000"/>
                </a:solidFill>
                <a:latin typeface="Calibri"/>
              </a:rPr>
              <a:t> </a:t>
            </a:r>
            <a:r>
              <a:rPr b="0" lang="en-GB" sz="1800" spc="-12" strike="noStrike">
                <a:solidFill>
                  <a:srgbClr val="000000"/>
                </a:solidFill>
                <a:latin typeface="Calibri"/>
              </a:rPr>
              <a:t>reduces</a:t>
            </a:r>
            <a:r>
              <a:rPr b="0" lang="en-GB" sz="1800" spc="-41" strike="noStrike">
                <a:solidFill>
                  <a:srgbClr val="000000"/>
                </a:solidFill>
                <a:latin typeface="Calibri"/>
              </a:rPr>
              <a:t> </a:t>
            </a:r>
            <a:r>
              <a:rPr b="0" lang="en-GB" sz="1800" spc="-1" strike="noStrike">
                <a:solidFill>
                  <a:srgbClr val="000000"/>
                </a:solidFill>
                <a:latin typeface="Calibri"/>
              </a:rPr>
              <a:t>the</a:t>
            </a:r>
            <a:r>
              <a:rPr b="0" lang="en-GB" sz="1800" spc="-46" strike="noStrike">
                <a:solidFill>
                  <a:srgbClr val="000000"/>
                </a:solidFill>
                <a:latin typeface="Calibri"/>
              </a:rPr>
              <a:t> </a:t>
            </a:r>
            <a:r>
              <a:rPr b="0" lang="en-GB" sz="1800" spc="-12" strike="noStrike">
                <a:solidFill>
                  <a:srgbClr val="000000"/>
                </a:solidFill>
                <a:latin typeface="Calibri"/>
              </a:rPr>
              <a:t>overall</a:t>
            </a:r>
            <a:r>
              <a:rPr b="0" lang="en-GB" sz="1800" spc="-41" strike="noStrike">
                <a:solidFill>
                  <a:srgbClr val="000000"/>
                </a:solidFill>
                <a:latin typeface="Calibri"/>
              </a:rPr>
              <a:t> </a:t>
            </a:r>
            <a:r>
              <a:rPr b="0" lang="en-GB" sz="1800" spc="-1" strike="noStrike">
                <a:solidFill>
                  <a:srgbClr val="000000"/>
                </a:solidFill>
                <a:latin typeface="Calibri"/>
              </a:rPr>
              <a:t>mean</a:t>
            </a:r>
            <a:r>
              <a:rPr b="0" lang="en-GB" sz="1800" spc="-46" strike="noStrike">
                <a:solidFill>
                  <a:srgbClr val="000000"/>
                </a:solidFill>
                <a:latin typeface="Calibri"/>
              </a:rPr>
              <a:t> </a:t>
            </a:r>
            <a:r>
              <a:rPr b="0" lang="en-GB" sz="1800" spc="-12" strike="noStrike">
                <a:solidFill>
                  <a:srgbClr val="000000"/>
                </a:solidFill>
                <a:latin typeface="Calibri"/>
              </a:rPr>
              <a:t>squared</a:t>
            </a:r>
            <a:r>
              <a:rPr b="0" lang="en-GB" sz="1800" spc="-41" strike="noStrike">
                <a:solidFill>
                  <a:srgbClr val="000000"/>
                </a:solidFill>
                <a:latin typeface="Calibri"/>
              </a:rPr>
              <a:t> </a:t>
            </a:r>
            <a:r>
              <a:rPr b="0" lang="en-GB" sz="1800" spc="-12" strike="noStrike">
                <a:solidFill>
                  <a:srgbClr val="000000"/>
                </a:solidFill>
                <a:latin typeface="Calibri"/>
              </a:rPr>
              <a:t>error, </a:t>
            </a:r>
            <a:r>
              <a:rPr b="0" lang="en-GB" sz="1800" spc="-12" strike="noStrike">
                <a:solidFill>
                  <a:srgbClr val="000000"/>
                </a:solidFill>
                <a:latin typeface="Calibri"/>
              </a:rPr>
              <a:t>	</a:t>
            </a:r>
            <a:r>
              <a:rPr b="0" lang="en-GB" sz="1800" spc="-12" strike="noStrike">
                <a:solidFill>
                  <a:srgbClr val="000000"/>
                </a:solidFill>
                <a:latin typeface="Calibri"/>
              </a:rPr>
              <a:t>thereby</a:t>
            </a:r>
            <a:r>
              <a:rPr b="0" lang="en-GB" sz="1800" spc="-52" strike="noStrike">
                <a:solidFill>
                  <a:srgbClr val="000000"/>
                </a:solidFill>
                <a:latin typeface="Calibri"/>
              </a:rPr>
              <a:t> </a:t>
            </a:r>
            <a:r>
              <a:rPr b="0" lang="en-GB" sz="1800" spc="-12" strike="noStrike">
                <a:solidFill>
                  <a:srgbClr val="000000"/>
                </a:solidFill>
                <a:latin typeface="Calibri"/>
              </a:rPr>
              <a:t>obtaining</a:t>
            </a:r>
            <a:r>
              <a:rPr b="0" lang="en-GB" sz="1800" spc="-52" strike="noStrike">
                <a:solidFill>
                  <a:srgbClr val="000000"/>
                </a:solidFill>
                <a:latin typeface="Calibri"/>
              </a:rPr>
              <a:t> </a:t>
            </a:r>
            <a:r>
              <a:rPr b="0" lang="en-GB" sz="1800" spc="-1" strike="noStrike">
                <a:solidFill>
                  <a:srgbClr val="000000"/>
                </a:solidFill>
                <a:latin typeface="Calibri"/>
              </a:rPr>
              <a:t>the</a:t>
            </a:r>
            <a:r>
              <a:rPr b="0" lang="en-GB" sz="1800" spc="-52" strike="noStrike">
                <a:solidFill>
                  <a:srgbClr val="000000"/>
                </a:solidFill>
                <a:latin typeface="Calibri"/>
              </a:rPr>
              <a:t> </a:t>
            </a:r>
            <a:r>
              <a:rPr b="0" lang="en-GB" sz="1800" spc="-21" strike="noStrike">
                <a:solidFill>
                  <a:srgbClr val="000000"/>
                </a:solidFill>
                <a:latin typeface="Calibri"/>
              </a:rPr>
              <a:t>True</a:t>
            </a:r>
            <a:r>
              <a:rPr b="0" lang="en-GB" sz="1800" spc="-52" strike="noStrike">
                <a:solidFill>
                  <a:srgbClr val="000000"/>
                </a:solidFill>
                <a:latin typeface="Calibri"/>
              </a:rPr>
              <a:t> </a:t>
            </a:r>
            <a:r>
              <a:rPr b="0" lang="en-GB" sz="1800" spc="-12" strike="noStrike">
                <a:solidFill>
                  <a:srgbClr val="000000"/>
                </a:solidFill>
                <a:latin typeface="Calibri"/>
              </a:rPr>
              <a:t>value.</a:t>
            </a:r>
            <a:endParaRPr b="0" lang="en-GB" sz="1800" spc="-1" strike="noStrike">
              <a:solidFill>
                <a:srgbClr val="000000"/>
              </a:solidFill>
              <a:latin typeface="Arial"/>
            </a:endParaRPr>
          </a:p>
          <a:p>
            <a:pPr marL="298440" indent="-252000">
              <a:lnSpc>
                <a:spcPct val="100000"/>
              </a:lnSpc>
              <a:spcBef>
                <a:spcPts val="2160"/>
              </a:spcBef>
              <a:buClr>
                <a:srgbClr val="000000"/>
              </a:buClr>
              <a:buFont typeface="Arial MT"/>
              <a:buChar char="•"/>
              <a:tabLst>
                <a:tab algn="l" pos="298440"/>
              </a:tabLst>
            </a:pPr>
            <a:r>
              <a:rPr b="0" lang="en-GB" sz="1800" spc="-1" strike="noStrike">
                <a:solidFill>
                  <a:srgbClr val="000000"/>
                </a:solidFill>
                <a:latin typeface="Calibri"/>
              </a:rPr>
              <a:t>In</a:t>
            </a:r>
            <a:r>
              <a:rPr b="0" lang="en-GB" sz="1800" spc="-46" strike="noStrike">
                <a:solidFill>
                  <a:srgbClr val="000000"/>
                </a:solidFill>
                <a:latin typeface="Calibri"/>
              </a:rPr>
              <a:t> </a:t>
            </a:r>
            <a:r>
              <a:rPr b="0" lang="en-GB" sz="1800" spc="-1" strike="noStrike">
                <a:solidFill>
                  <a:srgbClr val="000000"/>
                </a:solidFill>
                <a:latin typeface="Calibri"/>
              </a:rPr>
              <a:t>the</a:t>
            </a:r>
            <a:r>
              <a:rPr b="0" lang="en-GB" sz="1800" spc="-41" strike="noStrike">
                <a:solidFill>
                  <a:srgbClr val="000000"/>
                </a:solidFill>
                <a:latin typeface="Calibri"/>
              </a:rPr>
              <a:t> </a:t>
            </a:r>
            <a:r>
              <a:rPr b="0" lang="en-GB" sz="1800" spc="-12" strike="noStrike">
                <a:solidFill>
                  <a:srgbClr val="000000"/>
                </a:solidFill>
                <a:latin typeface="Calibri"/>
              </a:rPr>
              <a:t>preceding</a:t>
            </a:r>
            <a:r>
              <a:rPr b="0" lang="en-GB" sz="1800" spc="-41" strike="noStrike">
                <a:solidFill>
                  <a:srgbClr val="000000"/>
                </a:solidFill>
                <a:latin typeface="Calibri"/>
              </a:rPr>
              <a:t> </a:t>
            </a:r>
            <a:r>
              <a:rPr b="0" lang="en-GB" sz="1800" spc="-1" strike="noStrike">
                <a:solidFill>
                  <a:srgbClr val="000000"/>
                </a:solidFill>
                <a:latin typeface="Calibri"/>
              </a:rPr>
              <a:t>tree,</a:t>
            </a:r>
            <a:r>
              <a:rPr b="0" lang="en-GB" sz="1800" spc="-41" strike="noStrike">
                <a:solidFill>
                  <a:srgbClr val="000000"/>
                </a:solidFill>
                <a:latin typeface="Calibri"/>
              </a:rPr>
              <a:t> </a:t>
            </a:r>
            <a:r>
              <a:rPr b="0" lang="en-GB" sz="1800" spc="-1" strike="noStrike">
                <a:solidFill>
                  <a:srgbClr val="000000"/>
                </a:solidFill>
                <a:latin typeface="Calibri"/>
              </a:rPr>
              <a:t>if</a:t>
            </a:r>
            <a:r>
              <a:rPr b="0" lang="en-GB" sz="1800" spc="-41" strike="noStrike">
                <a:solidFill>
                  <a:srgbClr val="000000"/>
                </a:solidFill>
                <a:latin typeface="Calibri"/>
              </a:rPr>
              <a:t> </a:t>
            </a:r>
            <a:r>
              <a:rPr b="0" lang="en-GB" sz="1800" spc="-1" strike="noStrike">
                <a:solidFill>
                  <a:srgbClr val="000000"/>
                </a:solidFill>
                <a:latin typeface="Calibri"/>
              </a:rPr>
              <a:t>the</a:t>
            </a:r>
            <a:r>
              <a:rPr b="0" lang="en-GB" sz="1800" spc="-41" strike="noStrike">
                <a:solidFill>
                  <a:srgbClr val="000000"/>
                </a:solidFill>
                <a:latin typeface="Calibri"/>
              </a:rPr>
              <a:t> </a:t>
            </a:r>
            <a:r>
              <a:rPr b="0" lang="en-GB" sz="1800" spc="-1" strike="noStrike">
                <a:solidFill>
                  <a:srgbClr val="000000"/>
                </a:solidFill>
                <a:latin typeface="Calibri"/>
              </a:rPr>
              <a:t>old</a:t>
            </a:r>
            <a:r>
              <a:rPr b="0" lang="en-GB" sz="1800" spc="-41" strike="noStrike">
                <a:solidFill>
                  <a:srgbClr val="000000"/>
                </a:solidFill>
                <a:latin typeface="Calibri"/>
              </a:rPr>
              <a:t> </a:t>
            </a:r>
            <a:r>
              <a:rPr b="0" lang="en-GB" sz="1800" spc="-1" strike="noStrike">
                <a:solidFill>
                  <a:srgbClr val="000000"/>
                </a:solidFill>
                <a:latin typeface="Calibri"/>
              </a:rPr>
              <a:t>balance</a:t>
            </a:r>
            <a:r>
              <a:rPr b="0" lang="en-GB" sz="1800" spc="-41" strike="noStrike">
                <a:solidFill>
                  <a:srgbClr val="000000"/>
                </a:solidFill>
                <a:latin typeface="Calibri"/>
              </a:rPr>
              <a:t> </a:t>
            </a:r>
            <a:r>
              <a:rPr b="0" lang="en-GB" sz="1800" spc="-1" strike="noStrike">
                <a:solidFill>
                  <a:srgbClr val="000000"/>
                </a:solidFill>
                <a:latin typeface="Calibri"/>
              </a:rPr>
              <a:t>of</a:t>
            </a:r>
            <a:r>
              <a:rPr b="0" lang="en-GB" sz="1800" spc="-41" strike="noStrike">
                <a:solidFill>
                  <a:srgbClr val="000000"/>
                </a:solidFill>
                <a:latin typeface="Calibri"/>
              </a:rPr>
              <a:t> </a:t>
            </a:r>
            <a:r>
              <a:rPr b="0" lang="en-GB" sz="1800" spc="-12" strike="noStrike">
                <a:solidFill>
                  <a:srgbClr val="000000"/>
                </a:solidFill>
                <a:latin typeface="Calibri"/>
              </a:rPr>
              <a:t>origination</a:t>
            </a:r>
            <a:r>
              <a:rPr b="0" lang="en-GB" sz="1800" spc="-41" strike="noStrike">
                <a:solidFill>
                  <a:srgbClr val="000000"/>
                </a:solidFill>
                <a:latin typeface="Calibri"/>
              </a:rPr>
              <a:t> </a:t>
            </a:r>
            <a:r>
              <a:rPr b="0" lang="en-GB" sz="1800" spc="-26" strike="noStrike">
                <a:solidFill>
                  <a:srgbClr val="000000"/>
                </a:solidFill>
                <a:latin typeface="Calibri"/>
              </a:rPr>
              <a:t>is </a:t>
            </a:r>
            <a:r>
              <a:rPr b="0" lang="en-GB" sz="1800" spc="-1" strike="noStrike">
                <a:solidFill>
                  <a:srgbClr val="000000"/>
                </a:solidFill>
                <a:latin typeface="Calibri"/>
              </a:rPr>
              <a:t>less</a:t>
            </a:r>
            <a:r>
              <a:rPr b="0" lang="en-GB" sz="1800" spc="-60" strike="noStrike">
                <a:solidFill>
                  <a:srgbClr val="000000"/>
                </a:solidFill>
                <a:latin typeface="Calibri"/>
              </a:rPr>
              <a:t> </a:t>
            </a:r>
            <a:r>
              <a:rPr b="0" lang="en-GB" sz="1800" spc="-1" strike="noStrike">
                <a:solidFill>
                  <a:srgbClr val="000000"/>
                </a:solidFill>
                <a:latin typeface="Calibri"/>
              </a:rPr>
              <a:t>than</a:t>
            </a:r>
            <a:r>
              <a:rPr b="0" lang="en-GB" sz="1800" spc="-60" strike="noStrike">
                <a:solidFill>
                  <a:srgbClr val="000000"/>
                </a:solidFill>
                <a:latin typeface="Calibri"/>
              </a:rPr>
              <a:t> </a:t>
            </a:r>
            <a:r>
              <a:rPr b="0" lang="en-GB" sz="1800" spc="-12" strike="noStrike">
                <a:solidFill>
                  <a:srgbClr val="000000"/>
                </a:solidFill>
                <a:latin typeface="Calibri"/>
              </a:rPr>
              <a:t>600,281,</a:t>
            </a:r>
            <a:r>
              <a:rPr b="0" lang="en-GB" sz="1800" spc="-55" strike="noStrike">
                <a:solidFill>
                  <a:srgbClr val="000000"/>
                </a:solidFill>
                <a:latin typeface="Calibri"/>
              </a:rPr>
              <a:t> </a:t>
            </a:r>
            <a:r>
              <a:rPr b="0" lang="en-GB" sz="1800" spc="-1" strike="noStrike">
                <a:solidFill>
                  <a:srgbClr val="000000"/>
                </a:solidFill>
                <a:latin typeface="Calibri"/>
              </a:rPr>
              <a:t>then</a:t>
            </a:r>
            <a:r>
              <a:rPr b="0" lang="en-GB" sz="1800" spc="-60" strike="noStrike">
                <a:solidFill>
                  <a:srgbClr val="000000"/>
                </a:solidFill>
                <a:latin typeface="Calibri"/>
              </a:rPr>
              <a:t> </a:t>
            </a:r>
            <a:r>
              <a:rPr b="0" lang="en-GB" sz="1800" spc="-1" strike="noStrike">
                <a:solidFill>
                  <a:srgbClr val="000000"/>
                </a:solidFill>
                <a:latin typeface="Calibri"/>
              </a:rPr>
              <a:t>the</a:t>
            </a:r>
            <a:r>
              <a:rPr b="0" lang="en-GB" sz="1800" spc="-60" strike="noStrike">
                <a:solidFill>
                  <a:srgbClr val="000000"/>
                </a:solidFill>
                <a:latin typeface="Calibri"/>
              </a:rPr>
              <a:t> </a:t>
            </a:r>
            <a:r>
              <a:rPr b="0" lang="en-GB" sz="1800" spc="-1" strike="noStrike">
                <a:solidFill>
                  <a:srgbClr val="000000"/>
                </a:solidFill>
                <a:latin typeface="Calibri"/>
              </a:rPr>
              <a:t>amount</a:t>
            </a:r>
            <a:r>
              <a:rPr b="0" lang="en-GB" sz="1800" spc="-55" strike="noStrike">
                <a:solidFill>
                  <a:srgbClr val="000000"/>
                </a:solidFill>
                <a:latin typeface="Calibri"/>
              </a:rPr>
              <a:t> </a:t>
            </a:r>
            <a:r>
              <a:rPr b="0" lang="en-GB" sz="1800" spc="-1" strike="noStrike">
                <a:solidFill>
                  <a:srgbClr val="000000"/>
                </a:solidFill>
                <a:latin typeface="Calibri"/>
              </a:rPr>
              <a:t>(here,</a:t>
            </a:r>
            <a:r>
              <a:rPr b="0" lang="en-GB" sz="1800" spc="-60" strike="noStrike">
                <a:solidFill>
                  <a:srgbClr val="000000"/>
                </a:solidFill>
                <a:latin typeface="Calibri"/>
              </a:rPr>
              <a:t> </a:t>
            </a:r>
            <a:r>
              <a:rPr b="0" lang="en-GB" sz="1800" spc="-1" strike="noStrike">
                <a:solidFill>
                  <a:srgbClr val="000000"/>
                </a:solidFill>
                <a:latin typeface="Calibri"/>
              </a:rPr>
              <a:t>coded</a:t>
            </a:r>
            <a:r>
              <a:rPr b="0" lang="en-GB" sz="1800" spc="-60" strike="noStrike">
                <a:solidFill>
                  <a:srgbClr val="000000"/>
                </a:solidFill>
                <a:latin typeface="Calibri"/>
              </a:rPr>
              <a:t> </a:t>
            </a:r>
            <a:r>
              <a:rPr b="0" lang="en-GB" sz="1800" spc="-26" strike="noStrike">
                <a:solidFill>
                  <a:srgbClr val="000000"/>
                </a:solidFill>
                <a:latin typeface="Calibri"/>
              </a:rPr>
              <a:t>as </a:t>
            </a:r>
            <a:r>
              <a:rPr b="0" lang="en-GB" sz="1800" spc="-1" strike="noStrike">
                <a:solidFill>
                  <a:srgbClr val="000000"/>
                </a:solidFill>
                <a:latin typeface="Calibri"/>
              </a:rPr>
              <a:t>value)</a:t>
            </a:r>
            <a:r>
              <a:rPr b="0" lang="en-GB" sz="1800" spc="-52" strike="noStrike">
                <a:solidFill>
                  <a:srgbClr val="000000"/>
                </a:solidFill>
                <a:latin typeface="Calibri"/>
              </a:rPr>
              <a:t> </a:t>
            </a:r>
            <a:r>
              <a:rPr b="0" lang="en-GB" sz="1800" spc="-1" strike="noStrike">
                <a:solidFill>
                  <a:srgbClr val="000000"/>
                </a:solidFill>
                <a:latin typeface="Calibri"/>
              </a:rPr>
              <a:t>is</a:t>
            </a:r>
            <a:r>
              <a:rPr b="0" lang="en-GB" sz="1800" spc="-46" strike="noStrike">
                <a:solidFill>
                  <a:srgbClr val="000000"/>
                </a:solidFill>
                <a:latin typeface="Calibri"/>
              </a:rPr>
              <a:t> </a:t>
            </a:r>
            <a:r>
              <a:rPr b="0" lang="en-GB" sz="1800" spc="-1" strike="noStrike">
                <a:solidFill>
                  <a:srgbClr val="000000"/>
                </a:solidFill>
                <a:latin typeface="Calibri"/>
              </a:rPr>
              <a:t>80,442,</a:t>
            </a:r>
            <a:r>
              <a:rPr b="0" lang="en-GB" sz="1800" spc="-46" strike="noStrike">
                <a:solidFill>
                  <a:srgbClr val="000000"/>
                </a:solidFill>
                <a:latin typeface="Calibri"/>
              </a:rPr>
              <a:t> </a:t>
            </a:r>
            <a:r>
              <a:rPr b="0" lang="en-GB" sz="1800" spc="-1" strike="noStrike">
                <a:solidFill>
                  <a:srgbClr val="000000"/>
                </a:solidFill>
                <a:latin typeface="Calibri"/>
              </a:rPr>
              <a:t>and</a:t>
            </a:r>
            <a:r>
              <a:rPr b="0" lang="en-GB" sz="1800" spc="-46" strike="noStrike">
                <a:solidFill>
                  <a:srgbClr val="000000"/>
                </a:solidFill>
                <a:latin typeface="Calibri"/>
              </a:rPr>
              <a:t> </a:t>
            </a:r>
            <a:r>
              <a:rPr b="0" lang="en-GB" sz="1800" spc="-1" strike="noStrike">
                <a:solidFill>
                  <a:srgbClr val="000000"/>
                </a:solidFill>
                <a:latin typeface="Calibri"/>
              </a:rPr>
              <a:t>if</a:t>
            </a:r>
            <a:r>
              <a:rPr b="0" lang="en-GB" sz="1800" spc="-46" strike="noStrike">
                <a:solidFill>
                  <a:srgbClr val="000000"/>
                </a:solidFill>
                <a:latin typeface="Calibri"/>
              </a:rPr>
              <a:t> </a:t>
            </a:r>
            <a:r>
              <a:rPr b="0" lang="en-GB" sz="1800" spc="-1" strike="noStrike">
                <a:solidFill>
                  <a:srgbClr val="000000"/>
                </a:solidFill>
                <a:latin typeface="Calibri"/>
              </a:rPr>
              <a:t>it's</a:t>
            </a:r>
            <a:r>
              <a:rPr b="0" lang="en-GB" sz="1800" spc="-46" strike="noStrike">
                <a:solidFill>
                  <a:srgbClr val="000000"/>
                </a:solidFill>
                <a:latin typeface="Calibri"/>
              </a:rPr>
              <a:t> </a:t>
            </a:r>
            <a:r>
              <a:rPr b="0" lang="en-GB" sz="1800" spc="-12" strike="noStrike">
                <a:solidFill>
                  <a:srgbClr val="000000"/>
                </a:solidFill>
                <a:latin typeface="Calibri"/>
              </a:rPr>
              <a:t>greater</a:t>
            </a:r>
            <a:r>
              <a:rPr b="0" lang="en-GB" sz="1800" spc="-46" strike="noStrike">
                <a:solidFill>
                  <a:srgbClr val="000000"/>
                </a:solidFill>
                <a:latin typeface="Calibri"/>
              </a:rPr>
              <a:t> </a:t>
            </a:r>
            <a:r>
              <a:rPr b="0" lang="en-GB" sz="1800" spc="-1" strike="noStrike">
                <a:solidFill>
                  <a:srgbClr val="000000"/>
                </a:solidFill>
                <a:latin typeface="Calibri"/>
              </a:rPr>
              <a:t>than</a:t>
            </a:r>
            <a:r>
              <a:rPr b="0" lang="en-GB" sz="1800" spc="-46" strike="noStrike">
                <a:solidFill>
                  <a:srgbClr val="000000"/>
                </a:solidFill>
                <a:latin typeface="Calibri"/>
              </a:rPr>
              <a:t> </a:t>
            </a:r>
            <a:r>
              <a:rPr b="0" lang="en-GB" sz="1800" spc="-12" strike="noStrike">
                <a:solidFill>
                  <a:srgbClr val="000000"/>
                </a:solidFill>
                <a:latin typeface="Calibri"/>
              </a:rPr>
              <a:t>600,281,</a:t>
            </a:r>
            <a:r>
              <a:rPr b="0" lang="en-GB" sz="1800" spc="-46" strike="noStrike">
                <a:solidFill>
                  <a:srgbClr val="000000"/>
                </a:solidFill>
                <a:latin typeface="Calibri"/>
              </a:rPr>
              <a:t> </a:t>
            </a:r>
            <a:r>
              <a:rPr b="0" lang="en-GB" sz="1800" spc="-21" strike="noStrike">
                <a:solidFill>
                  <a:srgbClr val="000000"/>
                </a:solidFill>
                <a:latin typeface="Calibri"/>
              </a:rPr>
              <a:t>then </a:t>
            </a:r>
            <a:r>
              <a:rPr b="0" lang="en-GB" sz="1800" spc="-1" strike="noStrike">
                <a:solidFill>
                  <a:srgbClr val="000000"/>
                </a:solidFill>
                <a:latin typeface="Calibri"/>
              </a:rPr>
              <a:t>the</a:t>
            </a:r>
            <a:r>
              <a:rPr b="0" lang="en-GB" sz="1800" spc="-52" strike="noStrike">
                <a:solidFill>
                  <a:srgbClr val="000000"/>
                </a:solidFill>
                <a:latin typeface="Calibri"/>
              </a:rPr>
              <a:t> </a:t>
            </a:r>
            <a:r>
              <a:rPr b="0" lang="en-GB" sz="1800" spc="-1" strike="noStrike">
                <a:solidFill>
                  <a:srgbClr val="000000"/>
                </a:solidFill>
                <a:latin typeface="Calibri"/>
              </a:rPr>
              <a:t>amount</a:t>
            </a:r>
            <a:r>
              <a:rPr b="0" lang="en-GB" sz="1800" spc="-52" strike="noStrike">
                <a:solidFill>
                  <a:srgbClr val="000000"/>
                </a:solidFill>
                <a:latin typeface="Calibri"/>
              </a:rPr>
              <a:t> </a:t>
            </a:r>
            <a:r>
              <a:rPr b="0" lang="en-GB" sz="1800" spc="-1" strike="noStrike">
                <a:solidFill>
                  <a:srgbClr val="000000"/>
                </a:solidFill>
                <a:latin typeface="Calibri"/>
              </a:rPr>
              <a:t>is</a:t>
            </a:r>
            <a:r>
              <a:rPr b="0" lang="en-GB" sz="1800" spc="-52" strike="noStrike">
                <a:solidFill>
                  <a:srgbClr val="000000"/>
                </a:solidFill>
                <a:latin typeface="Calibri"/>
              </a:rPr>
              <a:t> </a:t>
            </a:r>
            <a:r>
              <a:rPr b="0" lang="en-GB" sz="1800" spc="-12" strike="noStrike">
                <a:solidFill>
                  <a:srgbClr val="000000"/>
                </a:solidFill>
                <a:latin typeface="Calibri"/>
              </a:rPr>
              <a:t>1,988,971.</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336960" y="369360"/>
            <a:ext cx="11517480" cy="1208520"/>
          </a:xfrm>
          <a:prstGeom prst="rect">
            <a:avLst/>
          </a:prstGeom>
          <a:noFill/>
          <a:ln w="0">
            <a:noFill/>
          </a:ln>
        </p:spPr>
        <p:txBody>
          <a:bodyPr lIns="0" rIns="0" tIns="63720" bIns="0" anchor="t">
            <a:noAutofit/>
          </a:bodyPr>
          <a:p>
            <a:pPr marL="191880" indent="0">
              <a:lnSpc>
                <a:spcPct val="100000"/>
              </a:lnSpc>
              <a:spcBef>
                <a:spcPts val="99"/>
              </a:spcBef>
              <a:buNone/>
              <a:tabLst>
                <a:tab algn="l" pos="0"/>
              </a:tabLst>
            </a:pPr>
            <a:r>
              <a:rPr b="1" lang="en-GB" sz="1800" spc="-1" strike="noStrike">
                <a:solidFill>
                  <a:schemeClr val="dk1"/>
                </a:solidFill>
                <a:latin typeface="Arial"/>
              </a:rPr>
              <a:t>The</a:t>
            </a:r>
            <a:r>
              <a:rPr b="1" lang="en-GB" sz="1800" spc="-21" strike="noStrike">
                <a:solidFill>
                  <a:schemeClr val="dk1"/>
                </a:solidFill>
                <a:latin typeface="Arial"/>
              </a:rPr>
              <a:t> </a:t>
            </a:r>
            <a:r>
              <a:rPr b="1" lang="en-GB" sz="1800" spc="-1" strike="noStrike">
                <a:solidFill>
                  <a:schemeClr val="dk1"/>
                </a:solidFill>
                <a:latin typeface="Arial"/>
              </a:rPr>
              <a:t>Random</a:t>
            </a:r>
            <a:r>
              <a:rPr b="1" lang="en-GB" sz="1800" spc="-15" strike="noStrike">
                <a:solidFill>
                  <a:schemeClr val="dk1"/>
                </a:solidFill>
                <a:latin typeface="Arial"/>
              </a:rPr>
              <a:t> </a:t>
            </a:r>
            <a:r>
              <a:rPr b="1" lang="en-GB" sz="1800" spc="-1" strike="noStrike">
                <a:solidFill>
                  <a:schemeClr val="dk1"/>
                </a:solidFill>
                <a:latin typeface="Arial"/>
              </a:rPr>
              <a:t>Forest</a:t>
            </a:r>
            <a:r>
              <a:rPr b="1" lang="en-GB" sz="1800" spc="-15" strike="noStrike">
                <a:solidFill>
                  <a:schemeClr val="dk1"/>
                </a:solidFill>
                <a:latin typeface="Arial"/>
              </a:rPr>
              <a:t> </a:t>
            </a:r>
            <a:r>
              <a:rPr b="1" lang="en-GB" sz="1800" spc="-12" strike="noStrike">
                <a:solidFill>
                  <a:schemeClr val="dk1"/>
                </a:solidFill>
                <a:latin typeface="Arial"/>
              </a:rPr>
              <a:t>Regressor</a:t>
            </a:r>
            <a:endParaRPr b="0" lang="en-GB" sz="1800" spc="-1" strike="noStrike">
              <a:solidFill>
                <a:srgbClr val="000000"/>
              </a:solidFill>
              <a:latin typeface="Arial"/>
            </a:endParaRPr>
          </a:p>
        </p:txBody>
      </p:sp>
      <p:sp>
        <p:nvSpPr>
          <p:cNvPr id="153" name="object 3"/>
          <p:cNvSpPr/>
          <p:nvPr/>
        </p:nvSpPr>
        <p:spPr>
          <a:xfrm>
            <a:off x="516240" y="969120"/>
            <a:ext cx="10861560" cy="83520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random</a:t>
            </a:r>
            <a:r>
              <a:rPr b="0" lang="en-GB" sz="1800" spc="-21" strike="noStrike">
                <a:solidFill>
                  <a:srgbClr val="000000"/>
                </a:solidFill>
                <a:latin typeface="Arial MT"/>
              </a:rPr>
              <a:t> </a:t>
            </a:r>
            <a:r>
              <a:rPr b="0" lang="en-GB" sz="1800" spc="-1" strike="noStrike">
                <a:solidFill>
                  <a:srgbClr val="000000"/>
                </a:solidFill>
                <a:latin typeface="Arial MT"/>
              </a:rPr>
              <a:t>forest</a:t>
            </a:r>
            <a:r>
              <a:rPr b="0" lang="en-GB" sz="1800" spc="-21" strike="noStrike">
                <a:solidFill>
                  <a:srgbClr val="000000"/>
                </a:solidFill>
                <a:latin typeface="Arial MT"/>
              </a:rPr>
              <a:t> </a:t>
            </a:r>
            <a:r>
              <a:rPr b="0" lang="en-GB" sz="1800" spc="-1" strike="noStrike">
                <a:solidFill>
                  <a:srgbClr val="000000"/>
                </a:solidFill>
                <a:latin typeface="Arial MT"/>
              </a:rPr>
              <a:t>regressor</a:t>
            </a:r>
            <a:r>
              <a:rPr b="0" lang="en-GB" sz="1800" spc="-26" strike="noStrike">
                <a:solidFill>
                  <a:srgbClr val="000000"/>
                </a:solidFill>
                <a:latin typeface="Arial MT"/>
              </a:rPr>
              <a:t> </a:t>
            </a:r>
            <a:r>
              <a:rPr b="0" lang="en-GB" sz="1800" spc="-1" strike="noStrike">
                <a:solidFill>
                  <a:srgbClr val="000000"/>
                </a:solidFill>
                <a:latin typeface="Arial MT"/>
              </a:rPr>
              <a:t>takes</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decision</a:t>
            </a:r>
            <a:r>
              <a:rPr b="0" lang="en-GB" sz="1800" spc="-21" strike="noStrike">
                <a:solidFill>
                  <a:srgbClr val="000000"/>
                </a:solidFill>
                <a:latin typeface="Arial MT"/>
              </a:rPr>
              <a:t> </a:t>
            </a:r>
            <a:r>
              <a:rPr b="0" lang="en-GB" sz="1800" spc="-1" strike="noStrike">
                <a:solidFill>
                  <a:srgbClr val="000000"/>
                </a:solidFill>
                <a:latin typeface="Arial MT"/>
              </a:rPr>
              <a:t>tree</a:t>
            </a:r>
            <a:r>
              <a:rPr b="0" lang="en-GB" sz="1800" spc="-26" strike="noStrike">
                <a:solidFill>
                  <a:srgbClr val="000000"/>
                </a:solidFill>
                <a:latin typeface="Arial MT"/>
              </a:rPr>
              <a:t> </a:t>
            </a:r>
            <a:r>
              <a:rPr b="0" lang="en-GB" sz="1800" spc="-1" strike="noStrike">
                <a:solidFill>
                  <a:srgbClr val="000000"/>
                </a:solidFill>
                <a:latin typeface="Arial MT"/>
              </a:rPr>
              <a:t>regressor</a:t>
            </a:r>
            <a:r>
              <a:rPr b="0" lang="en-GB" sz="1800" spc="-21" strike="noStrike">
                <a:solidFill>
                  <a:srgbClr val="000000"/>
                </a:solidFill>
                <a:latin typeface="Arial MT"/>
              </a:rPr>
              <a:t> </a:t>
            </a:r>
            <a:r>
              <a:rPr b="0" lang="en-GB" sz="1800" spc="-1" strike="noStrike">
                <a:solidFill>
                  <a:srgbClr val="000000"/>
                </a:solidFill>
                <a:latin typeface="Arial MT"/>
              </a:rPr>
              <a:t>as</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base</a:t>
            </a:r>
            <a:r>
              <a:rPr b="0" lang="en-GB" sz="1800" spc="-21" strike="noStrike">
                <a:solidFill>
                  <a:srgbClr val="000000"/>
                </a:solidFill>
                <a:latin typeface="Arial MT"/>
              </a:rPr>
              <a:t> </a:t>
            </a:r>
            <a:r>
              <a:rPr b="0" lang="en-GB" sz="1800" spc="-1" strike="noStrike">
                <a:solidFill>
                  <a:srgbClr val="000000"/>
                </a:solidFill>
                <a:latin typeface="Arial MT"/>
              </a:rPr>
              <a:t>estimator,</a:t>
            </a:r>
            <a:r>
              <a:rPr b="0" lang="en-GB" sz="1800" spc="-21" strike="noStrike">
                <a:solidFill>
                  <a:srgbClr val="000000"/>
                </a:solidFill>
                <a:latin typeface="Arial MT"/>
              </a:rPr>
              <a:t> </a:t>
            </a:r>
            <a:r>
              <a:rPr b="0" lang="en-GB" sz="1800" spc="-1" strike="noStrike">
                <a:solidFill>
                  <a:srgbClr val="000000"/>
                </a:solidFill>
                <a:latin typeface="Arial MT"/>
              </a:rPr>
              <a:t>and</a:t>
            </a:r>
            <a:r>
              <a:rPr b="0" lang="en-GB" sz="1800" spc="-21" strike="noStrike">
                <a:solidFill>
                  <a:srgbClr val="000000"/>
                </a:solidFill>
                <a:latin typeface="Arial MT"/>
              </a:rPr>
              <a:t> </a:t>
            </a:r>
            <a:r>
              <a:rPr b="0" lang="en-GB" sz="1800" spc="-12" strike="noStrike">
                <a:solidFill>
                  <a:srgbClr val="000000"/>
                </a:solidFill>
                <a:latin typeface="Arial MT"/>
              </a:rPr>
              <a:t>makes </a:t>
            </a:r>
            <a:r>
              <a:rPr b="0" lang="en-GB" sz="1800" spc="-1" strike="noStrike">
                <a:solidFill>
                  <a:srgbClr val="000000"/>
                </a:solidFill>
                <a:latin typeface="Arial MT"/>
              </a:rPr>
              <a:t>predictions</a:t>
            </a:r>
            <a:r>
              <a:rPr b="0" lang="en-GB" sz="1800" spc="-26" strike="noStrike">
                <a:solidFill>
                  <a:srgbClr val="000000"/>
                </a:solidFill>
                <a:latin typeface="Arial MT"/>
              </a:rPr>
              <a:t> </a:t>
            </a:r>
            <a:r>
              <a:rPr b="0" lang="en-GB" sz="1800" spc="-1" strike="noStrike">
                <a:solidFill>
                  <a:srgbClr val="000000"/>
                </a:solidFill>
                <a:latin typeface="Arial MT"/>
              </a:rPr>
              <a:t>in</a:t>
            </a:r>
            <a:r>
              <a:rPr b="0" lang="en-GB" sz="1800" spc="-21" strike="noStrike">
                <a:solidFill>
                  <a:srgbClr val="000000"/>
                </a:solidFill>
                <a:latin typeface="Arial MT"/>
              </a:rPr>
              <a:t> </a:t>
            </a:r>
            <a:r>
              <a:rPr b="0" lang="en-GB" sz="1800" spc="-1" strike="noStrike">
                <a:solidFill>
                  <a:srgbClr val="000000"/>
                </a:solidFill>
                <a:latin typeface="Arial MT"/>
              </a:rPr>
              <a:t>a</a:t>
            </a:r>
            <a:r>
              <a:rPr b="0" lang="en-GB" sz="1800" spc="-26" strike="noStrike">
                <a:solidFill>
                  <a:srgbClr val="000000"/>
                </a:solidFill>
                <a:latin typeface="Arial MT"/>
              </a:rPr>
              <a:t> </a:t>
            </a:r>
            <a:r>
              <a:rPr b="0" lang="en-GB" sz="1800" spc="-1" strike="noStrike">
                <a:solidFill>
                  <a:srgbClr val="000000"/>
                </a:solidFill>
                <a:latin typeface="Arial MT"/>
              </a:rPr>
              <a:t>method</a:t>
            </a:r>
            <a:r>
              <a:rPr b="0" lang="en-GB" sz="1800" spc="-21" strike="noStrike">
                <a:solidFill>
                  <a:srgbClr val="000000"/>
                </a:solidFill>
                <a:latin typeface="Arial MT"/>
              </a:rPr>
              <a:t> </a:t>
            </a:r>
            <a:r>
              <a:rPr b="0" lang="en-GB" sz="1800" spc="-1" strike="noStrike">
                <a:solidFill>
                  <a:srgbClr val="000000"/>
                </a:solidFill>
                <a:latin typeface="Arial MT"/>
              </a:rPr>
              <a:t>similar</a:t>
            </a:r>
            <a:r>
              <a:rPr b="0" lang="en-GB" sz="1800" spc="-21" strike="noStrike">
                <a:solidFill>
                  <a:srgbClr val="000000"/>
                </a:solidFill>
                <a:latin typeface="Arial MT"/>
              </a:rPr>
              <a:t> </a:t>
            </a:r>
            <a:r>
              <a:rPr b="0" lang="en-GB" sz="1800" spc="-1" strike="noStrike">
                <a:solidFill>
                  <a:srgbClr val="000000"/>
                </a:solidFill>
                <a:latin typeface="Arial MT"/>
              </a:rPr>
              <a:t>to</a:t>
            </a:r>
            <a:r>
              <a:rPr b="0" lang="en-GB" sz="1800" spc="-26" strike="noStrike">
                <a:solidFill>
                  <a:srgbClr val="000000"/>
                </a:solidFill>
                <a:latin typeface="Arial MT"/>
              </a:rPr>
              <a:t> </a:t>
            </a:r>
            <a:r>
              <a:rPr b="0" lang="en-GB" sz="1800" spc="-1" strike="noStrike">
                <a:solidFill>
                  <a:srgbClr val="000000"/>
                </a:solidFill>
                <a:latin typeface="Arial MT"/>
              </a:rPr>
              <a:t>that</a:t>
            </a:r>
            <a:r>
              <a:rPr b="0" lang="en-GB" sz="1800" spc="-21" strike="noStrike">
                <a:solidFill>
                  <a:srgbClr val="000000"/>
                </a:solidFill>
                <a:latin typeface="Arial MT"/>
              </a:rPr>
              <a:t> </a:t>
            </a:r>
            <a:r>
              <a:rPr b="0" lang="en-GB" sz="1800" spc="-1" strike="noStrike">
                <a:solidFill>
                  <a:srgbClr val="000000"/>
                </a:solidFill>
                <a:latin typeface="Arial MT"/>
              </a:rPr>
              <a:t>of</a:t>
            </a:r>
            <a:r>
              <a:rPr b="0" lang="en-GB" sz="1800" spc="-26"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random</a:t>
            </a:r>
            <a:r>
              <a:rPr b="0" lang="en-GB" sz="1800" spc="-21" strike="noStrike">
                <a:solidFill>
                  <a:srgbClr val="000000"/>
                </a:solidFill>
                <a:latin typeface="Arial MT"/>
              </a:rPr>
              <a:t> </a:t>
            </a:r>
            <a:r>
              <a:rPr b="0" lang="en-GB" sz="1800" spc="-1" strike="noStrike">
                <a:solidFill>
                  <a:srgbClr val="000000"/>
                </a:solidFill>
                <a:latin typeface="Arial MT"/>
              </a:rPr>
              <a:t>forest</a:t>
            </a:r>
            <a:r>
              <a:rPr b="0" lang="en-GB" sz="1800" spc="-26" strike="noStrike">
                <a:solidFill>
                  <a:srgbClr val="000000"/>
                </a:solidFill>
                <a:latin typeface="Arial MT"/>
              </a:rPr>
              <a:t> </a:t>
            </a:r>
            <a:r>
              <a:rPr b="0" lang="en-GB" sz="1800" spc="-1" strike="noStrike">
                <a:solidFill>
                  <a:srgbClr val="000000"/>
                </a:solidFill>
                <a:latin typeface="Arial MT"/>
              </a:rPr>
              <a:t>classifier,</a:t>
            </a:r>
            <a:r>
              <a:rPr b="0" lang="en-GB" sz="1800" spc="-21" strike="noStrike">
                <a:solidFill>
                  <a:srgbClr val="000000"/>
                </a:solidFill>
                <a:latin typeface="Arial MT"/>
              </a:rPr>
              <a:t> </a:t>
            </a:r>
            <a:r>
              <a:rPr b="0" lang="en-GB" sz="1800" spc="-1" strike="noStrike">
                <a:solidFill>
                  <a:srgbClr val="000000"/>
                </a:solidFill>
                <a:latin typeface="Arial MT"/>
              </a:rPr>
              <a:t>as</a:t>
            </a:r>
            <a:r>
              <a:rPr b="0" lang="en-GB" sz="1800" spc="-26" strike="noStrike">
                <a:solidFill>
                  <a:srgbClr val="000000"/>
                </a:solidFill>
                <a:latin typeface="Arial MT"/>
              </a:rPr>
              <a:t> </a:t>
            </a:r>
            <a:r>
              <a:rPr b="0" lang="en-GB" sz="1800" spc="-1" strike="noStrike">
                <a:solidFill>
                  <a:srgbClr val="000000"/>
                </a:solidFill>
                <a:latin typeface="Arial MT"/>
              </a:rPr>
              <a:t>illustrated</a:t>
            </a:r>
            <a:r>
              <a:rPr b="0" lang="en-GB" sz="1800" spc="-21" strike="noStrike">
                <a:solidFill>
                  <a:srgbClr val="000000"/>
                </a:solidFill>
                <a:latin typeface="Arial MT"/>
              </a:rPr>
              <a:t> </a:t>
            </a:r>
            <a:r>
              <a:rPr b="0" lang="en-GB" sz="1800" spc="-1" strike="noStrike">
                <a:solidFill>
                  <a:srgbClr val="000000"/>
                </a:solidFill>
                <a:latin typeface="Arial MT"/>
              </a:rPr>
              <a:t>by</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following</a:t>
            </a:r>
            <a:r>
              <a:rPr b="0" lang="en-GB" sz="1800" spc="29" strike="noStrike">
                <a:solidFill>
                  <a:srgbClr val="000000"/>
                </a:solidFill>
                <a:latin typeface="Arial MT"/>
              </a:rPr>
              <a:t> </a:t>
            </a:r>
            <a:r>
              <a:rPr b="0" lang="en-GB" sz="1800" spc="-12" strike="noStrike">
                <a:solidFill>
                  <a:srgbClr val="000000"/>
                </a:solidFill>
                <a:latin typeface="Arial MT"/>
              </a:rPr>
              <a:t>diagram:</a:t>
            </a:r>
            <a:endParaRPr b="0" lang="en-GB" sz="1800" spc="-1" strike="noStrike">
              <a:solidFill>
                <a:srgbClr val="000000"/>
              </a:solidFill>
              <a:latin typeface="Arial"/>
            </a:endParaRPr>
          </a:p>
        </p:txBody>
      </p:sp>
      <p:pic>
        <p:nvPicPr>
          <p:cNvPr id="154" name="object 4" descr=""/>
          <p:cNvPicPr/>
          <p:nvPr/>
        </p:nvPicPr>
        <p:blipFill>
          <a:blip r:embed="rId1"/>
          <a:stretch/>
        </p:blipFill>
        <p:spPr>
          <a:xfrm>
            <a:off x="2367360" y="1787040"/>
            <a:ext cx="6129000" cy="3376800"/>
          </a:xfrm>
          <a:prstGeom prst="rect">
            <a:avLst/>
          </a:prstGeom>
          <a:ln w="0">
            <a:noFill/>
          </a:ln>
        </p:spPr>
      </p:pic>
      <p:sp>
        <p:nvSpPr>
          <p:cNvPr id="155" name="object 5"/>
          <p:cNvSpPr/>
          <p:nvPr/>
        </p:nvSpPr>
        <p:spPr>
          <a:xfrm>
            <a:off x="808200" y="5592960"/>
            <a:ext cx="9252000" cy="83520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only</a:t>
            </a:r>
            <a:r>
              <a:rPr b="0" lang="en-GB" sz="1800" spc="-21" strike="noStrike">
                <a:solidFill>
                  <a:srgbClr val="000000"/>
                </a:solidFill>
                <a:latin typeface="Arial MT"/>
              </a:rPr>
              <a:t> </a:t>
            </a:r>
            <a:r>
              <a:rPr b="0" lang="en-GB" sz="1800" spc="-1" strike="noStrike">
                <a:solidFill>
                  <a:srgbClr val="000000"/>
                </a:solidFill>
                <a:latin typeface="Arial MT"/>
              </a:rPr>
              <a:t>difference</a:t>
            </a:r>
            <a:r>
              <a:rPr b="0" lang="en-GB" sz="1800" spc="-21" strike="noStrike">
                <a:solidFill>
                  <a:srgbClr val="000000"/>
                </a:solidFill>
                <a:latin typeface="Arial MT"/>
              </a:rPr>
              <a:t> </a:t>
            </a:r>
            <a:r>
              <a:rPr b="0" lang="en-GB" sz="1800" spc="-1" strike="noStrike">
                <a:solidFill>
                  <a:srgbClr val="000000"/>
                </a:solidFill>
                <a:latin typeface="Arial MT"/>
              </a:rPr>
              <a:t>between</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random</a:t>
            </a:r>
            <a:r>
              <a:rPr b="0" lang="en-GB" sz="1800" spc="-21" strike="noStrike">
                <a:solidFill>
                  <a:srgbClr val="000000"/>
                </a:solidFill>
                <a:latin typeface="Arial MT"/>
              </a:rPr>
              <a:t> </a:t>
            </a:r>
            <a:r>
              <a:rPr b="0" lang="en-GB" sz="1800" spc="-1" strike="noStrike">
                <a:solidFill>
                  <a:srgbClr val="000000"/>
                </a:solidFill>
                <a:latin typeface="Arial MT"/>
              </a:rPr>
              <a:t>forest</a:t>
            </a:r>
            <a:r>
              <a:rPr b="0" lang="en-GB" sz="1800" spc="-21" strike="noStrike">
                <a:solidFill>
                  <a:srgbClr val="000000"/>
                </a:solidFill>
                <a:latin typeface="Arial MT"/>
              </a:rPr>
              <a:t> </a:t>
            </a:r>
            <a:r>
              <a:rPr b="0" lang="en-GB" sz="1800" spc="-1" strike="noStrike">
                <a:solidFill>
                  <a:srgbClr val="000000"/>
                </a:solidFill>
                <a:latin typeface="Arial MT"/>
              </a:rPr>
              <a:t>classifier</a:t>
            </a:r>
            <a:r>
              <a:rPr b="0" lang="en-GB" sz="1800" spc="-21" strike="noStrike">
                <a:solidFill>
                  <a:srgbClr val="000000"/>
                </a:solidFill>
                <a:latin typeface="Arial MT"/>
              </a:rPr>
              <a:t> </a:t>
            </a:r>
            <a:r>
              <a:rPr b="0" lang="en-GB" sz="1800" spc="-1" strike="noStrike">
                <a:solidFill>
                  <a:srgbClr val="000000"/>
                </a:solidFill>
                <a:latin typeface="Arial MT"/>
              </a:rPr>
              <a:t>and</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random</a:t>
            </a:r>
            <a:r>
              <a:rPr b="0" lang="en-GB" sz="1800" spc="-21" strike="noStrike">
                <a:solidFill>
                  <a:srgbClr val="000000"/>
                </a:solidFill>
                <a:latin typeface="Arial MT"/>
              </a:rPr>
              <a:t> </a:t>
            </a:r>
            <a:r>
              <a:rPr b="0" lang="en-GB" sz="1800" spc="-1" strike="noStrike">
                <a:solidFill>
                  <a:srgbClr val="000000"/>
                </a:solidFill>
                <a:latin typeface="Arial MT"/>
              </a:rPr>
              <a:t>forest</a:t>
            </a:r>
            <a:r>
              <a:rPr b="0" lang="en-GB" sz="1800" spc="-21" strike="noStrike">
                <a:solidFill>
                  <a:srgbClr val="000000"/>
                </a:solidFill>
                <a:latin typeface="Arial MT"/>
              </a:rPr>
              <a:t> </a:t>
            </a:r>
            <a:r>
              <a:rPr b="0" lang="en-GB" sz="1800" spc="-1" strike="noStrike">
                <a:solidFill>
                  <a:srgbClr val="000000"/>
                </a:solidFill>
                <a:latin typeface="Arial MT"/>
              </a:rPr>
              <a:t>regressor</a:t>
            </a:r>
            <a:r>
              <a:rPr b="0" lang="en-GB" sz="1800" spc="-21" strike="noStrike">
                <a:solidFill>
                  <a:srgbClr val="000000"/>
                </a:solidFill>
                <a:latin typeface="Arial MT"/>
              </a:rPr>
              <a:t> </a:t>
            </a:r>
            <a:r>
              <a:rPr b="0" lang="en-GB" sz="1800" spc="-26" strike="noStrike">
                <a:solidFill>
                  <a:srgbClr val="000000"/>
                </a:solidFill>
                <a:latin typeface="Arial MT"/>
              </a:rPr>
              <a:t>is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fact</a:t>
            </a:r>
            <a:r>
              <a:rPr b="0" lang="en-GB" sz="1800" spc="-21" strike="noStrike">
                <a:solidFill>
                  <a:srgbClr val="000000"/>
                </a:solidFill>
                <a:latin typeface="Arial MT"/>
              </a:rPr>
              <a:t> </a:t>
            </a:r>
            <a:r>
              <a:rPr b="0" lang="en-GB" sz="1800" spc="-1" strike="noStrike">
                <a:solidFill>
                  <a:srgbClr val="000000"/>
                </a:solidFill>
                <a:latin typeface="Arial MT"/>
              </a:rPr>
              <a:t>that,</a:t>
            </a:r>
            <a:r>
              <a:rPr b="0" lang="en-GB" sz="1800" spc="-21" strike="noStrike">
                <a:solidFill>
                  <a:srgbClr val="000000"/>
                </a:solidFill>
                <a:latin typeface="Arial MT"/>
              </a:rPr>
              <a:t> </a:t>
            </a:r>
            <a:r>
              <a:rPr b="0" lang="en-GB" sz="1800" spc="-1" strike="noStrike">
                <a:solidFill>
                  <a:srgbClr val="000000"/>
                </a:solidFill>
                <a:latin typeface="Arial MT"/>
              </a:rPr>
              <a:t>in</a:t>
            </a:r>
            <a:r>
              <a:rPr b="0" lang="en-GB" sz="1800" spc="-26"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case</a:t>
            </a:r>
            <a:r>
              <a:rPr b="0" lang="en-GB" sz="1800" spc="-21" strike="noStrike">
                <a:solidFill>
                  <a:srgbClr val="000000"/>
                </a:solidFill>
                <a:latin typeface="Arial MT"/>
              </a:rPr>
              <a:t> </a:t>
            </a:r>
            <a:r>
              <a:rPr b="0" lang="en-GB" sz="1800" spc="-1" strike="noStrike">
                <a:solidFill>
                  <a:srgbClr val="000000"/>
                </a:solidFill>
                <a:latin typeface="Arial MT"/>
              </a:rPr>
              <a:t>of</a:t>
            </a:r>
            <a:r>
              <a:rPr b="0" lang="en-GB" sz="1800" spc="-26"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latter,</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base</a:t>
            </a:r>
            <a:r>
              <a:rPr b="0" lang="en-GB" sz="1800" spc="-21" strike="noStrike">
                <a:solidFill>
                  <a:srgbClr val="000000"/>
                </a:solidFill>
                <a:latin typeface="Arial MT"/>
              </a:rPr>
              <a:t> </a:t>
            </a:r>
            <a:r>
              <a:rPr b="0" lang="en-GB" sz="1800" spc="-1" strike="noStrike">
                <a:solidFill>
                  <a:srgbClr val="000000"/>
                </a:solidFill>
                <a:latin typeface="Arial MT"/>
              </a:rPr>
              <a:t>estimator</a:t>
            </a:r>
            <a:r>
              <a:rPr b="0" lang="en-GB" sz="1800" spc="-21" strike="noStrike">
                <a:solidFill>
                  <a:srgbClr val="000000"/>
                </a:solidFill>
                <a:latin typeface="Arial MT"/>
              </a:rPr>
              <a:t> </a:t>
            </a:r>
            <a:r>
              <a:rPr b="0" lang="en-GB" sz="1800" spc="-1" strike="noStrike">
                <a:solidFill>
                  <a:srgbClr val="000000"/>
                </a:solidFill>
                <a:latin typeface="Arial MT"/>
              </a:rPr>
              <a:t>is</a:t>
            </a:r>
            <a:r>
              <a:rPr b="0" lang="en-GB" sz="1800" spc="-26" strike="noStrike">
                <a:solidFill>
                  <a:srgbClr val="000000"/>
                </a:solidFill>
                <a:latin typeface="Arial MT"/>
              </a:rPr>
              <a:t> </a:t>
            </a:r>
            <a:r>
              <a:rPr b="0" lang="en-GB" sz="1800" spc="-1" strike="noStrike">
                <a:solidFill>
                  <a:srgbClr val="000000"/>
                </a:solidFill>
                <a:latin typeface="Arial MT"/>
              </a:rPr>
              <a:t>a</a:t>
            </a:r>
            <a:r>
              <a:rPr b="0" lang="en-GB" sz="1800" spc="-21" strike="noStrike">
                <a:solidFill>
                  <a:srgbClr val="000000"/>
                </a:solidFill>
                <a:latin typeface="Arial MT"/>
              </a:rPr>
              <a:t> </a:t>
            </a:r>
            <a:r>
              <a:rPr b="0" lang="en-GB" sz="1800" spc="-1" strike="noStrike">
                <a:solidFill>
                  <a:srgbClr val="000000"/>
                </a:solidFill>
                <a:latin typeface="Arial MT"/>
              </a:rPr>
              <a:t>decision</a:t>
            </a:r>
            <a:r>
              <a:rPr b="0" lang="en-GB" sz="1800" spc="-21" strike="noStrike">
                <a:solidFill>
                  <a:srgbClr val="000000"/>
                </a:solidFill>
                <a:latin typeface="Arial MT"/>
              </a:rPr>
              <a:t> </a:t>
            </a:r>
            <a:r>
              <a:rPr b="0" lang="en-GB" sz="1800" spc="-1" strike="noStrike">
                <a:solidFill>
                  <a:srgbClr val="000000"/>
                </a:solidFill>
                <a:latin typeface="Arial MT"/>
              </a:rPr>
              <a:t>tree</a:t>
            </a:r>
            <a:r>
              <a:rPr b="0" lang="en-GB" sz="1800" spc="-21" strike="noStrike">
                <a:solidFill>
                  <a:srgbClr val="000000"/>
                </a:solidFill>
                <a:latin typeface="Arial MT"/>
              </a:rPr>
              <a:t> </a:t>
            </a:r>
            <a:r>
              <a:rPr b="0" lang="en-GB" sz="1800" spc="-12" strike="noStrike">
                <a:solidFill>
                  <a:srgbClr val="000000"/>
                </a:solidFill>
                <a:latin typeface="Arial MT"/>
              </a:rPr>
              <a:t>regressor.</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138960" y="270720"/>
            <a:ext cx="2543760" cy="115740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n-GB" sz="1800" spc="-1" strike="noStrike">
                <a:solidFill>
                  <a:schemeClr val="dk1"/>
                </a:solidFill>
                <a:latin typeface="Calibri"/>
              </a:rPr>
              <a:t>The</a:t>
            </a:r>
            <a:r>
              <a:rPr b="1" lang="en-GB" sz="1800" spc="-46" strike="noStrike">
                <a:solidFill>
                  <a:schemeClr val="dk1"/>
                </a:solidFill>
                <a:latin typeface="Calibri"/>
              </a:rPr>
              <a:t> </a:t>
            </a:r>
            <a:r>
              <a:rPr b="1" lang="en-GB" sz="1800" spc="-12" strike="noStrike">
                <a:solidFill>
                  <a:schemeClr val="dk1"/>
                </a:solidFill>
                <a:latin typeface="Calibri"/>
              </a:rPr>
              <a:t>Gradient</a:t>
            </a:r>
            <a:r>
              <a:rPr b="1" lang="en-GB" sz="1800" spc="-46" strike="noStrike">
                <a:solidFill>
                  <a:schemeClr val="dk1"/>
                </a:solidFill>
                <a:latin typeface="Calibri"/>
              </a:rPr>
              <a:t> </a:t>
            </a:r>
            <a:r>
              <a:rPr b="1" lang="en-GB" sz="1800" spc="-1" strike="noStrike">
                <a:solidFill>
                  <a:schemeClr val="dk1"/>
                </a:solidFill>
                <a:latin typeface="Calibri"/>
              </a:rPr>
              <a:t>Boosted</a:t>
            </a:r>
            <a:r>
              <a:rPr b="1" lang="en-GB" sz="1800" spc="-46" strike="noStrike">
                <a:solidFill>
                  <a:schemeClr val="dk1"/>
                </a:solidFill>
                <a:latin typeface="Calibri"/>
              </a:rPr>
              <a:t> </a:t>
            </a:r>
            <a:r>
              <a:rPr b="1" lang="en-GB" sz="1800" spc="-21" strike="noStrike">
                <a:solidFill>
                  <a:schemeClr val="dk1"/>
                </a:solidFill>
                <a:latin typeface="Calibri"/>
              </a:rPr>
              <a:t>Tree</a:t>
            </a:r>
            <a:endParaRPr b="0" lang="en-GB" sz="1800" spc="-1" strike="noStrike">
              <a:solidFill>
                <a:srgbClr val="000000"/>
              </a:solidFill>
              <a:latin typeface="Arial"/>
            </a:endParaRPr>
          </a:p>
        </p:txBody>
      </p:sp>
      <p:sp>
        <p:nvSpPr>
          <p:cNvPr id="157" name="object 3"/>
          <p:cNvSpPr/>
          <p:nvPr/>
        </p:nvSpPr>
        <p:spPr>
          <a:xfrm>
            <a:off x="138960" y="4111200"/>
            <a:ext cx="4126680" cy="56088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Arial MT"/>
              </a:rPr>
              <a:t>the</a:t>
            </a:r>
            <a:r>
              <a:rPr b="0" lang="en-GB" sz="1800" spc="-35" strike="noStrike">
                <a:solidFill>
                  <a:srgbClr val="000000"/>
                </a:solidFill>
                <a:latin typeface="Arial MT"/>
              </a:rPr>
              <a:t> </a:t>
            </a:r>
            <a:r>
              <a:rPr b="0" lang="en-GB" sz="1800" spc="-1" strike="noStrike">
                <a:solidFill>
                  <a:srgbClr val="000000"/>
                </a:solidFill>
                <a:latin typeface="Arial MT"/>
              </a:rPr>
              <a:t>predicted</a:t>
            </a:r>
            <a:r>
              <a:rPr b="0" lang="en-GB" sz="1800" spc="-26" strike="noStrike">
                <a:solidFill>
                  <a:srgbClr val="000000"/>
                </a:solidFill>
                <a:latin typeface="Arial MT"/>
              </a:rPr>
              <a:t> </a:t>
            </a:r>
            <a:r>
              <a:rPr b="0" lang="en-GB" sz="1800" spc="-1" strike="noStrike">
                <a:solidFill>
                  <a:srgbClr val="000000"/>
                </a:solidFill>
                <a:latin typeface="Arial MT"/>
              </a:rPr>
              <a:t>value</a:t>
            </a:r>
            <a:r>
              <a:rPr b="0" lang="en-GB" sz="1800" spc="-26" strike="noStrike">
                <a:solidFill>
                  <a:srgbClr val="000000"/>
                </a:solidFill>
                <a:latin typeface="Arial MT"/>
              </a:rPr>
              <a:t> </a:t>
            </a:r>
            <a:r>
              <a:rPr b="0" lang="en-GB" sz="1800" spc="-1" strike="noStrike">
                <a:solidFill>
                  <a:srgbClr val="000000"/>
                </a:solidFill>
                <a:latin typeface="Arial MT"/>
              </a:rPr>
              <a:t>and</a:t>
            </a:r>
            <a:r>
              <a:rPr b="0" lang="en-GB" sz="1800" spc="-26"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actual</a:t>
            </a:r>
            <a:r>
              <a:rPr b="0" lang="en-GB" sz="1800" spc="-21" strike="noStrike">
                <a:solidFill>
                  <a:srgbClr val="000000"/>
                </a:solidFill>
                <a:latin typeface="Arial MT"/>
              </a:rPr>
              <a:t> </a:t>
            </a:r>
            <a:r>
              <a:rPr b="0" lang="en-GB" sz="1800" spc="-12" strike="noStrike">
                <a:solidFill>
                  <a:srgbClr val="000000"/>
                </a:solidFill>
                <a:latin typeface="Arial MT"/>
              </a:rPr>
              <a:t>value.</a:t>
            </a:r>
            <a:endParaRPr b="0" lang="en-GB" sz="1800" spc="-1" strike="noStrike">
              <a:solidFill>
                <a:srgbClr val="000000"/>
              </a:solidFill>
              <a:latin typeface="Arial"/>
            </a:endParaRPr>
          </a:p>
        </p:txBody>
      </p:sp>
      <p:sp>
        <p:nvSpPr>
          <p:cNvPr id="158" name="object 4"/>
          <p:cNvSpPr/>
          <p:nvPr/>
        </p:nvSpPr>
        <p:spPr>
          <a:xfrm>
            <a:off x="-34560" y="4385520"/>
            <a:ext cx="5353560" cy="56088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Calibri"/>
              </a:rPr>
              <a:t>4.</a:t>
            </a:r>
            <a:r>
              <a:rPr b="0" lang="en-GB" sz="1800" spc="-1" strike="noStrike">
                <a:solidFill>
                  <a:srgbClr val="000000"/>
                </a:solidFill>
                <a:latin typeface="Arial MT"/>
              </a:rPr>
              <a:t>The</a:t>
            </a:r>
            <a:r>
              <a:rPr b="0" lang="en-GB" sz="1800" spc="-35" strike="noStrike">
                <a:solidFill>
                  <a:srgbClr val="000000"/>
                </a:solidFill>
                <a:latin typeface="Arial MT"/>
              </a:rPr>
              <a:t> </a:t>
            </a:r>
            <a:r>
              <a:rPr b="0" lang="en-GB" sz="1800" spc="-1" strike="noStrike">
                <a:solidFill>
                  <a:srgbClr val="000000"/>
                </a:solidFill>
                <a:latin typeface="Arial MT"/>
              </a:rPr>
              <a:t>second</a:t>
            </a:r>
            <a:r>
              <a:rPr b="0" lang="en-GB" sz="1800" spc="-21" strike="noStrike">
                <a:solidFill>
                  <a:srgbClr val="000000"/>
                </a:solidFill>
                <a:latin typeface="Arial MT"/>
              </a:rPr>
              <a:t> </a:t>
            </a:r>
            <a:r>
              <a:rPr b="0" lang="en-GB" sz="1800" spc="-1" strike="noStrike">
                <a:solidFill>
                  <a:srgbClr val="000000"/>
                </a:solidFill>
                <a:latin typeface="Arial MT"/>
              </a:rPr>
              <a:t>tree</a:t>
            </a:r>
            <a:r>
              <a:rPr b="0" lang="en-GB" sz="1800" spc="-21" strike="noStrike">
                <a:solidFill>
                  <a:srgbClr val="000000"/>
                </a:solidFill>
                <a:latin typeface="Arial MT"/>
              </a:rPr>
              <a:t> </a:t>
            </a:r>
            <a:r>
              <a:rPr b="0" lang="en-GB" sz="1800" spc="-1" strike="noStrike">
                <a:solidFill>
                  <a:srgbClr val="000000"/>
                </a:solidFill>
                <a:latin typeface="Arial MT"/>
              </a:rPr>
              <a:t>is</a:t>
            </a:r>
            <a:r>
              <a:rPr b="0" lang="en-GB" sz="1800" spc="-21" strike="noStrike">
                <a:solidFill>
                  <a:srgbClr val="000000"/>
                </a:solidFill>
                <a:latin typeface="Arial MT"/>
              </a:rPr>
              <a:t> </a:t>
            </a:r>
            <a:r>
              <a:rPr b="0" lang="en-GB" sz="1800" spc="-1" strike="noStrike">
                <a:solidFill>
                  <a:srgbClr val="000000"/>
                </a:solidFill>
                <a:latin typeface="Arial MT"/>
              </a:rPr>
              <a:t>now</a:t>
            </a:r>
            <a:r>
              <a:rPr b="0" lang="en-GB" sz="1800" spc="-26" strike="noStrike">
                <a:solidFill>
                  <a:srgbClr val="000000"/>
                </a:solidFill>
                <a:latin typeface="Arial MT"/>
              </a:rPr>
              <a:t> </a:t>
            </a:r>
            <a:r>
              <a:rPr b="0" lang="en-GB" sz="1800" spc="-1" strike="noStrike">
                <a:solidFill>
                  <a:srgbClr val="000000"/>
                </a:solidFill>
                <a:latin typeface="Arial MT"/>
              </a:rPr>
              <a:t>trained,</a:t>
            </a:r>
            <a:r>
              <a:rPr b="0" lang="en-GB" sz="1800" spc="-21" strike="noStrike">
                <a:solidFill>
                  <a:srgbClr val="000000"/>
                </a:solidFill>
                <a:latin typeface="Arial MT"/>
              </a:rPr>
              <a:t> </a:t>
            </a:r>
            <a:r>
              <a:rPr b="0" lang="en-GB" sz="1800" spc="-1" strike="noStrike">
                <a:solidFill>
                  <a:srgbClr val="000000"/>
                </a:solidFill>
                <a:latin typeface="Arial MT"/>
              </a:rPr>
              <a:t>using</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2" strike="noStrike">
                <a:solidFill>
                  <a:srgbClr val="000000"/>
                </a:solidFill>
                <a:latin typeface="Arial MT"/>
              </a:rPr>
              <a:t>residuals</a:t>
            </a:r>
            <a:endParaRPr b="0" lang="en-GB" sz="1800" spc="-1" strike="noStrike">
              <a:solidFill>
                <a:srgbClr val="000000"/>
              </a:solidFill>
              <a:latin typeface="Arial"/>
            </a:endParaRPr>
          </a:p>
        </p:txBody>
      </p:sp>
      <p:sp>
        <p:nvSpPr>
          <p:cNvPr id="159" name="object 5"/>
          <p:cNvSpPr/>
          <p:nvPr/>
        </p:nvSpPr>
        <p:spPr>
          <a:xfrm>
            <a:off x="138960" y="4659840"/>
            <a:ext cx="1357560" cy="56088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Arial MT"/>
              </a:rPr>
              <a:t>as</a:t>
            </a:r>
            <a:r>
              <a:rPr b="0" lang="en-GB" sz="1800" spc="-12" strike="noStrike">
                <a:solidFill>
                  <a:srgbClr val="000000"/>
                </a:solidFill>
                <a:latin typeface="Arial MT"/>
              </a:rPr>
              <a:t> </a:t>
            </a:r>
            <a:r>
              <a:rPr b="0" lang="en-GB" sz="1800" spc="-1" strike="noStrike">
                <a:solidFill>
                  <a:srgbClr val="000000"/>
                </a:solidFill>
                <a:latin typeface="Arial MT"/>
              </a:rPr>
              <a:t>the</a:t>
            </a:r>
            <a:r>
              <a:rPr b="0" lang="en-GB" sz="1800" spc="-12" strike="noStrike">
                <a:solidFill>
                  <a:srgbClr val="000000"/>
                </a:solidFill>
                <a:latin typeface="Arial MT"/>
              </a:rPr>
              <a:t> target.</a:t>
            </a:r>
            <a:endParaRPr b="0" lang="en-GB" sz="1800" spc="-1" strike="noStrike">
              <a:solidFill>
                <a:srgbClr val="000000"/>
              </a:solidFill>
              <a:latin typeface="Arial"/>
            </a:endParaRPr>
          </a:p>
        </p:txBody>
      </p:sp>
      <p:sp>
        <p:nvSpPr>
          <p:cNvPr id="160" name="object 6"/>
          <p:cNvSpPr/>
          <p:nvPr/>
        </p:nvSpPr>
        <p:spPr>
          <a:xfrm>
            <a:off x="-34560" y="4934160"/>
            <a:ext cx="5175000" cy="56088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Calibri"/>
              </a:rPr>
              <a:t>5.</a:t>
            </a:r>
            <a:r>
              <a:rPr b="0" lang="en-GB" sz="1800" spc="-1" strike="noStrike">
                <a:solidFill>
                  <a:srgbClr val="000000"/>
                </a:solidFill>
                <a:latin typeface="Arial MT"/>
              </a:rPr>
              <a:t>This</a:t>
            </a:r>
            <a:r>
              <a:rPr b="0" lang="en-GB" sz="1800" spc="-32" strike="noStrike">
                <a:solidFill>
                  <a:srgbClr val="000000"/>
                </a:solidFill>
                <a:latin typeface="Arial MT"/>
              </a:rPr>
              <a:t> </a:t>
            </a:r>
            <a:r>
              <a:rPr b="0" lang="en-GB" sz="1800" spc="-1" strike="noStrike">
                <a:solidFill>
                  <a:srgbClr val="000000"/>
                </a:solidFill>
                <a:latin typeface="Arial MT"/>
              </a:rPr>
              <a:t>process</a:t>
            </a:r>
            <a:r>
              <a:rPr b="0" lang="en-GB" sz="1800" spc="-15" strike="noStrike">
                <a:solidFill>
                  <a:srgbClr val="000000"/>
                </a:solidFill>
                <a:latin typeface="Arial MT"/>
              </a:rPr>
              <a:t> </a:t>
            </a:r>
            <a:r>
              <a:rPr b="0" lang="en-GB" sz="1800" spc="-1" strike="noStrike">
                <a:solidFill>
                  <a:srgbClr val="000000"/>
                </a:solidFill>
                <a:latin typeface="Arial MT"/>
              </a:rPr>
              <a:t>of</a:t>
            </a:r>
            <a:r>
              <a:rPr b="0" lang="en-GB" sz="1800" spc="-15" strike="noStrike">
                <a:solidFill>
                  <a:srgbClr val="000000"/>
                </a:solidFill>
                <a:latin typeface="Arial MT"/>
              </a:rPr>
              <a:t> </a:t>
            </a:r>
            <a:r>
              <a:rPr b="0" lang="en-GB" sz="1800" spc="-1" strike="noStrike">
                <a:solidFill>
                  <a:srgbClr val="000000"/>
                </a:solidFill>
                <a:latin typeface="Arial MT"/>
              </a:rPr>
              <a:t>building</a:t>
            </a:r>
            <a:r>
              <a:rPr b="0" lang="en-GB" sz="1800" spc="-21" strike="noStrike">
                <a:solidFill>
                  <a:srgbClr val="000000"/>
                </a:solidFill>
                <a:latin typeface="Arial MT"/>
              </a:rPr>
              <a:t> </a:t>
            </a:r>
            <a:r>
              <a:rPr b="0" lang="en-GB" sz="1800" spc="-1" strike="noStrike">
                <a:solidFill>
                  <a:srgbClr val="000000"/>
                </a:solidFill>
                <a:latin typeface="Arial MT"/>
              </a:rPr>
              <a:t>multiple</a:t>
            </a:r>
            <a:r>
              <a:rPr b="0" lang="en-GB" sz="1800" spc="-15" strike="noStrike">
                <a:solidFill>
                  <a:srgbClr val="000000"/>
                </a:solidFill>
                <a:latin typeface="Arial MT"/>
              </a:rPr>
              <a:t> </a:t>
            </a:r>
            <a:r>
              <a:rPr b="0" lang="en-GB" sz="1800" spc="-1" strike="noStrike">
                <a:solidFill>
                  <a:srgbClr val="000000"/>
                </a:solidFill>
                <a:latin typeface="Arial MT"/>
              </a:rPr>
              <a:t>trees</a:t>
            </a:r>
            <a:r>
              <a:rPr b="0" lang="en-GB" sz="1800" spc="-15" strike="noStrike">
                <a:solidFill>
                  <a:srgbClr val="000000"/>
                </a:solidFill>
                <a:latin typeface="Arial MT"/>
              </a:rPr>
              <a:t> </a:t>
            </a:r>
            <a:r>
              <a:rPr b="0" lang="en-GB" sz="1800" spc="-1" strike="noStrike">
                <a:solidFill>
                  <a:srgbClr val="000000"/>
                </a:solidFill>
                <a:latin typeface="Arial MT"/>
              </a:rPr>
              <a:t>is</a:t>
            </a:r>
            <a:r>
              <a:rPr b="0" lang="en-GB" sz="1800" spc="-15" strike="noStrike">
                <a:solidFill>
                  <a:srgbClr val="000000"/>
                </a:solidFill>
                <a:latin typeface="Arial MT"/>
              </a:rPr>
              <a:t> </a:t>
            </a:r>
            <a:r>
              <a:rPr b="0" lang="en-GB" sz="1800" spc="-12" strike="noStrike">
                <a:solidFill>
                  <a:srgbClr val="000000"/>
                </a:solidFill>
                <a:latin typeface="Arial MT"/>
              </a:rPr>
              <a:t>iterative,</a:t>
            </a:r>
            <a:endParaRPr b="0" lang="en-GB" sz="1800" spc="-1" strike="noStrike">
              <a:solidFill>
                <a:srgbClr val="000000"/>
              </a:solidFill>
              <a:latin typeface="Arial"/>
            </a:endParaRPr>
          </a:p>
        </p:txBody>
      </p:sp>
      <p:sp>
        <p:nvSpPr>
          <p:cNvPr id="161" name="object 7"/>
          <p:cNvSpPr/>
          <p:nvPr/>
        </p:nvSpPr>
        <p:spPr>
          <a:xfrm>
            <a:off x="138960" y="5208480"/>
            <a:ext cx="5371920" cy="56088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Arial MT"/>
              </a:rPr>
              <a:t>and</a:t>
            </a:r>
            <a:r>
              <a:rPr b="0" lang="en-GB" sz="1800" spc="-12" strike="noStrike">
                <a:solidFill>
                  <a:srgbClr val="000000"/>
                </a:solidFill>
                <a:latin typeface="Arial MT"/>
              </a:rPr>
              <a:t> </a:t>
            </a:r>
            <a:r>
              <a:rPr b="0" lang="en-GB" sz="1800" spc="-1" strike="noStrike">
                <a:solidFill>
                  <a:srgbClr val="000000"/>
                </a:solidFill>
                <a:latin typeface="Arial MT"/>
              </a:rPr>
              <a:t>continues</a:t>
            </a:r>
            <a:r>
              <a:rPr b="0" lang="en-GB" sz="1800" spc="-12" strike="noStrike">
                <a:solidFill>
                  <a:srgbClr val="000000"/>
                </a:solidFill>
                <a:latin typeface="Arial MT"/>
              </a:rPr>
              <a:t> </a:t>
            </a:r>
            <a:r>
              <a:rPr b="0" lang="en-GB" sz="1800" spc="-1" strike="noStrike">
                <a:solidFill>
                  <a:srgbClr val="000000"/>
                </a:solidFill>
                <a:latin typeface="Arial MT"/>
              </a:rPr>
              <a:t>for</a:t>
            </a:r>
            <a:r>
              <a:rPr b="0" lang="en-GB" sz="1800" spc="-12" strike="noStrike">
                <a:solidFill>
                  <a:srgbClr val="000000"/>
                </a:solidFill>
                <a:latin typeface="Arial MT"/>
              </a:rPr>
              <a:t> </a:t>
            </a:r>
            <a:r>
              <a:rPr b="0" lang="en-GB" sz="1800" spc="-1" strike="noStrike">
                <a:solidFill>
                  <a:srgbClr val="000000"/>
                </a:solidFill>
                <a:latin typeface="Arial MT"/>
              </a:rPr>
              <a:t>the</a:t>
            </a:r>
            <a:r>
              <a:rPr b="0" lang="en-GB" sz="1800" spc="-12" strike="noStrike">
                <a:solidFill>
                  <a:srgbClr val="000000"/>
                </a:solidFill>
                <a:latin typeface="Arial MT"/>
              </a:rPr>
              <a:t> </a:t>
            </a:r>
            <a:r>
              <a:rPr b="0" lang="en-GB" sz="1800" spc="-1" strike="noStrike">
                <a:solidFill>
                  <a:srgbClr val="000000"/>
                </a:solidFill>
                <a:latin typeface="Arial MT"/>
              </a:rPr>
              <a:t>number</a:t>
            </a:r>
            <a:r>
              <a:rPr b="0" lang="en-GB" sz="1800" spc="-12" strike="noStrike">
                <a:solidFill>
                  <a:srgbClr val="000000"/>
                </a:solidFill>
                <a:latin typeface="Arial MT"/>
              </a:rPr>
              <a:t> </a:t>
            </a:r>
            <a:r>
              <a:rPr b="0" lang="en-GB" sz="1800" spc="-1" strike="noStrike">
                <a:solidFill>
                  <a:srgbClr val="000000"/>
                </a:solidFill>
                <a:latin typeface="Arial MT"/>
              </a:rPr>
              <a:t>of</a:t>
            </a:r>
            <a:r>
              <a:rPr b="0" lang="en-GB" sz="1800" spc="-12" strike="noStrike">
                <a:solidFill>
                  <a:srgbClr val="000000"/>
                </a:solidFill>
                <a:latin typeface="Arial MT"/>
              </a:rPr>
              <a:t> </a:t>
            </a:r>
            <a:r>
              <a:rPr b="0" lang="en-GB" sz="1800" spc="-1" strike="noStrike">
                <a:solidFill>
                  <a:srgbClr val="000000"/>
                </a:solidFill>
                <a:latin typeface="Arial MT"/>
              </a:rPr>
              <a:t>base</a:t>
            </a:r>
            <a:r>
              <a:rPr b="0" lang="en-GB" sz="1800" spc="-12" strike="noStrike">
                <a:solidFill>
                  <a:srgbClr val="000000"/>
                </a:solidFill>
                <a:latin typeface="Arial MT"/>
              </a:rPr>
              <a:t> </a:t>
            </a:r>
            <a:r>
              <a:rPr b="0" lang="en-GB" sz="1800" spc="-1" strike="noStrike">
                <a:solidFill>
                  <a:srgbClr val="000000"/>
                </a:solidFill>
                <a:latin typeface="Arial MT"/>
              </a:rPr>
              <a:t>estimators</a:t>
            </a:r>
            <a:r>
              <a:rPr b="0" lang="en-GB" sz="1800" spc="-12" strike="noStrike">
                <a:solidFill>
                  <a:srgbClr val="000000"/>
                </a:solidFill>
                <a:latin typeface="Arial MT"/>
              </a:rPr>
              <a:t> </a:t>
            </a:r>
            <a:r>
              <a:rPr b="0" lang="en-GB" sz="1800" spc="-21" strike="noStrike">
                <a:solidFill>
                  <a:srgbClr val="000000"/>
                </a:solidFill>
                <a:latin typeface="Arial MT"/>
              </a:rPr>
              <a:t>that </a:t>
            </a:r>
            <a:r>
              <a:rPr b="0" lang="en-GB" sz="1800" spc="-1" strike="noStrike">
                <a:solidFill>
                  <a:srgbClr val="000000"/>
                </a:solidFill>
                <a:latin typeface="Arial MT"/>
              </a:rPr>
              <a:t>we</a:t>
            </a:r>
            <a:r>
              <a:rPr b="0" lang="en-GB" sz="1800" spc="-12" strike="noStrike">
                <a:solidFill>
                  <a:srgbClr val="000000"/>
                </a:solidFill>
                <a:latin typeface="Arial MT"/>
              </a:rPr>
              <a:t> have.</a:t>
            </a:r>
            <a:endParaRPr b="0" lang="en-GB" sz="1800" spc="-1" strike="noStrike">
              <a:solidFill>
                <a:srgbClr val="000000"/>
              </a:solidFill>
              <a:latin typeface="Arial"/>
            </a:endParaRPr>
          </a:p>
        </p:txBody>
      </p:sp>
      <p:sp>
        <p:nvSpPr>
          <p:cNvPr id="162" name="object 8"/>
          <p:cNvSpPr/>
          <p:nvPr/>
        </p:nvSpPr>
        <p:spPr>
          <a:xfrm>
            <a:off x="-34560" y="5757120"/>
            <a:ext cx="5074920" cy="56088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Calibri"/>
              </a:rPr>
              <a:t>6.</a:t>
            </a:r>
            <a:r>
              <a:rPr b="0" lang="en-GB" sz="1800" spc="-1" strike="noStrike">
                <a:solidFill>
                  <a:srgbClr val="000000"/>
                </a:solidFill>
                <a:latin typeface="Arial MT"/>
              </a:rPr>
              <a:t>The</a:t>
            </a:r>
            <a:r>
              <a:rPr b="0" lang="en-GB" sz="1800" spc="-35" strike="noStrike">
                <a:solidFill>
                  <a:srgbClr val="000000"/>
                </a:solidFill>
                <a:latin typeface="Arial MT"/>
              </a:rPr>
              <a:t> </a:t>
            </a:r>
            <a:r>
              <a:rPr b="0" lang="en-GB" sz="1800" spc="-1" strike="noStrike">
                <a:solidFill>
                  <a:srgbClr val="000000"/>
                </a:solidFill>
                <a:latin typeface="Arial MT"/>
              </a:rPr>
              <a:t>final</a:t>
            </a:r>
            <a:r>
              <a:rPr b="0" lang="en-GB" sz="1800" spc="-21" strike="noStrike">
                <a:solidFill>
                  <a:srgbClr val="000000"/>
                </a:solidFill>
                <a:latin typeface="Arial MT"/>
              </a:rPr>
              <a:t> </a:t>
            </a:r>
            <a:r>
              <a:rPr b="0" lang="en-GB" sz="1800" spc="-1" strike="noStrike">
                <a:solidFill>
                  <a:srgbClr val="000000"/>
                </a:solidFill>
                <a:latin typeface="Arial MT"/>
              </a:rPr>
              <a:t>prediction</a:t>
            </a:r>
            <a:r>
              <a:rPr b="0" lang="en-GB" sz="1800" spc="-21" strike="noStrike">
                <a:solidFill>
                  <a:srgbClr val="000000"/>
                </a:solidFill>
                <a:latin typeface="Arial MT"/>
              </a:rPr>
              <a:t> </a:t>
            </a:r>
            <a:r>
              <a:rPr b="0" lang="en-GB" sz="1800" spc="-1" strike="noStrike">
                <a:solidFill>
                  <a:srgbClr val="000000"/>
                </a:solidFill>
                <a:latin typeface="Arial MT"/>
              </a:rPr>
              <a:t>is</a:t>
            </a:r>
            <a:r>
              <a:rPr b="0" lang="en-GB" sz="1800" spc="-21" strike="noStrike">
                <a:solidFill>
                  <a:srgbClr val="000000"/>
                </a:solidFill>
                <a:latin typeface="Arial MT"/>
              </a:rPr>
              <a:t> </a:t>
            </a:r>
            <a:r>
              <a:rPr b="0" lang="en-GB" sz="1800" spc="-1" strike="noStrike">
                <a:solidFill>
                  <a:srgbClr val="000000"/>
                </a:solidFill>
                <a:latin typeface="Arial MT"/>
              </a:rPr>
              <a:t>made</a:t>
            </a:r>
            <a:r>
              <a:rPr b="0" lang="en-GB" sz="1800" spc="-26" strike="noStrike">
                <a:solidFill>
                  <a:srgbClr val="000000"/>
                </a:solidFill>
                <a:latin typeface="Arial MT"/>
              </a:rPr>
              <a:t> </a:t>
            </a:r>
            <a:r>
              <a:rPr b="0" lang="en-GB" sz="1800" spc="-1" strike="noStrike">
                <a:solidFill>
                  <a:srgbClr val="000000"/>
                </a:solidFill>
                <a:latin typeface="Arial MT"/>
              </a:rPr>
              <a:t>by</a:t>
            </a:r>
            <a:r>
              <a:rPr b="0" lang="en-GB" sz="1800" spc="-21" strike="noStrike">
                <a:solidFill>
                  <a:srgbClr val="000000"/>
                </a:solidFill>
                <a:latin typeface="Arial MT"/>
              </a:rPr>
              <a:t> </a:t>
            </a:r>
            <a:r>
              <a:rPr b="0" lang="en-GB" sz="1800" spc="-1" strike="noStrike">
                <a:solidFill>
                  <a:srgbClr val="000000"/>
                </a:solidFill>
                <a:latin typeface="Arial MT"/>
              </a:rPr>
              <a:t>adding</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2" strike="noStrike">
                <a:solidFill>
                  <a:srgbClr val="000000"/>
                </a:solidFill>
                <a:latin typeface="Arial MT"/>
              </a:rPr>
              <a:t>target</a:t>
            </a:r>
            <a:endParaRPr b="0" lang="en-GB" sz="1800" spc="-1" strike="noStrike">
              <a:solidFill>
                <a:srgbClr val="000000"/>
              </a:solidFill>
              <a:latin typeface="Arial"/>
            </a:endParaRPr>
          </a:p>
        </p:txBody>
      </p:sp>
      <p:sp>
        <p:nvSpPr>
          <p:cNvPr id="163" name="object 9"/>
          <p:cNvSpPr/>
          <p:nvPr/>
        </p:nvSpPr>
        <p:spPr>
          <a:xfrm>
            <a:off x="138960" y="6031440"/>
            <a:ext cx="5242320" cy="83520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Arial MT"/>
              </a:rPr>
              <a:t>value</a:t>
            </a:r>
            <a:r>
              <a:rPr b="0" lang="en-GB" sz="1800" spc="-26" strike="noStrike">
                <a:solidFill>
                  <a:srgbClr val="000000"/>
                </a:solidFill>
                <a:latin typeface="Arial MT"/>
              </a:rPr>
              <a:t> </a:t>
            </a:r>
            <a:r>
              <a:rPr b="0" lang="en-GB" sz="1800" spc="-1" strike="noStrike">
                <a:solidFill>
                  <a:srgbClr val="000000"/>
                </a:solidFill>
                <a:latin typeface="Arial MT"/>
              </a:rPr>
              <a:t>predicted</a:t>
            </a:r>
            <a:r>
              <a:rPr b="0" lang="en-GB" sz="1800" spc="-26" strike="noStrike">
                <a:solidFill>
                  <a:srgbClr val="000000"/>
                </a:solidFill>
                <a:latin typeface="Arial MT"/>
              </a:rPr>
              <a:t> </a:t>
            </a:r>
            <a:r>
              <a:rPr b="0" lang="en-GB" sz="1800" spc="-1" strike="noStrike">
                <a:solidFill>
                  <a:srgbClr val="000000"/>
                </a:solidFill>
                <a:latin typeface="Arial MT"/>
              </a:rPr>
              <a:t>by</a:t>
            </a:r>
            <a:r>
              <a:rPr b="0" lang="en-GB" sz="1800" spc="-26"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first</a:t>
            </a:r>
            <a:r>
              <a:rPr b="0" lang="en-GB" sz="1800" spc="-26" strike="noStrike">
                <a:solidFill>
                  <a:srgbClr val="000000"/>
                </a:solidFill>
                <a:latin typeface="Arial MT"/>
              </a:rPr>
              <a:t> </a:t>
            </a:r>
            <a:r>
              <a:rPr b="0" lang="en-GB" sz="1800" spc="-1" strike="noStrike">
                <a:solidFill>
                  <a:srgbClr val="000000"/>
                </a:solidFill>
                <a:latin typeface="Arial MT"/>
              </a:rPr>
              <a:t>tree</a:t>
            </a:r>
            <a:r>
              <a:rPr b="0" lang="en-GB" sz="1800" spc="-26" strike="noStrike">
                <a:solidFill>
                  <a:srgbClr val="000000"/>
                </a:solidFill>
                <a:latin typeface="Arial MT"/>
              </a:rPr>
              <a:t> </a:t>
            </a:r>
            <a:r>
              <a:rPr b="0" lang="en-GB" sz="1800" spc="-1" strike="noStrike">
                <a:solidFill>
                  <a:srgbClr val="000000"/>
                </a:solidFill>
                <a:latin typeface="Arial MT"/>
              </a:rPr>
              <a:t>to</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product</a:t>
            </a:r>
            <a:r>
              <a:rPr b="0" lang="en-GB" sz="1800" spc="-26"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26" strike="noStrike">
                <a:solidFill>
                  <a:srgbClr val="000000"/>
                </a:solidFill>
                <a:latin typeface="Arial MT"/>
              </a:rPr>
              <a:t>the </a:t>
            </a:r>
            <a:r>
              <a:rPr b="0" lang="en-GB" sz="1800" spc="-1" strike="noStrike">
                <a:solidFill>
                  <a:srgbClr val="000000"/>
                </a:solidFill>
                <a:latin typeface="Arial MT"/>
              </a:rPr>
              <a:t>shrinkage</a:t>
            </a:r>
            <a:r>
              <a:rPr b="0" lang="en-GB" sz="1800" spc="-26" strike="noStrike">
                <a:solidFill>
                  <a:srgbClr val="000000"/>
                </a:solidFill>
                <a:latin typeface="Arial MT"/>
              </a:rPr>
              <a:t> </a:t>
            </a:r>
            <a:r>
              <a:rPr b="0" lang="en-GB" sz="1800" spc="-1" strike="noStrike">
                <a:solidFill>
                  <a:srgbClr val="000000"/>
                </a:solidFill>
                <a:latin typeface="Arial MT"/>
              </a:rPr>
              <a:t>and</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residuals</a:t>
            </a:r>
            <a:r>
              <a:rPr b="0" lang="en-GB" sz="1800" spc="-15" strike="noStrike">
                <a:solidFill>
                  <a:srgbClr val="000000"/>
                </a:solidFill>
                <a:latin typeface="Arial MT"/>
              </a:rPr>
              <a:t> </a:t>
            </a:r>
            <a:r>
              <a:rPr b="0" lang="en-GB" sz="1800" spc="-1" strike="noStrike">
                <a:solidFill>
                  <a:srgbClr val="000000"/>
                </a:solidFill>
                <a:latin typeface="Arial MT"/>
              </a:rPr>
              <a:t>for</a:t>
            </a:r>
            <a:r>
              <a:rPr b="0" lang="en-GB" sz="1800" spc="-15" strike="noStrike">
                <a:solidFill>
                  <a:srgbClr val="000000"/>
                </a:solidFill>
                <a:latin typeface="Arial MT"/>
              </a:rPr>
              <a:t> </a:t>
            </a:r>
            <a:r>
              <a:rPr b="0" lang="en-GB" sz="1800" spc="-1" strike="noStrike">
                <a:solidFill>
                  <a:srgbClr val="000000"/>
                </a:solidFill>
                <a:latin typeface="Arial MT"/>
              </a:rPr>
              <a:t>all</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5" strike="noStrike">
                <a:solidFill>
                  <a:srgbClr val="000000"/>
                </a:solidFill>
                <a:latin typeface="Arial MT"/>
              </a:rPr>
              <a:t> </a:t>
            </a:r>
            <a:r>
              <a:rPr b="0" lang="en-GB" sz="1800" spc="-1" strike="noStrike">
                <a:solidFill>
                  <a:srgbClr val="000000"/>
                </a:solidFill>
                <a:latin typeface="Arial MT"/>
              </a:rPr>
              <a:t>other</a:t>
            </a:r>
            <a:r>
              <a:rPr b="0" lang="en-GB" sz="1800" spc="-15" strike="noStrike">
                <a:solidFill>
                  <a:srgbClr val="000000"/>
                </a:solidFill>
                <a:latin typeface="Arial MT"/>
              </a:rPr>
              <a:t> </a:t>
            </a:r>
            <a:r>
              <a:rPr b="0" lang="en-GB" sz="1800" spc="-12" strike="noStrike">
                <a:solidFill>
                  <a:srgbClr val="000000"/>
                </a:solidFill>
                <a:latin typeface="Arial MT"/>
              </a:rPr>
              <a:t>trees.</a:t>
            </a:r>
            <a:endParaRPr b="0" lang="en-GB" sz="1800" spc="-1" strike="noStrike">
              <a:solidFill>
                <a:srgbClr val="000000"/>
              </a:solidFill>
              <a:latin typeface="Arial"/>
            </a:endParaRPr>
          </a:p>
        </p:txBody>
      </p:sp>
      <p:sp>
        <p:nvSpPr>
          <p:cNvPr id="164" name="object 10"/>
          <p:cNvSpPr/>
          <p:nvPr/>
        </p:nvSpPr>
        <p:spPr>
          <a:xfrm>
            <a:off x="-72720" y="819360"/>
            <a:ext cx="11426760" cy="2437920"/>
          </a:xfrm>
          <a:prstGeom prst="rect">
            <a:avLst/>
          </a:prstGeom>
          <a:noFill/>
          <a:ln w="0">
            <a:noFill/>
          </a:ln>
        </p:spPr>
        <p:style>
          <a:lnRef idx="0"/>
          <a:fillRef idx="0"/>
          <a:effectRef idx="0"/>
          <a:fontRef idx="minor"/>
        </p:style>
        <p:txBody>
          <a:bodyPr lIns="0" rIns="0" tIns="12600" bIns="0" anchor="t">
            <a:spAutoFit/>
          </a:bodyPr>
          <a:p>
            <a:pPr marL="224280">
              <a:lnSpc>
                <a:spcPct val="100000"/>
              </a:lnSpc>
              <a:spcBef>
                <a:spcPts val="99"/>
              </a:spcBef>
            </a:pPr>
            <a:r>
              <a:rPr b="0" lang="en-GB" sz="1800" spc="-1" strike="noStrike">
                <a:solidFill>
                  <a:srgbClr val="000000"/>
                </a:solidFill>
                <a:latin typeface="Arial MT"/>
              </a:rPr>
              <a:t>In</a:t>
            </a:r>
            <a:r>
              <a:rPr b="0" lang="en-GB" sz="1800" spc="-41" strike="noStrike">
                <a:solidFill>
                  <a:srgbClr val="000000"/>
                </a:solidFill>
                <a:latin typeface="Arial MT"/>
              </a:rPr>
              <a:t> </a:t>
            </a:r>
            <a:r>
              <a:rPr b="0" lang="en-GB" sz="1800" spc="-1" strike="noStrike">
                <a:solidFill>
                  <a:srgbClr val="000000"/>
                </a:solidFill>
                <a:latin typeface="Arial MT"/>
              </a:rPr>
              <a:t>the</a:t>
            </a:r>
            <a:r>
              <a:rPr b="0" lang="en-GB" sz="1800" spc="-126" strike="noStrike">
                <a:solidFill>
                  <a:srgbClr val="000000"/>
                </a:solidFill>
                <a:latin typeface="Arial MT"/>
              </a:rPr>
              <a:t> </a:t>
            </a:r>
            <a:r>
              <a:rPr b="0" lang="en-GB" sz="1800" spc="-1" strike="noStrike">
                <a:solidFill>
                  <a:srgbClr val="000000"/>
                </a:solidFill>
                <a:latin typeface="Arial MT"/>
              </a:rPr>
              <a:t>AdaBoost</a:t>
            </a:r>
            <a:r>
              <a:rPr b="0" lang="en-GB" sz="1800" spc="-32" strike="noStrike">
                <a:solidFill>
                  <a:srgbClr val="000000"/>
                </a:solidFill>
                <a:latin typeface="Arial MT"/>
              </a:rPr>
              <a:t> </a:t>
            </a:r>
            <a:r>
              <a:rPr b="0" lang="en-GB" sz="1800" spc="-1" strike="noStrike">
                <a:solidFill>
                  <a:srgbClr val="000000"/>
                </a:solidFill>
                <a:latin typeface="Arial MT"/>
              </a:rPr>
              <a:t>classifier,</a:t>
            </a:r>
            <a:r>
              <a:rPr b="0" lang="en-GB" sz="1800" spc="-32" strike="noStrike">
                <a:solidFill>
                  <a:srgbClr val="000000"/>
                </a:solidFill>
                <a:latin typeface="Arial MT"/>
              </a:rPr>
              <a:t> </a:t>
            </a:r>
            <a:r>
              <a:rPr b="0" lang="en-GB" sz="1800" spc="-1" strike="noStrike">
                <a:solidFill>
                  <a:srgbClr val="000000"/>
                </a:solidFill>
                <a:latin typeface="Arial MT"/>
              </a:rPr>
              <a:t>weights</a:t>
            </a:r>
            <a:r>
              <a:rPr b="0" lang="en-GB" sz="1800" spc="-26" strike="noStrike">
                <a:solidFill>
                  <a:srgbClr val="000000"/>
                </a:solidFill>
                <a:latin typeface="Arial MT"/>
              </a:rPr>
              <a:t> </a:t>
            </a:r>
            <a:r>
              <a:rPr b="0" lang="en-GB" sz="1800" spc="-1" strike="noStrike">
                <a:solidFill>
                  <a:srgbClr val="000000"/>
                </a:solidFill>
                <a:latin typeface="Arial MT"/>
              </a:rPr>
              <a:t>are</a:t>
            </a:r>
            <a:r>
              <a:rPr b="0" lang="en-GB" sz="1800" spc="-32" strike="noStrike">
                <a:solidFill>
                  <a:srgbClr val="000000"/>
                </a:solidFill>
                <a:latin typeface="Arial MT"/>
              </a:rPr>
              <a:t> </a:t>
            </a:r>
            <a:r>
              <a:rPr b="0" lang="en-GB" sz="1800" spc="-1" strike="noStrike">
                <a:solidFill>
                  <a:srgbClr val="000000"/>
                </a:solidFill>
                <a:latin typeface="Arial MT"/>
              </a:rPr>
              <a:t>added</a:t>
            </a:r>
            <a:r>
              <a:rPr b="0" lang="en-GB" sz="1800" spc="-32" strike="noStrike">
                <a:solidFill>
                  <a:srgbClr val="000000"/>
                </a:solidFill>
                <a:latin typeface="Arial MT"/>
              </a:rPr>
              <a:t> </a:t>
            </a:r>
            <a:r>
              <a:rPr b="0" lang="en-GB" sz="1800" spc="-1" strike="noStrike">
                <a:solidFill>
                  <a:srgbClr val="000000"/>
                </a:solidFill>
                <a:latin typeface="Arial MT"/>
              </a:rPr>
              <a:t>to</a:t>
            </a:r>
            <a:r>
              <a:rPr b="0" lang="en-GB" sz="1800" spc="-26" strike="noStrike">
                <a:solidFill>
                  <a:srgbClr val="000000"/>
                </a:solidFill>
                <a:latin typeface="Arial MT"/>
              </a:rPr>
              <a:t> the </a:t>
            </a:r>
            <a:r>
              <a:rPr b="0" lang="en-GB" sz="1800" spc="-1" strike="noStrike">
                <a:solidFill>
                  <a:srgbClr val="000000"/>
                </a:solidFill>
                <a:latin typeface="Arial MT"/>
              </a:rPr>
              <a:t>examples</a:t>
            </a:r>
            <a:r>
              <a:rPr b="0" lang="en-GB" sz="1800" spc="-32" strike="noStrike">
                <a:solidFill>
                  <a:srgbClr val="000000"/>
                </a:solidFill>
                <a:latin typeface="Arial MT"/>
              </a:rPr>
              <a:t> </a:t>
            </a:r>
            <a:r>
              <a:rPr b="0" lang="en-GB" sz="1800" spc="-1" strike="noStrike">
                <a:solidFill>
                  <a:srgbClr val="000000"/>
                </a:solidFill>
                <a:latin typeface="Arial MT"/>
              </a:rPr>
              <a:t>that</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classifier</a:t>
            </a:r>
            <a:r>
              <a:rPr b="0" lang="en-GB" sz="1800" spc="-21" strike="noStrike">
                <a:solidFill>
                  <a:srgbClr val="000000"/>
                </a:solidFill>
                <a:latin typeface="Arial MT"/>
              </a:rPr>
              <a:t> </a:t>
            </a:r>
            <a:r>
              <a:rPr b="0" lang="en-GB" sz="1800" spc="-1" strike="noStrike">
                <a:solidFill>
                  <a:srgbClr val="000000"/>
                </a:solidFill>
                <a:latin typeface="Arial MT"/>
              </a:rPr>
              <a:t>predicted</a:t>
            </a:r>
            <a:r>
              <a:rPr b="0" lang="en-GB" sz="1800" spc="-21" strike="noStrike">
                <a:solidFill>
                  <a:srgbClr val="000000"/>
                </a:solidFill>
                <a:latin typeface="Arial MT"/>
              </a:rPr>
              <a:t> </a:t>
            </a:r>
            <a:r>
              <a:rPr b="0" lang="en-GB" sz="1800" spc="-1" strike="noStrike">
                <a:solidFill>
                  <a:srgbClr val="000000"/>
                </a:solidFill>
                <a:latin typeface="Arial MT"/>
              </a:rPr>
              <a:t>in</a:t>
            </a:r>
            <a:r>
              <a:rPr b="0" lang="en-GB" sz="1800" spc="-21" strike="noStrike">
                <a:solidFill>
                  <a:srgbClr val="000000"/>
                </a:solidFill>
                <a:latin typeface="Arial MT"/>
              </a:rPr>
              <a:t> </a:t>
            </a:r>
            <a:r>
              <a:rPr b="0" lang="en-GB" sz="1800" spc="-12" strike="noStrike">
                <a:solidFill>
                  <a:srgbClr val="000000"/>
                </a:solidFill>
                <a:latin typeface="Arial MT"/>
              </a:rPr>
              <a:t>correctly.</a:t>
            </a:r>
            <a:r>
              <a:rPr b="0" lang="en-GB" sz="1800" spc="-21" strike="noStrike">
                <a:solidFill>
                  <a:srgbClr val="000000"/>
                </a:solidFill>
                <a:latin typeface="Arial MT"/>
              </a:rPr>
              <a:t> </a:t>
            </a:r>
            <a:r>
              <a:rPr b="0" lang="en-GB" sz="1800" spc="-26" strike="noStrike">
                <a:solidFill>
                  <a:srgbClr val="000000"/>
                </a:solidFill>
                <a:latin typeface="Arial MT"/>
              </a:rPr>
              <a:t>In </a:t>
            </a:r>
            <a:r>
              <a:rPr b="0" lang="en-GB" sz="1800" spc="-1" strike="noStrike">
                <a:solidFill>
                  <a:srgbClr val="000000"/>
                </a:solidFill>
                <a:latin typeface="Arial MT"/>
              </a:rPr>
              <a:t>the</a:t>
            </a:r>
            <a:r>
              <a:rPr b="0" lang="en-GB" sz="1800" spc="-46" strike="noStrike">
                <a:solidFill>
                  <a:srgbClr val="000000"/>
                </a:solidFill>
                <a:latin typeface="Arial MT"/>
              </a:rPr>
              <a:t> </a:t>
            </a:r>
            <a:r>
              <a:rPr b="0" lang="en-GB" sz="1800" spc="-1" strike="noStrike">
                <a:solidFill>
                  <a:srgbClr val="000000"/>
                </a:solidFill>
                <a:latin typeface="Arial MT"/>
              </a:rPr>
              <a:t>gradient</a:t>
            </a:r>
            <a:r>
              <a:rPr b="0" lang="en-GB" sz="1800" spc="-41" strike="noStrike">
                <a:solidFill>
                  <a:srgbClr val="000000"/>
                </a:solidFill>
                <a:latin typeface="Arial MT"/>
              </a:rPr>
              <a:t> </a:t>
            </a:r>
            <a:r>
              <a:rPr b="0" lang="en-GB" sz="1800" spc="-1" strike="noStrike">
                <a:solidFill>
                  <a:srgbClr val="000000"/>
                </a:solidFill>
                <a:latin typeface="Arial MT"/>
              </a:rPr>
              <a:t>boosted</a:t>
            </a:r>
            <a:r>
              <a:rPr b="0" lang="en-GB" sz="1800" spc="-46" strike="noStrike">
                <a:solidFill>
                  <a:srgbClr val="000000"/>
                </a:solidFill>
                <a:latin typeface="Arial MT"/>
              </a:rPr>
              <a:t> </a:t>
            </a:r>
            <a:r>
              <a:rPr b="0" lang="en-GB" sz="1800" spc="-1" strike="noStrike">
                <a:solidFill>
                  <a:srgbClr val="000000"/>
                </a:solidFill>
                <a:latin typeface="Arial MT"/>
              </a:rPr>
              <a:t>tree,</a:t>
            </a:r>
            <a:r>
              <a:rPr b="0" lang="en-GB" sz="1800" spc="-41" strike="noStrike">
                <a:solidFill>
                  <a:srgbClr val="000000"/>
                </a:solidFill>
                <a:latin typeface="Arial MT"/>
              </a:rPr>
              <a:t> </a:t>
            </a:r>
            <a:r>
              <a:rPr b="0" lang="en-GB" sz="1800" spc="-1" strike="noStrike">
                <a:solidFill>
                  <a:srgbClr val="000000"/>
                </a:solidFill>
                <a:latin typeface="Arial MT"/>
              </a:rPr>
              <a:t>however,</a:t>
            </a:r>
            <a:r>
              <a:rPr b="0" lang="en-GB" sz="1800" spc="-46" strike="noStrike">
                <a:solidFill>
                  <a:srgbClr val="000000"/>
                </a:solidFill>
                <a:latin typeface="Arial MT"/>
              </a:rPr>
              <a:t> </a:t>
            </a:r>
            <a:r>
              <a:rPr b="0" lang="en-GB" sz="1800" spc="-1" strike="noStrike">
                <a:solidFill>
                  <a:srgbClr val="000000"/>
                </a:solidFill>
                <a:latin typeface="Arial MT"/>
              </a:rPr>
              <a:t>instead</a:t>
            </a:r>
            <a:r>
              <a:rPr b="0" lang="en-GB" sz="1800" spc="-41" strike="noStrike">
                <a:solidFill>
                  <a:srgbClr val="000000"/>
                </a:solidFill>
                <a:latin typeface="Arial MT"/>
              </a:rPr>
              <a:t> </a:t>
            </a:r>
            <a:r>
              <a:rPr b="0" lang="en-GB" sz="1800" spc="-26" strike="noStrike">
                <a:solidFill>
                  <a:srgbClr val="000000"/>
                </a:solidFill>
                <a:latin typeface="Arial MT"/>
              </a:rPr>
              <a:t>of </a:t>
            </a:r>
            <a:r>
              <a:rPr b="0" lang="en-GB" sz="1800" spc="-1" strike="noStrike">
                <a:solidFill>
                  <a:srgbClr val="000000"/>
                </a:solidFill>
                <a:latin typeface="Arial MT"/>
              </a:rPr>
              <a:t>weights,</a:t>
            </a:r>
            <a:r>
              <a:rPr b="0" lang="en-GB" sz="1800" spc="-32"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residual</a:t>
            </a:r>
            <a:r>
              <a:rPr b="0" lang="en-GB" sz="1800" spc="-15" strike="noStrike">
                <a:solidFill>
                  <a:srgbClr val="000000"/>
                </a:solidFill>
                <a:latin typeface="Arial MT"/>
              </a:rPr>
              <a:t> </a:t>
            </a:r>
            <a:r>
              <a:rPr b="0" lang="en-GB" sz="1800" spc="-1" strike="noStrike">
                <a:solidFill>
                  <a:srgbClr val="000000"/>
                </a:solidFill>
                <a:latin typeface="Arial MT"/>
              </a:rPr>
              <a:t>errors</a:t>
            </a:r>
            <a:r>
              <a:rPr b="0" lang="en-GB" sz="1800" spc="-21" strike="noStrike">
                <a:solidFill>
                  <a:srgbClr val="000000"/>
                </a:solidFill>
                <a:latin typeface="Arial MT"/>
              </a:rPr>
              <a:t> </a:t>
            </a:r>
            <a:r>
              <a:rPr b="0" lang="en-GB" sz="1800" spc="-1" strike="noStrike">
                <a:solidFill>
                  <a:srgbClr val="000000"/>
                </a:solidFill>
                <a:latin typeface="Arial MT"/>
              </a:rPr>
              <a:t>are</a:t>
            </a:r>
            <a:r>
              <a:rPr b="0" lang="en-GB" sz="1800" spc="-21" strike="noStrike">
                <a:solidFill>
                  <a:srgbClr val="000000"/>
                </a:solidFill>
                <a:latin typeface="Arial MT"/>
              </a:rPr>
              <a:t> </a:t>
            </a:r>
            <a:r>
              <a:rPr b="0" lang="en-GB" sz="1800" spc="-1" strike="noStrike">
                <a:solidFill>
                  <a:srgbClr val="000000"/>
                </a:solidFill>
                <a:latin typeface="Arial MT"/>
              </a:rPr>
              <a:t>used</a:t>
            </a:r>
            <a:r>
              <a:rPr b="0" lang="en-GB" sz="1800" spc="-15" strike="noStrike">
                <a:solidFill>
                  <a:srgbClr val="000000"/>
                </a:solidFill>
                <a:latin typeface="Arial MT"/>
              </a:rPr>
              <a:t> </a:t>
            </a:r>
            <a:r>
              <a:rPr b="0" lang="en-GB" sz="1800" spc="-1" strike="noStrike">
                <a:solidFill>
                  <a:srgbClr val="000000"/>
                </a:solidFill>
                <a:latin typeface="Arial MT"/>
              </a:rPr>
              <a:t>as</a:t>
            </a:r>
            <a:r>
              <a:rPr b="0" lang="en-GB" sz="1800" spc="-21" strike="noStrike">
                <a:solidFill>
                  <a:srgbClr val="000000"/>
                </a:solidFill>
                <a:latin typeface="Arial MT"/>
              </a:rPr>
              <a:t> </a:t>
            </a:r>
            <a:r>
              <a:rPr b="0" lang="en-GB" sz="1800" spc="-1" strike="noStrike">
                <a:solidFill>
                  <a:srgbClr val="000000"/>
                </a:solidFill>
                <a:latin typeface="Arial MT"/>
              </a:rPr>
              <a:t>labels</a:t>
            </a:r>
            <a:r>
              <a:rPr b="0" lang="en-GB" sz="1800" spc="-15" strike="noStrike">
                <a:solidFill>
                  <a:srgbClr val="000000"/>
                </a:solidFill>
                <a:latin typeface="Arial MT"/>
              </a:rPr>
              <a:t> </a:t>
            </a:r>
            <a:r>
              <a:rPr b="0" lang="en-GB" sz="1800" spc="-26" strike="noStrike">
                <a:solidFill>
                  <a:srgbClr val="000000"/>
                </a:solidFill>
                <a:latin typeface="Arial MT"/>
              </a:rPr>
              <a:t>in </a:t>
            </a:r>
            <a:r>
              <a:rPr b="0" lang="en-GB" sz="1800" spc="-1" strike="noStrike">
                <a:solidFill>
                  <a:srgbClr val="000000"/>
                </a:solidFill>
                <a:latin typeface="Arial MT"/>
              </a:rPr>
              <a:t>each</a:t>
            </a:r>
            <a:r>
              <a:rPr b="0" lang="en-GB" sz="1800" spc="-35" strike="noStrike">
                <a:solidFill>
                  <a:srgbClr val="000000"/>
                </a:solidFill>
                <a:latin typeface="Arial MT"/>
              </a:rPr>
              <a:t> </a:t>
            </a:r>
            <a:r>
              <a:rPr b="0" lang="en-GB" sz="1800" spc="-1" strike="noStrike">
                <a:solidFill>
                  <a:srgbClr val="000000"/>
                </a:solidFill>
                <a:latin typeface="Arial MT"/>
              </a:rPr>
              <a:t>tree</a:t>
            </a:r>
            <a:r>
              <a:rPr b="0" lang="en-GB" sz="1800" spc="-21" strike="noStrike">
                <a:solidFill>
                  <a:srgbClr val="000000"/>
                </a:solidFill>
                <a:latin typeface="Arial MT"/>
              </a:rPr>
              <a:t> </a:t>
            </a:r>
            <a:r>
              <a:rPr b="0" lang="en-GB" sz="1800" spc="-1" strike="noStrike">
                <a:solidFill>
                  <a:srgbClr val="000000"/>
                </a:solidFill>
                <a:latin typeface="Arial MT"/>
              </a:rPr>
              <a:t>in</a:t>
            </a:r>
            <a:r>
              <a:rPr b="0" lang="en-GB" sz="1800" spc="-26" strike="noStrike">
                <a:solidFill>
                  <a:srgbClr val="000000"/>
                </a:solidFill>
                <a:latin typeface="Arial MT"/>
              </a:rPr>
              <a:t> </a:t>
            </a:r>
            <a:r>
              <a:rPr b="0" lang="en-GB" sz="1800" spc="-1" strike="noStrike">
                <a:solidFill>
                  <a:srgbClr val="000000"/>
                </a:solidFill>
                <a:latin typeface="Arial MT"/>
              </a:rPr>
              <a:t>order</a:t>
            </a:r>
            <a:r>
              <a:rPr b="0" lang="en-GB" sz="1800" spc="-21" strike="noStrike">
                <a:solidFill>
                  <a:srgbClr val="000000"/>
                </a:solidFill>
                <a:latin typeface="Arial MT"/>
              </a:rPr>
              <a:t> </a:t>
            </a:r>
            <a:r>
              <a:rPr b="0" lang="en-GB" sz="1800" spc="-1" strike="noStrike">
                <a:solidFill>
                  <a:srgbClr val="000000"/>
                </a:solidFill>
                <a:latin typeface="Arial MT"/>
              </a:rPr>
              <a:t>to</a:t>
            </a:r>
            <a:r>
              <a:rPr b="0" lang="en-GB" sz="1800" spc="-26" strike="noStrike">
                <a:solidFill>
                  <a:srgbClr val="000000"/>
                </a:solidFill>
                <a:latin typeface="Arial MT"/>
              </a:rPr>
              <a:t> </a:t>
            </a:r>
            <a:r>
              <a:rPr b="0" lang="en-GB" sz="1800" spc="-1" strike="noStrike">
                <a:solidFill>
                  <a:srgbClr val="000000"/>
                </a:solidFill>
                <a:latin typeface="Arial MT"/>
              </a:rPr>
              <a:t>make</a:t>
            </a:r>
            <a:r>
              <a:rPr b="0" lang="en-GB" sz="1800" spc="-21" strike="noStrike">
                <a:solidFill>
                  <a:srgbClr val="000000"/>
                </a:solidFill>
                <a:latin typeface="Arial MT"/>
              </a:rPr>
              <a:t> </a:t>
            </a:r>
            <a:r>
              <a:rPr b="0" lang="en-GB" sz="1800" spc="-1" strike="noStrike">
                <a:solidFill>
                  <a:srgbClr val="000000"/>
                </a:solidFill>
                <a:latin typeface="Arial MT"/>
              </a:rPr>
              <a:t>future</a:t>
            </a:r>
            <a:r>
              <a:rPr b="0" lang="en-GB" sz="1800" spc="-21" strike="noStrike">
                <a:solidFill>
                  <a:srgbClr val="000000"/>
                </a:solidFill>
                <a:latin typeface="Arial MT"/>
              </a:rPr>
              <a:t> </a:t>
            </a:r>
            <a:r>
              <a:rPr b="0" lang="en-GB" sz="1800" spc="-1" strike="noStrike">
                <a:solidFill>
                  <a:srgbClr val="000000"/>
                </a:solidFill>
                <a:latin typeface="Arial MT"/>
              </a:rPr>
              <a:t>predictions.</a:t>
            </a:r>
            <a:r>
              <a:rPr b="0" lang="en-GB" sz="1800" spc="-55" strike="noStrike">
                <a:solidFill>
                  <a:srgbClr val="000000"/>
                </a:solidFill>
                <a:latin typeface="Arial MT"/>
              </a:rPr>
              <a:t> </a:t>
            </a:r>
            <a:r>
              <a:rPr b="0" lang="en-GB" sz="1800" spc="-21" strike="noStrike">
                <a:solidFill>
                  <a:srgbClr val="000000"/>
                </a:solidFill>
                <a:latin typeface="Arial MT"/>
              </a:rPr>
              <a:t>This </a:t>
            </a:r>
            <a:r>
              <a:rPr b="0" lang="en-GB" sz="1800" spc="-1" strike="noStrike">
                <a:solidFill>
                  <a:srgbClr val="000000"/>
                </a:solidFill>
                <a:latin typeface="Arial MT"/>
              </a:rPr>
              <a:t>concept</a:t>
            </a:r>
            <a:r>
              <a:rPr b="0" lang="en-GB" sz="1800" spc="-35" strike="noStrike">
                <a:solidFill>
                  <a:srgbClr val="000000"/>
                </a:solidFill>
                <a:latin typeface="Arial MT"/>
              </a:rPr>
              <a:t> </a:t>
            </a:r>
            <a:r>
              <a:rPr b="0" lang="en-GB" sz="1800" spc="-1" strike="noStrike">
                <a:solidFill>
                  <a:srgbClr val="000000"/>
                </a:solidFill>
                <a:latin typeface="Arial MT"/>
              </a:rPr>
              <a:t>is</a:t>
            </a:r>
            <a:r>
              <a:rPr b="0" lang="en-GB" sz="1800" spc="-26" strike="noStrike">
                <a:solidFill>
                  <a:srgbClr val="000000"/>
                </a:solidFill>
                <a:latin typeface="Arial MT"/>
              </a:rPr>
              <a:t> </a:t>
            </a:r>
            <a:r>
              <a:rPr b="0" lang="en-GB" sz="1800" spc="-1" strike="noStrike">
                <a:solidFill>
                  <a:srgbClr val="000000"/>
                </a:solidFill>
                <a:latin typeface="Arial MT"/>
              </a:rPr>
              <a:t>illustrated</a:t>
            </a:r>
            <a:r>
              <a:rPr b="0" lang="en-GB" sz="1800" spc="-21" strike="noStrike">
                <a:solidFill>
                  <a:srgbClr val="000000"/>
                </a:solidFill>
                <a:latin typeface="Arial MT"/>
              </a:rPr>
              <a:t> </a:t>
            </a:r>
            <a:r>
              <a:rPr b="0" lang="en-GB" sz="1800" spc="-1" strike="noStrike">
                <a:solidFill>
                  <a:srgbClr val="000000"/>
                </a:solidFill>
                <a:latin typeface="Arial MT"/>
              </a:rPr>
              <a:t>for</a:t>
            </a:r>
            <a:r>
              <a:rPr b="0" lang="en-GB" sz="1800" spc="-26" strike="noStrike">
                <a:solidFill>
                  <a:srgbClr val="000000"/>
                </a:solidFill>
                <a:latin typeface="Arial MT"/>
              </a:rPr>
              <a:t> </a:t>
            </a:r>
            <a:r>
              <a:rPr b="0" lang="en-GB" sz="1800" spc="-1" strike="noStrike">
                <a:solidFill>
                  <a:srgbClr val="000000"/>
                </a:solidFill>
                <a:latin typeface="Arial MT"/>
              </a:rPr>
              <a:t>you</a:t>
            </a:r>
            <a:r>
              <a:rPr b="0" lang="en-GB" sz="1800" spc="-26" strike="noStrike">
                <a:solidFill>
                  <a:srgbClr val="000000"/>
                </a:solidFill>
                <a:latin typeface="Arial MT"/>
              </a:rPr>
              <a:t> </a:t>
            </a:r>
            <a:r>
              <a:rPr b="0" lang="en-GB" sz="1800" spc="-1" strike="noStrike">
                <a:solidFill>
                  <a:srgbClr val="000000"/>
                </a:solidFill>
                <a:latin typeface="Arial MT"/>
              </a:rPr>
              <a:t>in</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following</a:t>
            </a:r>
            <a:r>
              <a:rPr b="0" lang="en-GB" sz="1800" spc="-21" strike="noStrike">
                <a:solidFill>
                  <a:srgbClr val="000000"/>
                </a:solidFill>
                <a:latin typeface="Arial MT"/>
              </a:rPr>
              <a:t> </a:t>
            </a:r>
            <a:r>
              <a:rPr b="0" lang="en-GB" sz="1800" spc="-12" strike="noStrike">
                <a:solidFill>
                  <a:srgbClr val="000000"/>
                </a:solidFill>
                <a:latin typeface="Arial MT"/>
              </a:rPr>
              <a:t>diagram:</a:t>
            </a:r>
            <a:endParaRPr b="0" lang="en-GB" sz="1800" spc="-1" strike="noStrike">
              <a:solidFill>
                <a:srgbClr val="000000"/>
              </a:solidFill>
              <a:latin typeface="Arial"/>
            </a:endParaRPr>
          </a:p>
          <a:p>
            <a:pPr marL="224280">
              <a:lnSpc>
                <a:spcPct val="100000"/>
              </a:lnSpc>
              <a:spcBef>
                <a:spcPts val="91"/>
              </a:spcBef>
            </a:pPr>
            <a:endParaRPr b="0" lang="en-GB" sz="1800" spc="-1" strike="noStrike">
              <a:solidFill>
                <a:srgbClr val="000000"/>
              </a:solidFill>
              <a:latin typeface="Arial"/>
            </a:endParaRPr>
          </a:p>
          <a:p>
            <a:pPr marL="224280">
              <a:lnSpc>
                <a:spcPct val="100000"/>
              </a:lnSpc>
            </a:pPr>
            <a:r>
              <a:rPr b="0" lang="en-GB" sz="1800" spc="-1" strike="noStrike">
                <a:solidFill>
                  <a:srgbClr val="000000"/>
                </a:solidFill>
                <a:latin typeface="Arial MT"/>
              </a:rPr>
              <a:t>Here</a:t>
            </a:r>
            <a:r>
              <a:rPr b="0" lang="en-GB" sz="1800" spc="-26" strike="noStrike">
                <a:solidFill>
                  <a:srgbClr val="000000"/>
                </a:solidFill>
                <a:latin typeface="Arial MT"/>
              </a:rPr>
              <a:t> </a:t>
            </a:r>
            <a:r>
              <a:rPr b="0" lang="en-GB" sz="1800" spc="-1" strike="noStrike">
                <a:solidFill>
                  <a:srgbClr val="000000"/>
                </a:solidFill>
                <a:latin typeface="Arial MT"/>
              </a:rPr>
              <a:t>is</a:t>
            </a:r>
            <a:r>
              <a:rPr b="0" lang="en-GB" sz="1800" spc="-12" strike="noStrike">
                <a:solidFill>
                  <a:srgbClr val="000000"/>
                </a:solidFill>
                <a:latin typeface="Arial MT"/>
              </a:rPr>
              <a:t> </a:t>
            </a:r>
            <a:r>
              <a:rPr b="0" lang="en-GB" sz="1800" spc="-1" strike="noStrike">
                <a:solidFill>
                  <a:srgbClr val="000000"/>
                </a:solidFill>
                <a:latin typeface="Arial MT"/>
              </a:rPr>
              <a:t>what</a:t>
            </a:r>
            <a:r>
              <a:rPr b="0" lang="en-GB" sz="1800" spc="-15" strike="noStrike">
                <a:solidFill>
                  <a:srgbClr val="000000"/>
                </a:solidFill>
                <a:latin typeface="Arial MT"/>
              </a:rPr>
              <a:t> </a:t>
            </a:r>
            <a:r>
              <a:rPr b="0" lang="en-GB" sz="1800" spc="-1" strike="noStrike">
                <a:solidFill>
                  <a:srgbClr val="000000"/>
                </a:solidFill>
                <a:latin typeface="Arial MT"/>
              </a:rPr>
              <a:t>occurs</a:t>
            </a:r>
            <a:r>
              <a:rPr b="0" lang="en-GB" sz="1800" spc="-12" strike="noStrike">
                <a:solidFill>
                  <a:srgbClr val="000000"/>
                </a:solidFill>
                <a:latin typeface="Arial MT"/>
              </a:rPr>
              <a:t> </a:t>
            </a:r>
            <a:r>
              <a:rPr b="0" lang="en-GB" sz="1800" spc="-1" strike="noStrike">
                <a:solidFill>
                  <a:srgbClr val="000000"/>
                </a:solidFill>
                <a:latin typeface="Arial MT"/>
              </a:rPr>
              <a:t>in</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12" strike="noStrike">
                <a:solidFill>
                  <a:srgbClr val="000000"/>
                </a:solidFill>
                <a:latin typeface="Arial MT"/>
              </a:rPr>
              <a:t> diagram:</a:t>
            </a:r>
            <a:endParaRPr b="0" lang="en-GB" sz="1800" spc="-1" strike="noStrike">
              <a:solidFill>
                <a:srgbClr val="000000"/>
              </a:solidFill>
              <a:latin typeface="Arial"/>
            </a:endParaRPr>
          </a:p>
          <a:p>
            <a:pPr marL="222840" indent="-186120">
              <a:lnSpc>
                <a:spcPct val="100000"/>
              </a:lnSpc>
              <a:buClr>
                <a:srgbClr val="000000"/>
              </a:buClr>
              <a:buSzPct val="94000"/>
              <a:buFont typeface="Calibri"/>
              <a:buAutoNum type="arabicPeriod"/>
              <a:tabLst>
                <a:tab algn="l" pos="223560"/>
              </a:tabLst>
            </a:pP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first</a:t>
            </a:r>
            <a:r>
              <a:rPr b="0" lang="en-GB" sz="1800" spc="-26" strike="noStrike">
                <a:solidFill>
                  <a:srgbClr val="000000"/>
                </a:solidFill>
                <a:latin typeface="Arial MT"/>
              </a:rPr>
              <a:t> </a:t>
            </a:r>
            <a:r>
              <a:rPr b="0" lang="en-GB" sz="1800" spc="-1" strike="noStrike">
                <a:solidFill>
                  <a:srgbClr val="000000"/>
                </a:solidFill>
                <a:latin typeface="Arial MT"/>
              </a:rPr>
              <a:t>decision</a:t>
            </a:r>
            <a:r>
              <a:rPr b="0" lang="en-GB" sz="1800" spc="-26" strike="noStrike">
                <a:solidFill>
                  <a:srgbClr val="000000"/>
                </a:solidFill>
                <a:latin typeface="Arial MT"/>
              </a:rPr>
              <a:t> </a:t>
            </a:r>
            <a:r>
              <a:rPr b="0" lang="en-GB" sz="1800" spc="-1" strike="noStrike">
                <a:solidFill>
                  <a:srgbClr val="000000"/>
                </a:solidFill>
                <a:latin typeface="Arial MT"/>
              </a:rPr>
              <a:t>tree</a:t>
            </a:r>
            <a:r>
              <a:rPr b="0" lang="en-GB" sz="1800" spc="-26" strike="noStrike">
                <a:solidFill>
                  <a:srgbClr val="000000"/>
                </a:solidFill>
                <a:latin typeface="Arial MT"/>
              </a:rPr>
              <a:t> </a:t>
            </a:r>
            <a:r>
              <a:rPr b="0" lang="en-GB" sz="1800" spc="-1" strike="noStrike">
                <a:solidFill>
                  <a:srgbClr val="000000"/>
                </a:solidFill>
                <a:latin typeface="Arial MT"/>
              </a:rPr>
              <a:t>is</a:t>
            </a:r>
            <a:r>
              <a:rPr b="0" lang="en-GB" sz="1800" spc="-26" strike="noStrike">
                <a:solidFill>
                  <a:srgbClr val="000000"/>
                </a:solidFill>
                <a:latin typeface="Arial MT"/>
              </a:rPr>
              <a:t> </a:t>
            </a:r>
            <a:r>
              <a:rPr b="0" lang="en-GB" sz="1800" spc="-1" strike="noStrike">
                <a:solidFill>
                  <a:srgbClr val="000000"/>
                </a:solidFill>
                <a:latin typeface="Arial MT"/>
              </a:rPr>
              <a:t>trained</a:t>
            </a:r>
            <a:r>
              <a:rPr b="0" lang="en-GB" sz="1800" spc="-26" strike="noStrike">
                <a:solidFill>
                  <a:srgbClr val="000000"/>
                </a:solidFill>
                <a:latin typeface="Arial MT"/>
              </a:rPr>
              <a:t> </a:t>
            </a:r>
            <a:r>
              <a:rPr b="0" lang="en-GB" sz="1800" spc="-1" strike="noStrike">
                <a:solidFill>
                  <a:srgbClr val="000000"/>
                </a:solidFill>
                <a:latin typeface="Arial MT"/>
              </a:rPr>
              <a:t>with</a:t>
            </a:r>
            <a:r>
              <a:rPr b="0" lang="en-GB" sz="1800" spc="-26"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data</a:t>
            </a:r>
            <a:r>
              <a:rPr b="0" lang="en-GB" sz="1800" spc="-21" strike="noStrike">
                <a:solidFill>
                  <a:srgbClr val="000000"/>
                </a:solidFill>
                <a:latin typeface="Arial MT"/>
              </a:rPr>
              <a:t> </a:t>
            </a:r>
            <a:r>
              <a:rPr b="0" lang="en-GB" sz="1800" spc="-1" strike="noStrike">
                <a:solidFill>
                  <a:srgbClr val="000000"/>
                </a:solidFill>
                <a:latin typeface="Arial MT"/>
              </a:rPr>
              <a:t>that</a:t>
            </a:r>
            <a:r>
              <a:rPr b="0" lang="en-GB" sz="1800" spc="-26" strike="noStrike">
                <a:solidFill>
                  <a:srgbClr val="000000"/>
                </a:solidFill>
                <a:latin typeface="Arial MT"/>
              </a:rPr>
              <a:t> you </a:t>
            </a:r>
            <a:r>
              <a:rPr b="0" lang="en-GB" sz="1800" spc="-26" strike="noStrike">
                <a:solidFill>
                  <a:srgbClr val="000000"/>
                </a:solidFill>
                <a:latin typeface="Arial MT"/>
              </a:rPr>
              <a:t>	</a:t>
            </a:r>
            <a:r>
              <a:rPr b="0" lang="en-GB" sz="1800" spc="-1" strike="noStrike">
                <a:solidFill>
                  <a:srgbClr val="000000"/>
                </a:solidFill>
                <a:latin typeface="Arial MT"/>
              </a:rPr>
              <a:t>have,</a:t>
            </a:r>
            <a:r>
              <a:rPr b="0" lang="en-GB" sz="1800" spc="-26" strike="noStrike">
                <a:solidFill>
                  <a:srgbClr val="000000"/>
                </a:solidFill>
                <a:latin typeface="Arial MT"/>
              </a:rPr>
              <a:t> </a:t>
            </a:r>
            <a:r>
              <a:rPr b="0" lang="en-GB" sz="1800" spc="-1" strike="noStrike">
                <a:solidFill>
                  <a:srgbClr val="000000"/>
                </a:solidFill>
                <a:latin typeface="Arial MT"/>
              </a:rPr>
              <a:t>and</a:t>
            </a:r>
            <a:r>
              <a:rPr b="0" lang="en-GB" sz="1800" spc="-26"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target</a:t>
            </a:r>
            <a:r>
              <a:rPr b="0" lang="en-GB" sz="1800" spc="-26" strike="noStrike">
                <a:solidFill>
                  <a:srgbClr val="000000"/>
                </a:solidFill>
                <a:latin typeface="Arial MT"/>
              </a:rPr>
              <a:t> </a:t>
            </a:r>
            <a:r>
              <a:rPr b="0" lang="en-GB" sz="1800" spc="-1" strike="noStrike">
                <a:solidFill>
                  <a:srgbClr val="000000"/>
                </a:solidFill>
                <a:latin typeface="Arial MT"/>
              </a:rPr>
              <a:t>variable</a:t>
            </a:r>
            <a:r>
              <a:rPr b="0" lang="en-GB" sz="1800" spc="1" strike="noStrike">
                <a:solidFill>
                  <a:srgbClr val="000000"/>
                </a:solidFill>
                <a:latin typeface="Arial MT"/>
              </a:rPr>
              <a:t> </a:t>
            </a:r>
            <a:r>
              <a:rPr b="1" lang="en-GB" sz="1800" spc="-26" strike="noStrike">
                <a:solidFill>
                  <a:srgbClr val="000000"/>
                </a:solidFill>
                <a:latin typeface="Arial"/>
              </a:rPr>
              <a:t>Y</a:t>
            </a:r>
            <a:r>
              <a:rPr b="0" lang="en-GB" sz="1800" spc="-26" strike="noStrike">
                <a:solidFill>
                  <a:srgbClr val="000000"/>
                </a:solidFill>
                <a:latin typeface="Arial MT"/>
              </a:rPr>
              <a:t>.</a:t>
            </a:r>
            <a:endParaRPr b="0" lang="en-GB" sz="1800" spc="-1" strike="noStrike">
              <a:solidFill>
                <a:srgbClr val="000000"/>
              </a:solidFill>
              <a:latin typeface="Arial"/>
            </a:endParaRPr>
          </a:p>
          <a:p>
            <a:pPr marL="223560" indent="-186120">
              <a:lnSpc>
                <a:spcPct val="100000"/>
              </a:lnSpc>
              <a:buClr>
                <a:srgbClr val="000000"/>
              </a:buClr>
              <a:buSzPct val="94000"/>
              <a:buFont typeface="Calibri"/>
              <a:buAutoNum type="arabicPeriod"/>
              <a:tabLst>
                <a:tab algn="l" pos="223560"/>
              </a:tabLst>
            </a:pPr>
            <a:r>
              <a:rPr b="0" lang="en-GB" sz="1800" spc="-1" strike="noStrike">
                <a:solidFill>
                  <a:srgbClr val="000000"/>
                </a:solidFill>
                <a:latin typeface="Arial MT"/>
              </a:rPr>
              <a:t>We</a:t>
            </a:r>
            <a:r>
              <a:rPr b="0" lang="en-GB" sz="1800" spc="-26" strike="noStrike">
                <a:solidFill>
                  <a:srgbClr val="000000"/>
                </a:solidFill>
                <a:latin typeface="Arial MT"/>
              </a:rPr>
              <a:t> </a:t>
            </a:r>
            <a:r>
              <a:rPr b="0" lang="en-GB" sz="1800" spc="-1" strike="noStrike">
                <a:solidFill>
                  <a:srgbClr val="000000"/>
                </a:solidFill>
                <a:latin typeface="Arial MT"/>
              </a:rPr>
              <a:t>then</a:t>
            </a:r>
            <a:r>
              <a:rPr b="0" lang="en-GB" sz="1800" spc="-26" strike="noStrike">
                <a:solidFill>
                  <a:srgbClr val="000000"/>
                </a:solidFill>
                <a:latin typeface="Arial MT"/>
              </a:rPr>
              <a:t> </a:t>
            </a:r>
            <a:r>
              <a:rPr b="0" lang="en-GB" sz="1800" spc="-1" strike="noStrike">
                <a:solidFill>
                  <a:srgbClr val="000000"/>
                </a:solidFill>
                <a:latin typeface="Arial MT"/>
              </a:rPr>
              <a:t>compute</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residual</a:t>
            </a:r>
            <a:r>
              <a:rPr b="0" lang="en-GB" sz="1800" spc="-21" strike="noStrike">
                <a:solidFill>
                  <a:srgbClr val="000000"/>
                </a:solidFill>
                <a:latin typeface="Arial MT"/>
              </a:rPr>
              <a:t> </a:t>
            </a:r>
            <a:r>
              <a:rPr b="0" lang="en-GB" sz="1800" spc="-1" strike="noStrike">
                <a:solidFill>
                  <a:srgbClr val="000000"/>
                </a:solidFill>
                <a:latin typeface="Arial MT"/>
              </a:rPr>
              <a:t>error</a:t>
            </a:r>
            <a:r>
              <a:rPr b="0" lang="en-GB" sz="1800" spc="-26" strike="noStrike">
                <a:solidFill>
                  <a:srgbClr val="000000"/>
                </a:solidFill>
                <a:latin typeface="Arial MT"/>
              </a:rPr>
              <a:t> </a:t>
            </a:r>
            <a:r>
              <a:rPr b="0" lang="en-GB" sz="1800" spc="-1" strike="noStrike">
                <a:solidFill>
                  <a:srgbClr val="000000"/>
                </a:solidFill>
                <a:latin typeface="Arial MT"/>
              </a:rPr>
              <a:t>for</a:t>
            </a:r>
            <a:r>
              <a:rPr b="0" lang="en-GB" sz="1800" spc="-21" strike="noStrike">
                <a:solidFill>
                  <a:srgbClr val="000000"/>
                </a:solidFill>
                <a:latin typeface="Arial MT"/>
              </a:rPr>
              <a:t> </a:t>
            </a:r>
            <a:r>
              <a:rPr b="0" lang="en-GB" sz="1800" spc="-1" strike="noStrike">
                <a:solidFill>
                  <a:srgbClr val="000000"/>
                </a:solidFill>
                <a:latin typeface="Arial MT"/>
              </a:rPr>
              <a:t>this</a:t>
            </a:r>
            <a:r>
              <a:rPr b="0" lang="en-GB" sz="1800" spc="-26" strike="noStrike">
                <a:solidFill>
                  <a:srgbClr val="000000"/>
                </a:solidFill>
                <a:latin typeface="Arial MT"/>
              </a:rPr>
              <a:t> </a:t>
            </a:r>
            <a:r>
              <a:rPr b="0" lang="en-GB" sz="1800" spc="-12" strike="noStrike">
                <a:solidFill>
                  <a:srgbClr val="000000"/>
                </a:solidFill>
                <a:latin typeface="Arial MT"/>
              </a:rPr>
              <a:t>tree.</a:t>
            </a:r>
            <a:endParaRPr b="0" lang="en-GB" sz="1800" spc="-1" strike="noStrike">
              <a:solidFill>
                <a:srgbClr val="000000"/>
              </a:solidFill>
              <a:latin typeface="Arial"/>
            </a:endParaRPr>
          </a:p>
          <a:p>
            <a:pPr marL="223560" indent="-186120">
              <a:lnSpc>
                <a:spcPct val="100000"/>
              </a:lnSpc>
              <a:spcBef>
                <a:spcPts val="646"/>
              </a:spcBef>
              <a:buClr>
                <a:srgbClr val="000000"/>
              </a:buClr>
              <a:buSzPct val="94000"/>
              <a:buFont typeface="Calibri"/>
              <a:buAutoNum type="arabicPeriod"/>
              <a:tabLst>
                <a:tab algn="l" pos="223560"/>
              </a:tabLst>
            </a:pPr>
            <a:r>
              <a:rPr b="0" lang="en-GB" sz="2700" spc="-1" strike="noStrike" baseline="20000">
                <a:solidFill>
                  <a:srgbClr val="000000"/>
                </a:solidFill>
                <a:latin typeface="Arial MT"/>
              </a:rPr>
              <a:t>The</a:t>
            </a:r>
            <a:r>
              <a:rPr b="0" lang="en-GB" sz="2700" spc="-38" strike="noStrike" baseline="20000">
                <a:solidFill>
                  <a:srgbClr val="000000"/>
                </a:solidFill>
                <a:latin typeface="Arial MT"/>
              </a:rPr>
              <a:t> </a:t>
            </a:r>
            <a:r>
              <a:rPr b="0" lang="en-GB" sz="2700" spc="-1" strike="noStrike" baseline="20000">
                <a:solidFill>
                  <a:srgbClr val="000000"/>
                </a:solidFill>
                <a:latin typeface="Arial MT"/>
              </a:rPr>
              <a:t>residual</a:t>
            </a:r>
            <a:r>
              <a:rPr b="0" lang="en-GB" sz="2700" spc="-32" strike="noStrike" baseline="20000">
                <a:solidFill>
                  <a:srgbClr val="000000"/>
                </a:solidFill>
                <a:latin typeface="Arial MT"/>
              </a:rPr>
              <a:t> </a:t>
            </a:r>
            <a:r>
              <a:rPr b="0" lang="en-GB" sz="2700" spc="-1" strike="noStrike" baseline="20000">
                <a:solidFill>
                  <a:srgbClr val="000000"/>
                </a:solidFill>
                <a:latin typeface="Arial MT"/>
              </a:rPr>
              <a:t>error</a:t>
            </a:r>
            <a:r>
              <a:rPr b="0" lang="en-GB" sz="2700" spc="-32" strike="noStrike" baseline="20000">
                <a:solidFill>
                  <a:srgbClr val="000000"/>
                </a:solidFill>
                <a:latin typeface="Arial MT"/>
              </a:rPr>
              <a:t> </a:t>
            </a:r>
            <a:r>
              <a:rPr b="0" lang="en-GB" sz="2700" spc="-1" strike="noStrike" baseline="20000">
                <a:solidFill>
                  <a:srgbClr val="000000"/>
                </a:solidFill>
                <a:latin typeface="Arial MT"/>
              </a:rPr>
              <a:t>is</a:t>
            </a:r>
            <a:r>
              <a:rPr b="0" lang="en-GB" sz="2700" spc="-32" strike="noStrike" baseline="20000">
                <a:solidFill>
                  <a:srgbClr val="000000"/>
                </a:solidFill>
                <a:latin typeface="Arial MT"/>
              </a:rPr>
              <a:t> </a:t>
            </a:r>
            <a:r>
              <a:rPr b="0" lang="en-GB" sz="2700" spc="-1" strike="noStrike" baseline="20000">
                <a:solidFill>
                  <a:srgbClr val="000000"/>
                </a:solidFill>
                <a:latin typeface="Arial MT"/>
              </a:rPr>
              <a:t>given</a:t>
            </a:r>
            <a:r>
              <a:rPr b="0" lang="en-GB" sz="2700" spc="-38" strike="noStrike" baseline="20000">
                <a:solidFill>
                  <a:srgbClr val="000000"/>
                </a:solidFill>
                <a:latin typeface="Arial MT"/>
              </a:rPr>
              <a:t> </a:t>
            </a:r>
            <a:r>
              <a:rPr b="0" lang="en-GB" sz="2700" spc="-1" strike="noStrike" baseline="20000">
                <a:solidFill>
                  <a:srgbClr val="000000"/>
                </a:solidFill>
                <a:latin typeface="Arial MT"/>
              </a:rPr>
              <a:t>by</a:t>
            </a:r>
            <a:r>
              <a:rPr b="0" lang="en-GB" sz="2700" spc="-32" strike="noStrike" baseline="20000">
                <a:solidFill>
                  <a:srgbClr val="000000"/>
                </a:solidFill>
                <a:latin typeface="Arial MT"/>
              </a:rPr>
              <a:t> </a:t>
            </a:r>
            <a:r>
              <a:rPr b="0" lang="en-GB" sz="2700" spc="-1" strike="noStrike" baseline="20000">
                <a:solidFill>
                  <a:srgbClr val="000000"/>
                </a:solidFill>
                <a:latin typeface="Arial MT"/>
              </a:rPr>
              <a:t>the</a:t>
            </a:r>
            <a:r>
              <a:rPr b="0" lang="en-GB" sz="2700" spc="-32" strike="noStrike" baseline="20000">
                <a:solidFill>
                  <a:srgbClr val="000000"/>
                </a:solidFill>
                <a:latin typeface="Arial MT"/>
              </a:rPr>
              <a:t> </a:t>
            </a:r>
            <a:r>
              <a:rPr b="0" lang="en-GB" sz="2700" spc="-1" strike="noStrike" baseline="20000">
                <a:solidFill>
                  <a:srgbClr val="000000"/>
                </a:solidFill>
                <a:latin typeface="Arial MT"/>
              </a:rPr>
              <a:t>difference</a:t>
            </a:r>
            <a:r>
              <a:rPr b="0" lang="en-GB" sz="2700" spc="-32" strike="noStrike" baseline="20000">
                <a:solidFill>
                  <a:srgbClr val="000000"/>
                </a:solidFill>
                <a:latin typeface="Arial MT"/>
              </a:rPr>
              <a:t> </a:t>
            </a:r>
            <a:r>
              <a:rPr b="0" lang="en-GB" sz="2700" spc="-1" strike="noStrike" baseline="20000">
                <a:solidFill>
                  <a:srgbClr val="000000"/>
                </a:solidFill>
                <a:latin typeface="Arial MT"/>
              </a:rPr>
              <a:t>between</a:t>
            </a:r>
            <a:r>
              <a:rPr b="0" lang="en-GB" sz="2700" spc="378" strike="noStrike" baseline="20000">
                <a:solidFill>
                  <a:srgbClr val="000000"/>
                </a:solidFill>
                <a:latin typeface="Arial MT"/>
              </a:rPr>
              <a:t> </a:t>
            </a:r>
            <a:r>
              <a:rPr b="0" lang="en-GB" sz="1800" spc="-1" strike="noStrike">
                <a:solidFill>
                  <a:srgbClr val="000000"/>
                </a:solidFill>
                <a:latin typeface="Calibri"/>
              </a:rPr>
              <a:t>7.</a:t>
            </a:r>
            <a:r>
              <a:rPr b="0" lang="en-GB" sz="1800" spc="-1" strike="noStrike">
                <a:solidFill>
                  <a:srgbClr val="000000"/>
                </a:solidFill>
                <a:latin typeface="Arial MT"/>
              </a:rPr>
              <a:t>The</a:t>
            </a:r>
            <a:r>
              <a:rPr b="0" lang="en-GB" sz="1800" spc="-26" strike="noStrike">
                <a:solidFill>
                  <a:srgbClr val="000000"/>
                </a:solidFill>
                <a:latin typeface="Arial MT"/>
              </a:rPr>
              <a:t> </a:t>
            </a:r>
            <a:r>
              <a:rPr b="0" lang="en-GB" sz="1800" spc="-1" strike="noStrike">
                <a:solidFill>
                  <a:srgbClr val="000000"/>
                </a:solidFill>
                <a:latin typeface="Arial MT"/>
              </a:rPr>
              <a:t>shrinkage</a:t>
            </a:r>
            <a:r>
              <a:rPr b="0" lang="en-GB" sz="1800" spc="-21" strike="noStrike">
                <a:solidFill>
                  <a:srgbClr val="000000"/>
                </a:solidFill>
                <a:latin typeface="Arial MT"/>
              </a:rPr>
              <a:t> </a:t>
            </a:r>
            <a:r>
              <a:rPr b="0" lang="en-GB" sz="1800" spc="-1" strike="noStrike">
                <a:solidFill>
                  <a:srgbClr val="000000"/>
                </a:solidFill>
                <a:latin typeface="Arial MT"/>
              </a:rPr>
              <a:t>is</a:t>
            </a:r>
            <a:r>
              <a:rPr b="0" lang="en-GB" sz="1800" spc="-21" strike="noStrike">
                <a:solidFill>
                  <a:srgbClr val="000000"/>
                </a:solidFill>
                <a:latin typeface="Arial MT"/>
              </a:rPr>
              <a:t> </a:t>
            </a:r>
            <a:r>
              <a:rPr b="0" lang="en-GB" sz="1800" spc="-1" strike="noStrike">
                <a:solidFill>
                  <a:srgbClr val="000000"/>
                </a:solidFill>
                <a:latin typeface="Arial MT"/>
              </a:rPr>
              <a:t>a</a:t>
            </a:r>
            <a:r>
              <a:rPr b="0" lang="en-GB" sz="1800" spc="-21" strike="noStrike">
                <a:solidFill>
                  <a:srgbClr val="000000"/>
                </a:solidFill>
                <a:latin typeface="Arial MT"/>
              </a:rPr>
              <a:t> </a:t>
            </a:r>
            <a:r>
              <a:rPr b="0" lang="en-GB" sz="1800" spc="-1" strike="noStrike">
                <a:solidFill>
                  <a:srgbClr val="000000"/>
                </a:solidFill>
                <a:latin typeface="Arial MT"/>
              </a:rPr>
              <a:t>factor</a:t>
            </a:r>
            <a:r>
              <a:rPr b="0" lang="en-GB" sz="1800" spc="-21" strike="noStrike">
                <a:solidFill>
                  <a:srgbClr val="000000"/>
                </a:solidFill>
                <a:latin typeface="Arial MT"/>
              </a:rPr>
              <a:t> </a:t>
            </a:r>
            <a:r>
              <a:rPr b="0" lang="en-GB" sz="1800" spc="-1" strike="noStrike">
                <a:solidFill>
                  <a:srgbClr val="000000"/>
                </a:solidFill>
                <a:latin typeface="Arial MT"/>
              </a:rPr>
              <a:t>with</a:t>
            </a:r>
            <a:r>
              <a:rPr b="0" lang="en-GB" sz="1800" spc="-26" strike="noStrike">
                <a:solidFill>
                  <a:srgbClr val="000000"/>
                </a:solidFill>
                <a:latin typeface="Arial MT"/>
              </a:rPr>
              <a:t> </a:t>
            </a:r>
            <a:r>
              <a:rPr b="0" lang="en-GB" sz="1800" spc="-1" strike="noStrike">
                <a:solidFill>
                  <a:srgbClr val="000000"/>
                </a:solidFill>
                <a:latin typeface="Arial MT"/>
              </a:rPr>
              <a:t>which</a:t>
            </a:r>
            <a:r>
              <a:rPr b="0" lang="en-GB" sz="1800" spc="-21" strike="noStrike">
                <a:solidFill>
                  <a:srgbClr val="000000"/>
                </a:solidFill>
                <a:latin typeface="Arial MT"/>
              </a:rPr>
              <a:t> </a:t>
            </a:r>
            <a:r>
              <a:rPr b="0" lang="en-GB" sz="1800" spc="-1" strike="noStrike">
                <a:solidFill>
                  <a:srgbClr val="000000"/>
                </a:solidFill>
                <a:latin typeface="Arial MT"/>
              </a:rPr>
              <a:t>we</a:t>
            </a:r>
            <a:r>
              <a:rPr b="0" lang="en-GB" sz="1800" spc="-21" strike="noStrike">
                <a:solidFill>
                  <a:srgbClr val="000000"/>
                </a:solidFill>
                <a:latin typeface="Arial MT"/>
              </a:rPr>
              <a:t> </a:t>
            </a:r>
            <a:r>
              <a:rPr b="0" lang="en-GB" sz="1800" spc="-1" strike="noStrike">
                <a:solidFill>
                  <a:srgbClr val="000000"/>
                </a:solidFill>
                <a:latin typeface="Arial MT"/>
              </a:rPr>
              <a:t>control</a:t>
            </a:r>
            <a:r>
              <a:rPr b="0" lang="en-GB" sz="1800" spc="-21"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rate</a:t>
            </a:r>
            <a:endParaRPr b="0" lang="en-GB" sz="1800" spc="-1" strike="noStrike">
              <a:solidFill>
                <a:srgbClr val="000000"/>
              </a:solidFill>
              <a:latin typeface="Arial"/>
            </a:endParaRPr>
          </a:p>
        </p:txBody>
      </p:sp>
      <p:sp>
        <p:nvSpPr>
          <p:cNvPr id="165" name="object 11"/>
          <p:cNvSpPr/>
          <p:nvPr/>
        </p:nvSpPr>
        <p:spPr>
          <a:xfrm>
            <a:off x="5729040" y="4193280"/>
            <a:ext cx="5610600" cy="56088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GB" sz="1800" spc="-1" strike="noStrike">
                <a:solidFill>
                  <a:srgbClr val="000000"/>
                </a:solidFill>
                <a:latin typeface="Arial MT"/>
              </a:rPr>
              <a:t>at</a:t>
            </a:r>
            <a:r>
              <a:rPr b="0" lang="en-GB" sz="1800" spc="-32" strike="noStrike">
                <a:solidFill>
                  <a:srgbClr val="000000"/>
                </a:solidFill>
                <a:latin typeface="Arial MT"/>
              </a:rPr>
              <a:t> </a:t>
            </a:r>
            <a:r>
              <a:rPr b="0" lang="en-GB" sz="1800" spc="-1" strike="noStrike">
                <a:solidFill>
                  <a:srgbClr val="000000"/>
                </a:solidFill>
                <a:latin typeface="Arial MT"/>
              </a:rPr>
              <a:t>which</a:t>
            </a:r>
            <a:r>
              <a:rPr b="0" lang="en-GB" sz="1800" spc="-21" strike="noStrike">
                <a:solidFill>
                  <a:srgbClr val="000000"/>
                </a:solidFill>
                <a:latin typeface="Arial MT"/>
              </a:rPr>
              <a:t> </a:t>
            </a:r>
            <a:r>
              <a:rPr b="0" lang="en-GB" sz="1800" spc="-1" strike="noStrike">
                <a:solidFill>
                  <a:srgbClr val="000000"/>
                </a:solidFill>
                <a:latin typeface="Arial MT"/>
              </a:rPr>
              <a:t>we</a:t>
            </a:r>
            <a:r>
              <a:rPr b="0" lang="en-GB" sz="1800" spc="-15" strike="noStrike">
                <a:solidFill>
                  <a:srgbClr val="000000"/>
                </a:solidFill>
                <a:latin typeface="Arial MT"/>
              </a:rPr>
              <a:t> </a:t>
            </a:r>
            <a:r>
              <a:rPr b="0" lang="en-GB" sz="1800" spc="-1" strike="noStrike">
                <a:solidFill>
                  <a:srgbClr val="000000"/>
                </a:solidFill>
                <a:latin typeface="Arial MT"/>
              </a:rPr>
              <a:t>want</a:t>
            </a:r>
            <a:r>
              <a:rPr b="0" lang="en-GB" sz="1800" spc="-21" strike="noStrike">
                <a:solidFill>
                  <a:srgbClr val="000000"/>
                </a:solidFill>
                <a:latin typeface="Arial MT"/>
              </a:rPr>
              <a:t> </a:t>
            </a:r>
            <a:r>
              <a:rPr b="0" lang="en-GB" sz="1800" spc="-1" strike="noStrike">
                <a:solidFill>
                  <a:srgbClr val="000000"/>
                </a:solidFill>
                <a:latin typeface="Arial MT"/>
              </a:rPr>
              <a:t>this</a:t>
            </a:r>
            <a:r>
              <a:rPr b="0" lang="en-GB" sz="1800" spc="-21" strike="noStrike">
                <a:solidFill>
                  <a:srgbClr val="000000"/>
                </a:solidFill>
                <a:latin typeface="Arial MT"/>
              </a:rPr>
              <a:t> </a:t>
            </a:r>
            <a:r>
              <a:rPr b="0" lang="en-GB" sz="1800" spc="-1" strike="noStrike">
                <a:solidFill>
                  <a:srgbClr val="000000"/>
                </a:solidFill>
                <a:latin typeface="Arial MT"/>
              </a:rPr>
              <a:t>gradient</a:t>
            </a:r>
            <a:r>
              <a:rPr b="0" lang="en-GB" sz="1800" spc="-15" strike="noStrike">
                <a:solidFill>
                  <a:srgbClr val="000000"/>
                </a:solidFill>
                <a:latin typeface="Arial MT"/>
              </a:rPr>
              <a:t> </a:t>
            </a:r>
            <a:r>
              <a:rPr b="0" lang="en-GB" sz="1800" spc="-1" strike="noStrike">
                <a:solidFill>
                  <a:srgbClr val="000000"/>
                </a:solidFill>
                <a:latin typeface="Arial MT"/>
              </a:rPr>
              <a:t>boosting</a:t>
            </a:r>
            <a:r>
              <a:rPr b="0" lang="en-GB" sz="1800" spc="-21" strike="noStrike">
                <a:solidFill>
                  <a:srgbClr val="000000"/>
                </a:solidFill>
                <a:latin typeface="Arial MT"/>
              </a:rPr>
              <a:t> </a:t>
            </a:r>
            <a:r>
              <a:rPr b="0" lang="en-GB" sz="1800" spc="-1" strike="noStrike">
                <a:solidFill>
                  <a:srgbClr val="000000"/>
                </a:solidFill>
                <a:latin typeface="Arial MT"/>
              </a:rPr>
              <a:t>process</a:t>
            </a:r>
            <a:r>
              <a:rPr b="0" lang="en-GB" sz="1800" spc="-21" strike="noStrike">
                <a:solidFill>
                  <a:srgbClr val="000000"/>
                </a:solidFill>
                <a:latin typeface="Arial MT"/>
              </a:rPr>
              <a:t> </a:t>
            </a:r>
            <a:r>
              <a:rPr b="0" lang="en-GB" sz="1800" spc="-1" strike="noStrike">
                <a:solidFill>
                  <a:srgbClr val="000000"/>
                </a:solidFill>
                <a:latin typeface="Arial MT"/>
              </a:rPr>
              <a:t>to</a:t>
            </a:r>
            <a:r>
              <a:rPr b="0" lang="en-GB" sz="1800" spc="-15" strike="noStrike">
                <a:solidFill>
                  <a:srgbClr val="000000"/>
                </a:solidFill>
                <a:latin typeface="Arial MT"/>
              </a:rPr>
              <a:t> </a:t>
            </a:r>
            <a:r>
              <a:rPr b="0" lang="en-GB" sz="1800" spc="-21" strike="noStrike">
                <a:solidFill>
                  <a:srgbClr val="000000"/>
                </a:solidFill>
                <a:latin typeface="Arial MT"/>
              </a:rPr>
              <a:t>take </a:t>
            </a:r>
            <a:r>
              <a:rPr b="0" lang="en-GB" sz="1800" spc="-12" strike="noStrike">
                <a:solidFill>
                  <a:srgbClr val="000000"/>
                </a:solidFill>
                <a:latin typeface="Arial MT"/>
              </a:rPr>
              <a:t>place.</a:t>
            </a:r>
            <a:endParaRPr b="0" lang="en-GB" sz="1800" spc="-1" strike="noStrike">
              <a:solidFill>
                <a:srgbClr val="000000"/>
              </a:solidFill>
              <a:latin typeface="Arial"/>
            </a:endParaRPr>
          </a:p>
        </p:txBody>
      </p:sp>
      <p:sp>
        <p:nvSpPr>
          <p:cNvPr id="166" name="object 12"/>
          <p:cNvSpPr/>
          <p:nvPr/>
        </p:nvSpPr>
        <p:spPr>
          <a:xfrm>
            <a:off x="5555520" y="4741920"/>
            <a:ext cx="5617080" cy="2481120"/>
          </a:xfrm>
          <a:prstGeom prst="rect">
            <a:avLst/>
          </a:prstGeom>
          <a:noFill/>
          <a:ln w="0">
            <a:noFill/>
          </a:ln>
        </p:spPr>
        <p:style>
          <a:lnRef idx="0"/>
          <a:fillRef idx="0"/>
          <a:effectRef idx="0"/>
          <a:fontRef idx="minor"/>
        </p:style>
        <p:txBody>
          <a:bodyPr lIns="0" rIns="0" tIns="12600" bIns="0" anchor="t">
            <a:spAutoFit/>
          </a:bodyPr>
          <a:p>
            <a:pPr marL="186120" indent="-173880">
              <a:lnSpc>
                <a:spcPct val="100000"/>
              </a:lnSpc>
              <a:spcBef>
                <a:spcPts val="99"/>
              </a:spcBef>
              <a:tabLst>
                <a:tab algn="l" pos="0"/>
              </a:tabLst>
            </a:pPr>
            <a:r>
              <a:rPr b="0" lang="en-GB" sz="1800" spc="-1" strike="noStrike">
                <a:solidFill>
                  <a:srgbClr val="000000"/>
                </a:solidFill>
                <a:latin typeface="Calibri"/>
              </a:rPr>
              <a:t>8.</a:t>
            </a:r>
            <a:r>
              <a:rPr b="0" lang="en-GB" sz="1800" spc="-1" strike="noStrike">
                <a:solidFill>
                  <a:srgbClr val="000000"/>
                </a:solidFill>
                <a:latin typeface="Arial MT"/>
              </a:rPr>
              <a:t>A</a:t>
            </a:r>
            <a:r>
              <a:rPr b="0" lang="en-GB" sz="1800" spc="-131" strike="noStrike">
                <a:solidFill>
                  <a:srgbClr val="000000"/>
                </a:solidFill>
                <a:latin typeface="Arial MT"/>
              </a:rPr>
              <a:t> </a:t>
            </a:r>
            <a:r>
              <a:rPr b="0" lang="en-GB" sz="1800" spc="-1" strike="noStrike">
                <a:solidFill>
                  <a:srgbClr val="000000"/>
                </a:solidFill>
                <a:latin typeface="Arial MT"/>
              </a:rPr>
              <a:t>small</a:t>
            </a:r>
            <a:r>
              <a:rPr b="0" lang="en-GB" sz="1800" spc="-21" strike="noStrike">
                <a:solidFill>
                  <a:srgbClr val="000000"/>
                </a:solidFill>
                <a:latin typeface="Arial MT"/>
              </a:rPr>
              <a:t> </a:t>
            </a:r>
            <a:r>
              <a:rPr b="0" lang="en-GB" sz="1800" spc="-1" strike="noStrike">
                <a:solidFill>
                  <a:srgbClr val="000000"/>
                </a:solidFill>
                <a:latin typeface="Arial MT"/>
              </a:rPr>
              <a:t>value</a:t>
            </a:r>
            <a:r>
              <a:rPr b="0" lang="en-GB" sz="1800" spc="-26"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shrinkage</a:t>
            </a:r>
            <a:r>
              <a:rPr b="0" lang="en-GB" sz="1800" spc="-21" strike="noStrike">
                <a:solidFill>
                  <a:srgbClr val="000000"/>
                </a:solidFill>
                <a:latin typeface="Arial MT"/>
              </a:rPr>
              <a:t> </a:t>
            </a:r>
            <a:r>
              <a:rPr b="0" lang="en-GB" sz="1800" spc="-1" strike="noStrike">
                <a:solidFill>
                  <a:srgbClr val="000000"/>
                </a:solidFill>
                <a:latin typeface="Arial MT"/>
              </a:rPr>
              <a:t>(learning</a:t>
            </a:r>
            <a:r>
              <a:rPr b="0" lang="en-GB" sz="1800" spc="-26" strike="noStrike">
                <a:solidFill>
                  <a:srgbClr val="000000"/>
                </a:solidFill>
                <a:latin typeface="Arial MT"/>
              </a:rPr>
              <a:t> </a:t>
            </a:r>
            <a:r>
              <a:rPr b="0" lang="en-GB" sz="1800" spc="-1" strike="noStrike">
                <a:solidFill>
                  <a:srgbClr val="000000"/>
                </a:solidFill>
                <a:latin typeface="Arial MT"/>
              </a:rPr>
              <a:t>rate)</a:t>
            </a:r>
            <a:r>
              <a:rPr b="0" lang="en-GB" sz="1800" spc="-21" strike="noStrike">
                <a:solidFill>
                  <a:srgbClr val="000000"/>
                </a:solidFill>
                <a:latin typeface="Arial MT"/>
              </a:rPr>
              <a:t> </a:t>
            </a:r>
            <a:r>
              <a:rPr b="0" lang="en-GB" sz="1800" spc="-1" strike="noStrike">
                <a:solidFill>
                  <a:srgbClr val="000000"/>
                </a:solidFill>
                <a:latin typeface="Arial MT"/>
              </a:rPr>
              <a:t>implies</a:t>
            </a:r>
            <a:r>
              <a:rPr b="0" lang="en-GB" sz="1800" spc="-21" strike="noStrike">
                <a:solidFill>
                  <a:srgbClr val="000000"/>
                </a:solidFill>
                <a:latin typeface="Arial MT"/>
              </a:rPr>
              <a:t> that </a:t>
            </a:r>
            <a:r>
              <a:rPr b="0" lang="en-GB" sz="1800" spc="-1" strike="noStrike">
                <a:solidFill>
                  <a:srgbClr val="000000"/>
                </a:solidFill>
                <a:latin typeface="Arial MT"/>
              </a:rPr>
              <a:t>the</a:t>
            </a:r>
            <a:r>
              <a:rPr b="0" lang="en-GB" sz="1800" spc="-41" strike="noStrike">
                <a:solidFill>
                  <a:srgbClr val="000000"/>
                </a:solidFill>
                <a:latin typeface="Arial MT"/>
              </a:rPr>
              <a:t> </a:t>
            </a:r>
            <a:r>
              <a:rPr b="0" lang="en-GB" sz="1800" spc="-1" strike="noStrike">
                <a:solidFill>
                  <a:srgbClr val="000000"/>
                </a:solidFill>
                <a:latin typeface="Arial MT"/>
              </a:rPr>
              <a:t>algorithm</a:t>
            </a:r>
            <a:r>
              <a:rPr b="0" lang="en-GB" sz="1800" spc="-26" strike="noStrike">
                <a:solidFill>
                  <a:srgbClr val="000000"/>
                </a:solidFill>
                <a:latin typeface="Arial MT"/>
              </a:rPr>
              <a:t> </a:t>
            </a:r>
            <a:r>
              <a:rPr b="0" lang="en-GB" sz="1800" spc="-1" strike="noStrike">
                <a:solidFill>
                  <a:srgbClr val="000000"/>
                </a:solidFill>
                <a:latin typeface="Arial MT"/>
              </a:rPr>
              <a:t>will</a:t>
            </a:r>
            <a:r>
              <a:rPr b="0" lang="en-GB" sz="1800" spc="-26" strike="noStrike">
                <a:solidFill>
                  <a:srgbClr val="000000"/>
                </a:solidFill>
                <a:latin typeface="Arial MT"/>
              </a:rPr>
              <a:t> </a:t>
            </a:r>
            <a:r>
              <a:rPr b="0" lang="en-GB" sz="1800" spc="-1" strike="noStrike">
                <a:solidFill>
                  <a:srgbClr val="000000"/>
                </a:solidFill>
                <a:latin typeface="Arial MT"/>
              </a:rPr>
              <a:t>learn</a:t>
            </a:r>
            <a:r>
              <a:rPr b="0" lang="en-GB" sz="1800" spc="-32" strike="noStrike">
                <a:solidFill>
                  <a:srgbClr val="000000"/>
                </a:solidFill>
                <a:latin typeface="Arial MT"/>
              </a:rPr>
              <a:t> </a:t>
            </a:r>
            <a:r>
              <a:rPr b="0" lang="en-GB" sz="1800" spc="-1" strike="noStrike">
                <a:solidFill>
                  <a:srgbClr val="000000"/>
                </a:solidFill>
                <a:latin typeface="Arial MT"/>
              </a:rPr>
              <a:t>more</a:t>
            </a:r>
            <a:r>
              <a:rPr b="0" lang="en-GB" sz="1800" spc="-26" strike="noStrike">
                <a:solidFill>
                  <a:srgbClr val="000000"/>
                </a:solidFill>
                <a:latin typeface="Arial MT"/>
              </a:rPr>
              <a:t> </a:t>
            </a:r>
            <a:r>
              <a:rPr b="0" lang="en-GB" sz="1800" spc="-12" strike="noStrike">
                <a:solidFill>
                  <a:srgbClr val="000000"/>
                </a:solidFill>
                <a:latin typeface="Arial MT"/>
              </a:rPr>
              <a:t>quickly,</a:t>
            </a:r>
            <a:r>
              <a:rPr b="0" lang="en-GB" sz="1800" spc="-26" strike="noStrike">
                <a:solidFill>
                  <a:srgbClr val="000000"/>
                </a:solidFill>
                <a:latin typeface="Arial MT"/>
              </a:rPr>
              <a:t> </a:t>
            </a:r>
            <a:r>
              <a:rPr b="0" lang="en-GB" sz="1800" spc="-1" strike="noStrike">
                <a:solidFill>
                  <a:srgbClr val="000000"/>
                </a:solidFill>
                <a:latin typeface="Arial MT"/>
              </a:rPr>
              <a:t>and</a:t>
            </a:r>
            <a:r>
              <a:rPr b="0" lang="en-GB" sz="1800" spc="-26" strike="noStrike">
                <a:solidFill>
                  <a:srgbClr val="000000"/>
                </a:solidFill>
                <a:latin typeface="Arial MT"/>
              </a:rPr>
              <a:t> </a:t>
            </a:r>
            <a:r>
              <a:rPr b="0" lang="en-GB" sz="1800" spc="-12" strike="noStrike">
                <a:solidFill>
                  <a:srgbClr val="000000"/>
                </a:solidFill>
                <a:latin typeface="Arial MT"/>
              </a:rPr>
              <a:t>therefore, </a:t>
            </a:r>
            <a:r>
              <a:rPr b="0" lang="en-GB" sz="1800" spc="-1" strike="noStrike">
                <a:solidFill>
                  <a:srgbClr val="000000"/>
                </a:solidFill>
                <a:latin typeface="Arial MT"/>
              </a:rPr>
              <a:t>must</a:t>
            </a:r>
            <a:r>
              <a:rPr b="0" lang="en-GB" sz="1800" spc="-32" strike="noStrike">
                <a:solidFill>
                  <a:srgbClr val="000000"/>
                </a:solidFill>
                <a:latin typeface="Arial MT"/>
              </a:rPr>
              <a:t> </a:t>
            </a:r>
            <a:r>
              <a:rPr b="0" lang="en-GB" sz="1800" spc="-1" strike="noStrike">
                <a:solidFill>
                  <a:srgbClr val="000000"/>
                </a:solidFill>
                <a:latin typeface="Arial MT"/>
              </a:rPr>
              <a:t>be</a:t>
            </a:r>
            <a:r>
              <a:rPr b="0" lang="en-GB" sz="1800" spc="-15" strike="noStrike">
                <a:solidFill>
                  <a:srgbClr val="000000"/>
                </a:solidFill>
                <a:latin typeface="Arial MT"/>
              </a:rPr>
              <a:t> </a:t>
            </a:r>
            <a:r>
              <a:rPr b="0" lang="en-GB" sz="1800" spc="-1" strike="noStrike">
                <a:solidFill>
                  <a:srgbClr val="000000"/>
                </a:solidFill>
                <a:latin typeface="Arial MT"/>
              </a:rPr>
              <a:t>compensated</a:t>
            </a:r>
            <a:r>
              <a:rPr b="0" lang="en-GB" sz="1800" spc="-15" strike="noStrike">
                <a:solidFill>
                  <a:srgbClr val="000000"/>
                </a:solidFill>
                <a:latin typeface="Arial MT"/>
              </a:rPr>
              <a:t> </a:t>
            </a:r>
            <a:r>
              <a:rPr b="0" lang="en-GB" sz="1800" spc="-1" strike="noStrike">
                <a:solidFill>
                  <a:srgbClr val="000000"/>
                </a:solidFill>
                <a:latin typeface="Arial MT"/>
              </a:rPr>
              <a:t>with</a:t>
            </a:r>
            <a:r>
              <a:rPr b="0" lang="en-GB" sz="1800" spc="-15" strike="noStrike">
                <a:solidFill>
                  <a:srgbClr val="000000"/>
                </a:solidFill>
                <a:latin typeface="Arial MT"/>
              </a:rPr>
              <a:t> </a:t>
            </a:r>
            <a:r>
              <a:rPr b="0" lang="en-GB" sz="1800" spc="-1" strike="noStrike">
                <a:solidFill>
                  <a:srgbClr val="000000"/>
                </a:solidFill>
                <a:latin typeface="Arial MT"/>
              </a:rPr>
              <a:t>a</a:t>
            </a:r>
            <a:r>
              <a:rPr b="0" lang="en-GB" sz="1800" spc="-21" strike="noStrike">
                <a:solidFill>
                  <a:srgbClr val="000000"/>
                </a:solidFill>
                <a:latin typeface="Arial MT"/>
              </a:rPr>
              <a:t> </a:t>
            </a:r>
            <a:r>
              <a:rPr b="0" lang="en-GB" sz="1800" spc="-1" strike="noStrike">
                <a:solidFill>
                  <a:srgbClr val="000000"/>
                </a:solidFill>
                <a:latin typeface="Arial MT"/>
              </a:rPr>
              <a:t>larger</a:t>
            </a:r>
            <a:r>
              <a:rPr b="0" lang="en-GB" sz="1800" spc="-15" strike="noStrike">
                <a:solidFill>
                  <a:srgbClr val="000000"/>
                </a:solidFill>
                <a:latin typeface="Arial MT"/>
              </a:rPr>
              <a:t> </a:t>
            </a:r>
            <a:r>
              <a:rPr b="0" lang="en-GB" sz="1800" spc="-1" strike="noStrike">
                <a:solidFill>
                  <a:srgbClr val="000000"/>
                </a:solidFill>
                <a:latin typeface="Arial MT"/>
              </a:rPr>
              <a:t>number</a:t>
            </a:r>
            <a:r>
              <a:rPr b="0" lang="en-GB" sz="1800" spc="-15" strike="noStrike">
                <a:solidFill>
                  <a:srgbClr val="000000"/>
                </a:solidFill>
                <a:latin typeface="Arial MT"/>
              </a:rPr>
              <a:t> </a:t>
            </a:r>
            <a:r>
              <a:rPr b="0" lang="en-GB" sz="1800" spc="-1" strike="noStrike">
                <a:solidFill>
                  <a:srgbClr val="000000"/>
                </a:solidFill>
                <a:latin typeface="Arial MT"/>
              </a:rPr>
              <a:t>of</a:t>
            </a:r>
            <a:r>
              <a:rPr b="0" lang="en-GB" sz="1800" spc="-15" strike="noStrike">
                <a:solidFill>
                  <a:srgbClr val="000000"/>
                </a:solidFill>
                <a:latin typeface="Arial MT"/>
              </a:rPr>
              <a:t> </a:t>
            </a:r>
            <a:r>
              <a:rPr b="0" lang="en-GB" sz="1800" spc="-21" strike="noStrike">
                <a:solidFill>
                  <a:srgbClr val="000000"/>
                </a:solidFill>
                <a:latin typeface="Arial MT"/>
              </a:rPr>
              <a:t>base </a:t>
            </a:r>
            <a:r>
              <a:rPr b="0" lang="en-GB" sz="1800" spc="-1" strike="noStrike">
                <a:solidFill>
                  <a:srgbClr val="000000"/>
                </a:solidFill>
                <a:latin typeface="Arial MT"/>
              </a:rPr>
              <a:t>estimators</a:t>
            </a:r>
            <a:r>
              <a:rPr b="0" lang="en-GB" sz="1800" spc="-26" strike="noStrike">
                <a:solidFill>
                  <a:srgbClr val="000000"/>
                </a:solidFill>
                <a:latin typeface="Arial MT"/>
              </a:rPr>
              <a:t> </a:t>
            </a:r>
            <a:r>
              <a:rPr b="0" lang="en-GB" sz="1800" spc="-1" strike="noStrike">
                <a:solidFill>
                  <a:srgbClr val="000000"/>
                </a:solidFill>
                <a:latin typeface="Arial MT"/>
              </a:rPr>
              <a:t>(that</a:t>
            </a:r>
            <a:r>
              <a:rPr b="0" lang="en-GB" sz="1800" spc="-15" strike="noStrike">
                <a:solidFill>
                  <a:srgbClr val="000000"/>
                </a:solidFill>
                <a:latin typeface="Arial MT"/>
              </a:rPr>
              <a:t> </a:t>
            </a:r>
            <a:r>
              <a:rPr b="0" lang="en-GB" sz="1800" spc="-1" strike="noStrike">
                <a:solidFill>
                  <a:srgbClr val="000000"/>
                </a:solidFill>
                <a:latin typeface="Arial MT"/>
              </a:rPr>
              <a:t>is,</a:t>
            </a:r>
            <a:r>
              <a:rPr b="0" lang="en-GB" sz="1800" spc="-15" strike="noStrike">
                <a:solidFill>
                  <a:srgbClr val="000000"/>
                </a:solidFill>
                <a:latin typeface="Arial MT"/>
              </a:rPr>
              <a:t> </a:t>
            </a:r>
            <a:r>
              <a:rPr b="0" lang="en-GB" sz="1800" spc="-1" strike="noStrike">
                <a:solidFill>
                  <a:srgbClr val="000000"/>
                </a:solidFill>
                <a:latin typeface="Arial MT"/>
              </a:rPr>
              <a:t>decision</a:t>
            </a:r>
            <a:r>
              <a:rPr b="0" lang="en-GB" sz="1800" spc="-15" strike="noStrike">
                <a:solidFill>
                  <a:srgbClr val="000000"/>
                </a:solidFill>
                <a:latin typeface="Arial MT"/>
              </a:rPr>
              <a:t> </a:t>
            </a:r>
            <a:r>
              <a:rPr b="0" lang="en-GB" sz="1800" spc="-1" strike="noStrike">
                <a:solidFill>
                  <a:srgbClr val="000000"/>
                </a:solidFill>
                <a:latin typeface="Arial MT"/>
              </a:rPr>
              <a:t>trees)</a:t>
            </a:r>
            <a:r>
              <a:rPr b="0" lang="en-GB" sz="1800" spc="-15" strike="noStrike">
                <a:solidFill>
                  <a:srgbClr val="000000"/>
                </a:solidFill>
                <a:latin typeface="Arial MT"/>
              </a:rPr>
              <a:t> </a:t>
            </a:r>
            <a:r>
              <a:rPr b="0" lang="en-GB" sz="1800" spc="-1" strike="noStrike">
                <a:solidFill>
                  <a:srgbClr val="000000"/>
                </a:solidFill>
                <a:latin typeface="Arial MT"/>
              </a:rPr>
              <a:t>in</a:t>
            </a:r>
            <a:r>
              <a:rPr b="0" lang="en-GB" sz="1800" spc="-15" strike="noStrike">
                <a:solidFill>
                  <a:srgbClr val="000000"/>
                </a:solidFill>
                <a:latin typeface="Arial MT"/>
              </a:rPr>
              <a:t> </a:t>
            </a:r>
            <a:r>
              <a:rPr b="0" lang="en-GB" sz="1800" spc="-1" strike="noStrike">
                <a:solidFill>
                  <a:srgbClr val="000000"/>
                </a:solidFill>
                <a:latin typeface="Arial MT"/>
              </a:rPr>
              <a:t>order</a:t>
            </a:r>
            <a:r>
              <a:rPr b="0" lang="en-GB" sz="1800" spc="-15" strike="noStrike">
                <a:solidFill>
                  <a:srgbClr val="000000"/>
                </a:solidFill>
                <a:latin typeface="Arial MT"/>
              </a:rPr>
              <a:t> </a:t>
            </a:r>
            <a:r>
              <a:rPr b="0" lang="en-GB" sz="1800" spc="-1" strike="noStrike">
                <a:solidFill>
                  <a:srgbClr val="000000"/>
                </a:solidFill>
                <a:latin typeface="Arial MT"/>
              </a:rPr>
              <a:t>to</a:t>
            </a:r>
            <a:r>
              <a:rPr b="0" lang="en-GB" sz="1800" spc="-12" strike="noStrike">
                <a:solidFill>
                  <a:srgbClr val="000000"/>
                </a:solidFill>
                <a:latin typeface="Arial MT"/>
              </a:rPr>
              <a:t> prevent overfitting.</a:t>
            </a:r>
            <a:endParaRPr b="0" lang="en-GB" sz="1800" spc="-1" strike="noStrike">
              <a:solidFill>
                <a:srgbClr val="000000"/>
              </a:solidFill>
              <a:latin typeface="Arial"/>
            </a:endParaRPr>
          </a:p>
          <a:p>
            <a:pPr marL="186120" indent="-173880" algn="just">
              <a:lnSpc>
                <a:spcPct val="100000"/>
              </a:lnSpc>
              <a:tabLst>
                <a:tab algn="l" pos="0"/>
              </a:tabLst>
            </a:pPr>
            <a:r>
              <a:rPr b="0" lang="en-GB" sz="1800" spc="-1" strike="noStrike">
                <a:solidFill>
                  <a:srgbClr val="000000"/>
                </a:solidFill>
                <a:latin typeface="Calibri"/>
              </a:rPr>
              <a:t>9.</a:t>
            </a:r>
            <a:r>
              <a:rPr b="0" lang="en-GB" sz="1800" spc="-1" strike="noStrike">
                <a:solidFill>
                  <a:srgbClr val="000000"/>
                </a:solidFill>
                <a:latin typeface="Arial MT"/>
              </a:rPr>
              <a:t>A</a:t>
            </a:r>
            <a:r>
              <a:rPr b="0" lang="en-GB" sz="1800" spc="-131" strike="noStrike">
                <a:solidFill>
                  <a:srgbClr val="000000"/>
                </a:solidFill>
                <a:latin typeface="Arial MT"/>
              </a:rPr>
              <a:t> </a:t>
            </a:r>
            <a:r>
              <a:rPr b="0" lang="en-GB" sz="1800" spc="-1" strike="noStrike">
                <a:solidFill>
                  <a:srgbClr val="000000"/>
                </a:solidFill>
                <a:latin typeface="Arial MT"/>
              </a:rPr>
              <a:t>larger</a:t>
            </a:r>
            <a:r>
              <a:rPr b="0" lang="en-GB" sz="1800" spc="-21" strike="noStrike">
                <a:solidFill>
                  <a:srgbClr val="000000"/>
                </a:solidFill>
                <a:latin typeface="Arial MT"/>
              </a:rPr>
              <a:t> </a:t>
            </a:r>
            <a:r>
              <a:rPr b="0" lang="en-GB" sz="1800" spc="-1" strike="noStrike">
                <a:solidFill>
                  <a:srgbClr val="000000"/>
                </a:solidFill>
                <a:latin typeface="Arial MT"/>
              </a:rPr>
              <a:t>value</a:t>
            </a:r>
            <a:r>
              <a:rPr b="0" lang="en-GB" sz="1800" spc="-15" strike="noStrike">
                <a:solidFill>
                  <a:srgbClr val="000000"/>
                </a:solidFill>
                <a:latin typeface="Arial MT"/>
              </a:rPr>
              <a:t> </a:t>
            </a:r>
            <a:r>
              <a:rPr b="0" lang="en-GB" sz="1800" spc="-1" strike="noStrike">
                <a:solidFill>
                  <a:srgbClr val="000000"/>
                </a:solidFill>
                <a:latin typeface="Arial MT"/>
              </a:rPr>
              <a:t>of</a:t>
            </a:r>
            <a:r>
              <a:rPr b="0" lang="en-GB" sz="1800" spc="-21" strike="noStrike">
                <a:solidFill>
                  <a:srgbClr val="000000"/>
                </a:solidFill>
                <a:latin typeface="Arial MT"/>
              </a:rPr>
              <a:t> </a:t>
            </a:r>
            <a:r>
              <a:rPr b="0" lang="en-GB" sz="1800" spc="-1" strike="noStrike">
                <a:solidFill>
                  <a:srgbClr val="000000"/>
                </a:solidFill>
                <a:latin typeface="Arial MT"/>
              </a:rPr>
              <a:t>shrinkage</a:t>
            </a:r>
            <a:r>
              <a:rPr b="0" lang="en-GB" sz="1800" spc="-21" strike="noStrike">
                <a:solidFill>
                  <a:srgbClr val="000000"/>
                </a:solidFill>
                <a:latin typeface="Arial MT"/>
              </a:rPr>
              <a:t> </a:t>
            </a:r>
            <a:r>
              <a:rPr b="0" lang="en-GB" sz="1800" spc="-1" strike="noStrike">
                <a:solidFill>
                  <a:srgbClr val="000000"/>
                </a:solidFill>
                <a:latin typeface="Arial MT"/>
              </a:rPr>
              <a:t>(learning</a:t>
            </a:r>
            <a:r>
              <a:rPr b="0" lang="en-GB" sz="1800" spc="-21" strike="noStrike">
                <a:solidFill>
                  <a:srgbClr val="000000"/>
                </a:solidFill>
                <a:latin typeface="Arial MT"/>
              </a:rPr>
              <a:t> </a:t>
            </a:r>
            <a:r>
              <a:rPr b="0" lang="en-GB" sz="1800" spc="-1" strike="noStrike">
                <a:solidFill>
                  <a:srgbClr val="000000"/>
                </a:solidFill>
                <a:latin typeface="Arial MT"/>
              </a:rPr>
              <a:t>rate)</a:t>
            </a:r>
            <a:r>
              <a:rPr b="0" lang="en-GB" sz="1800" spc="-21" strike="noStrike">
                <a:solidFill>
                  <a:srgbClr val="000000"/>
                </a:solidFill>
                <a:latin typeface="Arial MT"/>
              </a:rPr>
              <a:t> </a:t>
            </a:r>
            <a:r>
              <a:rPr b="0" lang="en-GB" sz="1800" spc="-1" strike="noStrike">
                <a:solidFill>
                  <a:srgbClr val="000000"/>
                </a:solidFill>
                <a:latin typeface="Arial MT"/>
              </a:rPr>
              <a:t>implies</a:t>
            </a:r>
            <a:r>
              <a:rPr b="0" lang="en-GB" sz="1800" spc="-15" strike="noStrike">
                <a:solidFill>
                  <a:srgbClr val="000000"/>
                </a:solidFill>
                <a:latin typeface="Arial MT"/>
              </a:rPr>
              <a:t> </a:t>
            </a:r>
            <a:r>
              <a:rPr b="0" lang="en-GB" sz="1800" spc="-21" strike="noStrike">
                <a:solidFill>
                  <a:srgbClr val="000000"/>
                </a:solidFill>
                <a:latin typeface="Arial MT"/>
              </a:rPr>
              <a:t>that </a:t>
            </a:r>
            <a:r>
              <a:rPr b="0" lang="en-GB" sz="1800" spc="-1" strike="noStrike">
                <a:solidFill>
                  <a:srgbClr val="000000"/>
                </a:solidFill>
                <a:latin typeface="Arial MT"/>
              </a:rPr>
              <a:t>the</a:t>
            </a:r>
            <a:r>
              <a:rPr b="0" lang="en-GB" sz="1800" spc="-35" strike="noStrike">
                <a:solidFill>
                  <a:srgbClr val="000000"/>
                </a:solidFill>
                <a:latin typeface="Arial MT"/>
              </a:rPr>
              <a:t> </a:t>
            </a:r>
            <a:r>
              <a:rPr b="0" lang="en-GB" sz="1800" spc="-1" strike="noStrike">
                <a:solidFill>
                  <a:srgbClr val="000000"/>
                </a:solidFill>
                <a:latin typeface="Arial MT"/>
              </a:rPr>
              <a:t>algorithm</a:t>
            </a:r>
            <a:r>
              <a:rPr b="0" lang="en-GB" sz="1800" spc="-26" strike="noStrike">
                <a:solidFill>
                  <a:srgbClr val="000000"/>
                </a:solidFill>
                <a:latin typeface="Arial MT"/>
              </a:rPr>
              <a:t> </a:t>
            </a:r>
            <a:r>
              <a:rPr b="0" lang="en-GB" sz="1800" spc="-1" strike="noStrike">
                <a:solidFill>
                  <a:srgbClr val="000000"/>
                </a:solidFill>
                <a:latin typeface="Arial MT"/>
              </a:rPr>
              <a:t>will</a:t>
            </a:r>
            <a:r>
              <a:rPr b="0" lang="en-GB" sz="1800" spc="-26" strike="noStrike">
                <a:solidFill>
                  <a:srgbClr val="000000"/>
                </a:solidFill>
                <a:latin typeface="Arial MT"/>
              </a:rPr>
              <a:t> </a:t>
            </a:r>
            <a:r>
              <a:rPr b="0" lang="en-GB" sz="1800" spc="-1" strike="noStrike">
                <a:solidFill>
                  <a:srgbClr val="000000"/>
                </a:solidFill>
                <a:latin typeface="Arial MT"/>
              </a:rPr>
              <a:t>learn</a:t>
            </a:r>
            <a:r>
              <a:rPr b="0" lang="en-GB" sz="1800" spc="-26" strike="noStrike">
                <a:solidFill>
                  <a:srgbClr val="000000"/>
                </a:solidFill>
                <a:latin typeface="Arial MT"/>
              </a:rPr>
              <a:t> </a:t>
            </a:r>
            <a:r>
              <a:rPr b="0" lang="en-GB" sz="1800" spc="-1" strike="noStrike">
                <a:solidFill>
                  <a:srgbClr val="000000"/>
                </a:solidFill>
                <a:latin typeface="Arial MT"/>
              </a:rPr>
              <a:t>more</a:t>
            </a:r>
            <a:r>
              <a:rPr b="0" lang="en-GB" sz="1800" spc="-26" strike="noStrike">
                <a:solidFill>
                  <a:srgbClr val="000000"/>
                </a:solidFill>
                <a:latin typeface="Arial MT"/>
              </a:rPr>
              <a:t> </a:t>
            </a:r>
            <a:r>
              <a:rPr b="0" lang="en-GB" sz="1800" spc="-12" strike="noStrike">
                <a:solidFill>
                  <a:srgbClr val="000000"/>
                </a:solidFill>
                <a:latin typeface="Arial MT"/>
              </a:rPr>
              <a:t>slowly,</a:t>
            </a:r>
            <a:r>
              <a:rPr b="0" lang="en-GB" sz="1800" spc="-26" strike="noStrike">
                <a:solidFill>
                  <a:srgbClr val="000000"/>
                </a:solidFill>
                <a:latin typeface="Arial MT"/>
              </a:rPr>
              <a:t> </a:t>
            </a:r>
            <a:r>
              <a:rPr b="0" lang="en-GB" sz="1800" spc="-1" strike="noStrike">
                <a:solidFill>
                  <a:srgbClr val="000000"/>
                </a:solidFill>
                <a:latin typeface="Arial MT"/>
              </a:rPr>
              <a:t>and</a:t>
            </a:r>
            <a:r>
              <a:rPr b="0" lang="en-GB" sz="1800" spc="-26" strike="noStrike">
                <a:solidFill>
                  <a:srgbClr val="000000"/>
                </a:solidFill>
                <a:latin typeface="Arial MT"/>
              </a:rPr>
              <a:t> </a:t>
            </a:r>
            <a:r>
              <a:rPr b="0" lang="en-GB" sz="1800" spc="-1" strike="noStrike">
                <a:solidFill>
                  <a:srgbClr val="000000"/>
                </a:solidFill>
                <a:latin typeface="Arial MT"/>
              </a:rPr>
              <a:t>thus</a:t>
            </a:r>
            <a:r>
              <a:rPr b="0" lang="en-GB" sz="1800" spc="-26" strike="noStrike">
                <a:solidFill>
                  <a:srgbClr val="000000"/>
                </a:solidFill>
                <a:latin typeface="Arial MT"/>
              </a:rPr>
              <a:t> </a:t>
            </a:r>
            <a:r>
              <a:rPr b="0" lang="en-GB" sz="1800" spc="-12" strike="noStrike">
                <a:solidFill>
                  <a:srgbClr val="000000"/>
                </a:solidFill>
                <a:latin typeface="Arial MT"/>
              </a:rPr>
              <a:t>requires </a:t>
            </a:r>
            <a:r>
              <a:rPr b="0" lang="en-GB" sz="1800" spc="-1" strike="noStrike">
                <a:solidFill>
                  <a:srgbClr val="000000"/>
                </a:solidFill>
                <a:latin typeface="Arial MT"/>
              </a:rPr>
              <a:t>fewer</a:t>
            </a:r>
            <a:r>
              <a:rPr b="0" lang="en-GB" sz="1800" spc="-32" strike="noStrike">
                <a:solidFill>
                  <a:srgbClr val="000000"/>
                </a:solidFill>
                <a:latin typeface="Arial MT"/>
              </a:rPr>
              <a:t> </a:t>
            </a:r>
            <a:r>
              <a:rPr b="0" lang="en-GB" sz="1800" spc="-1" strike="noStrike">
                <a:solidFill>
                  <a:srgbClr val="000000"/>
                </a:solidFill>
                <a:latin typeface="Arial MT"/>
              </a:rPr>
              <a:t>trees</a:t>
            </a:r>
            <a:r>
              <a:rPr b="0" lang="en-GB" sz="1800" spc="-21" strike="noStrike">
                <a:solidFill>
                  <a:srgbClr val="000000"/>
                </a:solidFill>
                <a:latin typeface="Arial MT"/>
              </a:rPr>
              <a:t> </a:t>
            </a:r>
            <a:r>
              <a:rPr b="0" lang="en-GB" sz="1800" spc="-1" strike="noStrike">
                <a:solidFill>
                  <a:srgbClr val="000000"/>
                </a:solidFill>
                <a:latin typeface="Arial MT"/>
              </a:rPr>
              <a:t>in</a:t>
            </a:r>
            <a:r>
              <a:rPr b="0" lang="en-GB" sz="1800" spc="-15" strike="noStrike">
                <a:solidFill>
                  <a:srgbClr val="000000"/>
                </a:solidFill>
                <a:latin typeface="Arial MT"/>
              </a:rPr>
              <a:t> </a:t>
            </a:r>
            <a:r>
              <a:rPr b="0" lang="en-GB" sz="1800" spc="-1" strike="noStrike">
                <a:solidFill>
                  <a:srgbClr val="000000"/>
                </a:solidFill>
                <a:latin typeface="Arial MT"/>
              </a:rPr>
              <a:t>order</a:t>
            </a:r>
            <a:r>
              <a:rPr b="0" lang="en-GB" sz="1800" spc="-21" strike="noStrike">
                <a:solidFill>
                  <a:srgbClr val="000000"/>
                </a:solidFill>
                <a:latin typeface="Arial MT"/>
              </a:rPr>
              <a:t> </a:t>
            </a:r>
            <a:r>
              <a:rPr b="0" lang="en-GB" sz="1800" spc="-1" strike="noStrike">
                <a:solidFill>
                  <a:srgbClr val="000000"/>
                </a:solidFill>
                <a:latin typeface="Arial MT"/>
              </a:rPr>
              <a:t>to</a:t>
            </a:r>
            <a:r>
              <a:rPr b="0" lang="en-GB" sz="1800" spc="-21" strike="noStrike">
                <a:solidFill>
                  <a:srgbClr val="000000"/>
                </a:solidFill>
                <a:latin typeface="Arial MT"/>
              </a:rPr>
              <a:t> </a:t>
            </a:r>
            <a:r>
              <a:rPr b="0" lang="en-GB" sz="1800" spc="-1" strike="noStrike">
                <a:solidFill>
                  <a:srgbClr val="000000"/>
                </a:solidFill>
                <a:latin typeface="Arial MT"/>
              </a:rPr>
              <a:t>reduce</a:t>
            </a:r>
            <a:r>
              <a:rPr b="0" lang="en-GB" sz="1800" spc="-15" strike="noStrike">
                <a:solidFill>
                  <a:srgbClr val="000000"/>
                </a:solidFill>
                <a:latin typeface="Arial MT"/>
              </a:rPr>
              <a:t> </a:t>
            </a:r>
            <a:r>
              <a:rPr b="0" lang="en-GB" sz="1800" spc="-1" strike="noStrike">
                <a:solidFill>
                  <a:srgbClr val="000000"/>
                </a:solidFill>
                <a:latin typeface="Arial MT"/>
              </a:rPr>
              <a:t>the</a:t>
            </a:r>
            <a:r>
              <a:rPr b="0" lang="en-GB" sz="1800" spc="-21" strike="noStrike">
                <a:solidFill>
                  <a:srgbClr val="000000"/>
                </a:solidFill>
                <a:latin typeface="Arial MT"/>
              </a:rPr>
              <a:t> </a:t>
            </a:r>
            <a:r>
              <a:rPr b="0" lang="en-GB" sz="1800" spc="-1" strike="noStrike">
                <a:solidFill>
                  <a:srgbClr val="000000"/>
                </a:solidFill>
                <a:latin typeface="Arial MT"/>
              </a:rPr>
              <a:t>computational</a:t>
            </a:r>
            <a:r>
              <a:rPr b="0" lang="en-GB" sz="1800" spc="-15" strike="noStrike">
                <a:solidFill>
                  <a:srgbClr val="000000"/>
                </a:solidFill>
                <a:latin typeface="Arial MT"/>
              </a:rPr>
              <a:t> </a:t>
            </a:r>
            <a:r>
              <a:rPr b="0" lang="en-GB" sz="1800" spc="-12" strike="noStrike">
                <a:solidFill>
                  <a:srgbClr val="000000"/>
                </a:solidFill>
                <a:latin typeface="Arial MT"/>
              </a:rPr>
              <a:t>time.</a:t>
            </a:r>
            <a:endParaRPr b="0" lang="en-GB" sz="1800" spc="-1" strike="noStrike">
              <a:solidFill>
                <a:srgbClr val="000000"/>
              </a:solidFill>
              <a:latin typeface="Arial"/>
            </a:endParaRPr>
          </a:p>
        </p:txBody>
      </p:sp>
      <p:pic>
        <p:nvPicPr>
          <p:cNvPr id="167" name="object 13" descr=""/>
          <p:cNvPicPr/>
          <p:nvPr/>
        </p:nvPicPr>
        <p:blipFill>
          <a:blip r:embed="rId1"/>
          <a:stretch/>
        </p:blipFill>
        <p:spPr>
          <a:xfrm>
            <a:off x="5989320" y="584280"/>
            <a:ext cx="5664240" cy="2813760"/>
          </a:xfrm>
          <a:prstGeom prst="rect">
            <a:avLst/>
          </a:prstGeom>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788040" y="153720"/>
            <a:ext cx="10362600" cy="276120"/>
          </a:xfrm>
          <a:prstGeom prst="rect">
            <a:avLst/>
          </a:prstGeom>
          <a:noFill/>
          <a:ln w="0">
            <a:noFill/>
          </a:ln>
        </p:spPr>
        <p:txBody>
          <a:bodyPr lIns="0" rIns="0" tIns="0" bIns="0" anchor="t">
            <a:noAutofit/>
          </a:bodyPr>
          <a:p>
            <a:pPr indent="0">
              <a:lnSpc>
                <a:spcPct val="100000"/>
              </a:lnSpc>
              <a:buNone/>
              <a:tabLst>
                <a:tab algn="l" pos="0"/>
              </a:tabLst>
            </a:pPr>
            <a:r>
              <a:rPr b="1" lang="en-US" sz="1800" spc="-1" strike="noStrike">
                <a:solidFill>
                  <a:schemeClr val="dk1"/>
                </a:solidFill>
                <a:latin typeface="Arial"/>
              </a:rPr>
              <a:t>                       </a:t>
            </a:r>
            <a:r>
              <a:rPr b="1" lang="en-US" sz="1800" spc="-1" strike="noStrike">
                <a:solidFill>
                  <a:schemeClr val="dk1"/>
                </a:solidFill>
                <a:latin typeface="Arial"/>
              </a:rPr>
              <a:t>STRENGTH, WEAKNESS  AND ASSUMPTION OF GRADIENT BOOSTED TREE</a:t>
            </a:r>
            <a:endParaRPr b="0" lang="en-GB" sz="1800" spc="-1" strike="noStrike">
              <a:solidFill>
                <a:srgbClr val="000000"/>
              </a:solidFill>
              <a:latin typeface="Arial"/>
            </a:endParaRPr>
          </a:p>
        </p:txBody>
      </p:sp>
      <p:graphicFrame>
        <p:nvGraphicFramePr>
          <p:cNvPr id="169" name="Table 3"/>
          <p:cNvGraphicFramePr/>
          <p:nvPr/>
        </p:nvGraphicFramePr>
        <p:xfrm>
          <a:off x="1332720" y="570240"/>
          <a:ext cx="9625320" cy="4813560"/>
        </p:xfrm>
        <a:graphic>
          <a:graphicData uri="http://schemas.openxmlformats.org/drawingml/2006/table">
            <a:tbl>
              <a:tblPr/>
              <a:tblGrid>
                <a:gridCol w="4788360"/>
                <a:gridCol w="4837320"/>
              </a:tblGrid>
              <a:tr h="640080">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STRENGTH</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c>
                  <a:txBody>
                    <a:bodyPr anchor="t">
                      <a:noAutofit/>
                    </a:bodyPr>
                    <a:p>
                      <a:pPr>
                        <a:lnSpc>
                          <a:spcPct val="100000"/>
                        </a:lnSpc>
                      </a:pPr>
                      <a:r>
                        <a:rPr b="1" lang="en-US" sz="1800" spc="-1" strike="noStrike">
                          <a:solidFill>
                            <a:schemeClr val="dk1"/>
                          </a:solidFill>
                          <a:latin typeface="Calibri"/>
                        </a:rPr>
                        <a:t>  </a:t>
                      </a:r>
                      <a:endParaRPr b="0" lang="en-GB" sz="1800" spc="-1" strike="noStrike">
                        <a:solidFill>
                          <a:srgbClr val="000000"/>
                        </a:solidFill>
                        <a:latin typeface="Arial"/>
                      </a:endParaRPr>
                    </a:p>
                    <a:p>
                      <a:pPr>
                        <a:lnSpc>
                          <a:spcPct val="100000"/>
                        </a:lnSpc>
                      </a:pPr>
                      <a:r>
                        <a:rPr b="1" lang="en-US" sz="1800" spc="-1" strike="noStrike">
                          <a:solidFill>
                            <a:schemeClr val="dk1"/>
                          </a:solidFill>
                          <a:latin typeface="Calibri"/>
                        </a:rPr>
                        <a:t>     </a:t>
                      </a:r>
                      <a:r>
                        <a:rPr b="1" lang="en-US" sz="1800" spc="-1" strike="noStrike">
                          <a:solidFill>
                            <a:schemeClr val="dk1"/>
                          </a:solidFill>
                          <a:latin typeface="Calibri"/>
                        </a:rPr>
                        <a:t>WEAKNESS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25200">
                      <a:solidFill>
                        <a:srgbClr val="ffffff"/>
                      </a:solidFill>
                      <a:prstDash val="solid"/>
                    </a:lnB>
                    <a:solidFill>
                      <a:schemeClr val="accent6"/>
                    </a:solidFill>
                  </a:tcPr>
                </a:tc>
              </a:tr>
              <a:tr h="914400">
                <a:tc>
                  <a:txBody>
                    <a:bodyPr anchor="t">
                      <a:noAutofit/>
                    </a:bodyPr>
                    <a:p>
                      <a:pPr>
                        <a:lnSpc>
                          <a:spcPct val="100000"/>
                        </a:lnSpc>
                      </a:pPr>
                      <a:r>
                        <a:rPr b="0" lang="en-US" sz="1800" spc="-1" strike="noStrike">
                          <a:solidFill>
                            <a:schemeClr val="dk1"/>
                          </a:solidFill>
                          <a:latin typeface="Calibri"/>
                        </a:rPr>
                        <a:t>High accuracy: Often achieves high performance, especially in competitions.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Computationally intensive: Requires significant processing power and time, especially with large datasets.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914400">
                <a:tc>
                  <a:txBody>
                    <a:bodyPr anchor="t">
                      <a:noAutofit/>
                    </a:bodyPr>
                    <a:p>
                      <a:pPr>
                        <a:lnSpc>
                          <a:spcPct val="100000"/>
                        </a:lnSpc>
                      </a:pPr>
                      <a:r>
                        <a:rPr b="0" lang="en-US" sz="1800" spc="-1" strike="noStrike">
                          <a:solidFill>
                            <a:schemeClr val="dk1"/>
                          </a:solidFill>
                          <a:latin typeface="Calibri"/>
                        </a:rPr>
                        <a:t>Handles complex relationships: Effective with non-linear relationships.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Sensitive to overfitting: Can overfit easily, particularly on noisy data, if not properly regularized.</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914400">
                <a:tc>
                  <a:txBody>
                    <a:bodyPr anchor="t">
                      <a:noAutofit/>
                    </a:bodyPr>
                    <a:p>
                      <a:pPr>
                        <a:lnSpc>
                          <a:spcPct val="100000"/>
                        </a:lnSpc>
                      </a:pPr>
                      <a:r>
                        <a:rPr b="0" lang="en-US" sz="1800" spc="-1" strike="noStrike">
                          <a:solidFill>
                            <a:schemeClr val="dk1"/>
                          </a:solidFill>
                          <a:latin typeface="Calibri"/>
                        </a:rPr>
                        <a:t>Customizable: Can fine-tune parameters to achieve optimal performance.</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Hyperparameter tuning complexity: Needs careful tuning of parameters like learning rate, depth, and number of trees.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r h="914400">
                <a:tc>
                  <a:txBody>
                    <a:bodyPr anchor="t">
                      <a:noAutofit/>
                    </a:bodyPr>
                    <a:p>
                      <a:pPr>
                        <a:lnSpc>
                          <a:spcPct val="100000"/>
                        </a:lnSpc>
                      </a:pPr>
                      <a:r>
                        <a:rPr b="0" lang="en-US" sz="1800" spc="-1" strike="noStrike">
                          <a:solidFill>
                            <a:schemeClr val="dk1"/>
                          </a:solidFill>
                          <a:latin typeface="Calibri"/>
                        </a:rPr>
                        <a:t>Feature Importance: Provides feature importance scores, helping with feature selection.</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c>
                  <a:txBody>
                    <a:bodyPr anchor="t">
                      <a:noAutofit/>
                    </a:bodyPr>
                    <a:p>
                      <a:pPr>
                        <a:lnSpc>
                          <a:spcPct val="100000"/>
                        </a:lnSpc>
                      </a:pPr>
                      <a:r>
                        <a:rPr b="0" lang="en-US" sz="1800" spc="-1" strike="noStrike">
                          <a:solidFill>
                            <a:schemeClr val="dk1"/>
                          </a:solidFill>
                          <a:latin typeface="Calibri"/>
                        </a:rPr>
                        <a:t>Imbalanced data challenge: May perform poorly on highly imbalanced datasets without adjustments.</a:t>
                      </a:r>
                      <a:endParaRPr b="0" lang="en-GB" sz="1800" spc="-1" strike="noStrike">
                        <a:solidFill>
                          <a:srgbClr val="000000"/>
                        </a:solidFill>
                        <a:latin typeface="Arial"/>
                      </a:endParaRPr>
                    </a:p>
                  </a:txBody>
                  <a:tcPr anchor="t" marL="91440" marR="91440">
                    <a:lnL w="9360">
                      <a:solidFill>
                        <a:srgbClr val="f59240"/>
                      </a:solidFill>
                      <a:prstDash val="solid"/>
                    </a:lnL>
                    <a:lnR w="9360">
                      <a:solidFill>
                        <a:srgbClr val="f59240"/>
                      </a:solidFill>
                      <a:prstDash val="solid"/>
                    </a:lnR>
                    <a:lnT w="9360">
                      <a:solidFill>
                        <a:srgbClr val="f59240"/>
                      </a:solidFill>
                      <a:prstDash val="solid"/>
                    </a:lnT>
                    <a:lnB w="9360">
                      <a:solidFill>
                        <a:srgbClr val="f59240"/>
                      </a:solidFill>
                      <a:prstDash val="solid"/>
                    </a:lnB>
                    <a:solidFill>
                      <a:srgbClr val="ffded0"/>
                    </a:solidFill>
                  </a:tcPr>
                </a:tc>
              </a:tr>
            </a:tbl>
          </a:graphicData>
        </a:graphic>
      </p:graphicFrame>
      <p:sp>
        <p:nvSpPr>
          <p:cNvPr id="170" name="Title 1"/>
          <p:cNvSpPr/>
          <p:nvPr/>
        </p:nvSpPr>
        <p:spPr>
          <a:xfrm>
            <a:off x="539280" y="5064840"/>
            <a:ext cx="11172240" cy="137160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800" spc="-1" strike="noStrike">
                <a:solidFill>
                  <a:schemeClr val="dk1"/>
                </a:solidFill>
                <a:latin typeface="Arial"/>
              </a:rPr>
              <a:t>                     </a:t>
            </a:r>
            <a:r>
              <a:rPr b="1" lang="en-US" sz="1800" spc="-1" strike="noStrike">
                <a:solidFill>
                  <a:schemeClr val="dk1"/>
                </a:solidFill>
                <a:latin typeface="Arial"/>
              </a:rPr>
              <a:t>Assumption Of Gradient Boosted Tree</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Additive Model: </a:t>
            </a:r>
            <a:r>
              <a:rPr b="0" lang="en-US" sz="1800" spc="-1" strike="noStrike">
                <a:solidFill>
                  <a:schemeClr val="dk1"/>
                </a:solidFill>
                <a:latin typeface="Arial"/>
              </a:rPr>
              <a:t>Assumes that combining weak learners will progressively correct errors.</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Data Distribution: </a:t>
            </a:r>
            <a:r>
              <a:rPr b="0" lang="en-US" sz="1800" spc="-1" strike="noStrike">
                <a:solidFill>
                  <a:schemeClr val="dk1"/>
                </a:solidFill>
                <a:latin typeface="Arial"/>
              </a:rPr>
              <a:t>Assumes that errors in predictions decrease as each tree corrects its predecessor.</a:t>
            </a:r>
            <a:endParaRPr b="0" lang="en-GB" sz="1800" spc="-1" strike="noStrike">
              <a:solidFill>
                <a:srgbClr val="000000"/>
              </a:solidFill>
              <a:latin typeface="Arial"/>
            </a:endParaRPr>
          </a:p>
          <a:p>
            <a:pPr marL="285840" indent="-285840">
              <a:lnSpc>
                <a:spcPct val="100000"/>
              </a:lnSpc>
              <a:buClr>
                <a:srgbClr val="000000"/>
              </a:buClr>
              <a:buFont typeface="Wingdings" charset="2"/>
              <a:buChar char=""/>
            </a:pPr>
            <a:r>
              <a:rPr b="1" lang="en-US" sz="1800" spc="-1" strike="noStrike">
                <a:solidFill>
                  <a:schemeClr val="dk1"/>
                </a:solidFill>
                <a:latin typeface="Arial Bold"/>
              </a:rPr>
              <a:t>Feature Independence:</a:t>
            </a:r>
            <a:r>
              <a:rPr b="0" lang="en-US" sz="1800" spc="-1" strike="noStrike">
                <a:solidFill>
                  <a:schemeClr val="dk1"/>
                </a:solidFill>
                <a:latin typeface="Arial"/>
              </a:rPr>
              <a:t> Works better if features aren’t highly correlated, though it can handle some level of multicollinearity.</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71" name="Text Box 3"/>
          <p:cNvSpPr/>
          <p:nvPr/>
        </p:nvSpPr>
        <p:spPr>
          <a:xfrm>
            <a:off x="293400" y="626760"/>
            <a:ext cx="5922000" cy="6124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3600" spc="-1" strike="noStrike">
                <a:solidFill>
                  <a:srgbClr val="000000"/>
                </a:solidFill>
                <a:latin typeface="Arial Bold"/>
              </a:rPr>
              <a:t>Definition of Model Evaluation</a:t>
            </a:r>
            <a:endParaRPr b="0" lang="en-GB" sz="3600" spc="-1" strike="noStrike">
              <a:solidFill>
                <a:srgbClr val="000000"/>
              </a:solidFill>
              <a:latin typeface="Arial"/>
            </a:endParaRPr>
          </a:p>
          <a:p>
            <a:pPr>
              <a:lnSpc>
                <a:spcPct val="100000"/>
              </a:lnSpc>
            </a:pPr>
            <a:endParaRPr b="0" lang="en-GB" sz="3600" spc="-1" strike="noStrike">
              <a:solidFill>
                <a:srgbClr val="000000"/>
              </a:solidFill>
              <a:latin typeface="Arial"/>
            </a:endParaRPr>
          </a:p>
          <a:p>
            <a:pPr algn="just">
              <a:lnSpc>
                <a:spcPct val="100000"/>
              </a:lnSpc>
            </a:pPr>
            <a:r>
              <a:rPr b="0" lang="en-US" sz="2400" spc="-1" strike="noStrike">
                <a:solidFill>
                  <a:srgbClr val="000000"/>
                </a:solidFill>
                <a:latin typeface="Arial Bold"/>
              </a:rPr>
              <a:t>Model evaluation refers to the systematic assessment of a machine learning model's performance against predefined criteria or metrics. It is a critical step in the model development lifecycle, aimed at gauging how well the model generalizes to new, unseen data. Model evaluation involves the use of various metrics and techniques to measure the model's predictive accuracy, reliability, and generalization capabilities.</a:t>
            </a:r>
            <a:endParaRPr b="0" lang="en-GB" sz="2400" spc="-1" strike="noStrike">
              <a:solidFill>
                <a:srgbClr val="000000"/>
              </a:solidFill>
              <a:latin typeface="Arial"/>
            </a:endParaRPr>
          </a:p>
        </p:txBody>
      </p:sp>
      <p:pic>
        <p:nvPicPr>
          <p:cNvPr id="172" name="Picture 4" descr=""/>
          <p:cNvPicPr/>
          <p:nvPr/>
        </p:nvPicPr>
        <p:blipFill>
          <a:blip r:embed="rId1"/>
          <a:stretch/>
        </p:blipFill>
        <p:spPr>
          <a:xfrm>
            <a:off x="6589440" y="627480"/>
            <a:ext cx="5244840" cy="5538240"/>
          </a:xfrm>
          <a:prstGeom prst="rect">
            <a:avLst/>
          </a:prstGeom>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73" name="Text Box 3"/>
          <p:cNvSpPr/>
          <p:nvPr/>
        </p:nvSpPr>
        <p:spPr>
          <a:xfrm>
            <a:off x="502920" y="542880"/>
            <a:ext cx="11383560" cy="5212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3600" spc="-1" strike="noStrike">
                <a:solidFill>
                  <a:srgbClr val="000000"/>
                </a:solidFill>
                <a:latin typeface="Arial"/>
              </a:rPr>
              <a:t>                  </a:t>
            </a:r>
            <a:r>
              <a:rPr b="0" lang="en-US" sz="3600" spc="-1" strike="noStrike">
                <a:solidFill>
                  <a:srgbClr val="000000"/>
                </a:solidFill>
                <a:latin typeface="Arial"/>
              </a:rPr>
              <a:t>Purpose of Model Evaluation</a:t>
            </a:r>
            <a:endParaRPr b="0" lang="en-GB" sz="3600" spc="-1" strike="noStrike">
              <a:solidFill>
                <a:srgbClr val="000000"/>
              </a:solidFill>
              <a:latin typeface="Arial"/>
            </a:endParaRPr>
          </a:p>
          <a:p>
            <a:pPr>
              <a:lnSpc>
                <a:spcPct val="100000"/>
              </a:lnSpc>
            </a:pPr>
            <a:r>
              <a:rPr b="0" lang="en-US" sz="2000" spc="-1" strike="noStrike">
                <a:solidFill>
                  <a:srgbClr val="000000"/>
                </a:solidFill>
                <a:latin typeface="Arial"/>
              </a:rPr>
              <a:t>The primary purposes of model evaluation extend beyond the mere assessment of model accuracy. Key objectives include:</a:t>
            </a:r>
            <a:endParaRPr b="0" lang="en-GB" sz="2000" spc="-1" strike="noStrike">
              <a:solidFill>
                <a:srgbClr val="000000"/>
              </a:solidFill>
              <a:latin typeface="Arial"/>
            </a:endParaRPr>
          </a:p>
          <a:p>
            <a:pPr>
              <a:lnSpc>
                <a:spcPct val="100000"/>
              </a:lnSpc>
            </a:pPr>
            <a:endParaRPr b="0" lang="en-GB" sz="2000" spc="-1" strike="noStrike">
              <a:solidFill>
                <a:srgbClr val="000000"/>
              </a:solidFill>
              <a:latin typeface="Arial"/>
            </a:endParaRPr>
          </a:p>
          <a:p>
            <a:pPr>
              <a:lnSpc>
                <a:spcPct val="100000"/>
              </a:lnSpc>
            </a:pPr>
            <a:r>
              <a:rPr b="0" lang="en-US" sz="2000" spc="-1" strike="noStrike">
                <a:solidFill>
                  <a:srgbClr val="000000"/>
                </a:solidFill>
                <a:latin typeface="Arial"/>
              </a:rPr>
              <a:t>1. </a:t>
            </a:r>
            <a:r>
              <a:rPr b="1" lang="en-US" sz="2000" spc="-1" strike="noStrike">
                <a:solidFill>
                  <a:srgbClr val="000000"/>
                </a:solidFill>
                <a:latin typeface="Arial Bold"/>
              </a:rPr>
              <a:t>Improving Generalization: </a:t>
            </a:r>
            <a:r>
              <a:rPr b="0" lang="en-US" sz="2000" spc="-1" strike="noStrike">
                <a:solidFill>
                  <a:srgbClr val="000000"/>
                </a:solidFill>
                <a:latin typeface="Arial"/>
              </a:rPr>
              <a:t>Model evaluation helps ensure that the trained model can generalize well to new, unseen data. Generalization is crucial for a model's success in real-world scenarios and different datasets.</a:t>
            </a:r>
            <a:endParaRPr b="0" lang="en-GB" sz="2000" spc="-1" strike="noStrike">
              <a:solidFill>
                <a:srgbClr val="000000"/>
              </a:solidFill>
              <a:latin typeface="Arial"/>
            </a:endParaRPr>
          </a:p>
          <a:p>
            <a:pPr>
              <a:lnSpc>
                <a:spcPct val="100000"/>
              </a:lnSpc>
            </a:pPr>
            <a:endParaRPr b="0" lang="en-GB" sz="2000" spc="-1" strike="noStrike">
              <a:solidFill>
                <a:srgbClr val="000000"/>
              </a:solidFill>
              <a:latin typeface="Arial"/>
            </a:endParaRPr>
          </a:p>
          <a:p>
            <a:pPr>
              <a:lnSpc>
                <a:spcPct val="100000"/>
              </a:lnSpc>
            </a:pPr>
            <a:r>
              <a:rPr b="0" lang="en-US" sz="2000" spc="-1" strike="noStrike">
                <a:solidFill>
                  <a:srgbClr val="000000"/>
                </a:solidFill>
                <a:latin typeface="Arial"/>
              </a:rPr>
              <a:t>2. </a:t>
            </a:r>
            <a:r>
              <a:rPr b="1" lang="en-US" sz="2000" spc="-1" strike="noStrike">
                <a:solidFill>
                  <a:srgbClr val="000000"/>
                </a:solidFill>
                <a:latin typeface="Arial Bold"/>
              </a:rPr>
              <a:t>Avoiding Overfitting:</a:t>
            </a:r>
            <a:r>
              <a:rPr b="0" lang="en-US" sz="2000" spc="-1" strike="noStrike">
                <a:solidFill>
                  <a:srgbClr val="000000"/>
                </a:solidFill>
                <a:latin typeface="Arial"/>
              </a:rPr>
              <a:t> Overfitting occurs when a model performs exceptionally well on the training data but fails to generalize to new data. Model evaluation serves as a tool to identify and mitigate overfitting by assessing how well the model performs on unseen data.</a:t>
            </a:r>
            <a:endParaRPr b="0" lang="en-GB" sz="2000" spc="-1" strike="noStrike">
              <a:solidFill>
                <a:srgbClr val="000000"/>
              </a:solidFill>
              <a:latin typeface="Arial"/>
            </a:endParaRPr>
          </a:p>
          <a:p>
            <a:pPr>
              <a:lnSpc>
                <a:spcPct val="100000"/>
              </a:lnSpc>
            </a:pPr>
            <a:endParaRPr b="0" lang="en-GB" sz="2000" spc="-1" strike="noStrike">
              <a:solidFill>
                <a:srgbClr val="000000"/>
              </a:solidFill>
              <a:latin typeface="Arial"/>
            </a:endParaRPr>
          </a:p>
          <a:p>
            <a:pPr>
              <a:lnSpc>
                <a:spcPct val="100000"/>
              </a:lnSpc>
            </a:pPr>
            <a:r>
              <a:rPr b="0" lang="en-US" sz="2000" spc="-1" strike="noStrike">
                <a:solidFill>
                  <a:srgbClr val="000000"/>
                </a:solidFill>
                <a:latin typeface="Arial"/>
              </a:rPr>
              <a:t>3.</a:t>
            </a:r>
            <a:r>
              <a:rPr b="1" lang="en-US" sz="2000" spc="-1" strike="noStrike">
                <a:solidFill>
                  <a:srgbClr val="000000"/>
                </a:solidFill>
                <a:latin typeface="Arial Bold"/>
              </a:rPr>
              <a:t> Ensuring Model Reliability: </a:t>
            </a:r>
            <a:r>
              <a:rPr b="0" lang="en-US" sz="2000" spc="-1" strike="noStrike">
                <a:solidFill>
                  <a:srgbClr val="000000"/>
                </a:solidFill>
                <a:latin typeface="Arial"/>
              </a:rPr>
              <a:t>Reliable models consistently provide accurate predictions across various datasets and conditions. Model evaluation helps assess the reliability of a model in different scenarios, ensuring its robustness in practical applications.</a:t>
            </a:r>
            <a:endParaRPr b="0" lang="en-GB" sz="2000" spc="-1" strike="noStrike">
              <a:solidFill>
                <a:srgbClr val="000000"/>
              </a:solidFill>
              <a:latin typeface="Arial"/>
            </a:endParaRPr>
          </a:p>
          <a:p>
            <a:pPr>
              <a:lnSpc>
                <a:spcPct val="100000"/>
              </a:lnSpc>
            </a:pPr>
            <a:endParaRPr b="0" lang="en-GB"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74" name="Text Box 3"/>
          <p:cNvSpPr/>
          <p:nvPr/>
        </p:nvSpPr>
        <p:spPr>
          <a:xfrm>
            <a:off x="293400" y="332640"/>
            <a:ext cx="5192280" cy="6614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Arial Bold"/>
              </a:rPr>
              <a:t>Model Evaluation for Classification</a:t>
            </a:r>
            <a:endParaRPr b="0" lang="en-GB" sz="2400" spc="-1" strike="noStrike">
              <a:solidFill>
                <a:srgbClr val="000000"/>
              </a:solidFill>
              <a:latin typeface="Arial"/>
            </a:endParaRPr>
          </a:p>
          <a:p>
            <a:pPr>
              <a:lnSpc>
                <a:spcPct val="100000"/>
              </a:lnSpc>
            </a:pPr>
            <a:r>
              <a:rPr b="0" lang="en-US" sz="2000" spc="-1" strike="noStrike">
                <a:solidFill>
                  <a:srgbClr val="000000"/>
                </a:solidFill>
                <a:latin typeface="Arial Bold"/>
              </a:rPr>
              <a:t>There are many ways for measuring classification performance. Accuracy, confusion matrix, and AUC-ROC are some of the most popular metrics. Precision-recall is a widely used metrics for classification problems.</a:t>
            </a:r>
            <a:endParaRPr b="0" lang="en-GB" sz="2000" spc="-1" strike="noStrike">
              <a:solidFill>
                <a:srgbClr val="000000"/>
              </a:solidFill>
              <a:latin typeface="Arial"/>
            </a:endParaRPr>
          </a:p>
          <a:p>
            <a:pPr>
              <a:lnSpc>
                <a:spcPct val="100000"/>
              </a:lnSpc>
            </a:pPr>
            <a:endParaRPr b="0" lang="en-GB" sz="2000" spc="-1" strike="noStrike">
              <a:solidFill>
                <a:srgbClr val="000000"/>
              </a:solidFill>
              <a:latin typeface="Arial"/>
            </a:endParaRPr>
          </a:p>
          <a:p>
            <a:pPr>
              <a:lnSpc>
                <a:spcPct val="100000"/>
              </a:lnSpc>
            </a:pPr>
            <a:r>
              <a:rPr b="1" lang="en-US" sz="2000" spc="-1" strike="noStrike">
                <a:solidFill>
                  <a:srgbClr val="000000"/>
                </a:solidFill>
                <a:latin typeface="Arial Bold"/>
              </a:rPr>
              <a:t>Accuracy </a:t>
            </a:r>
            <a:r>
              <a:rPr b="0" lang="en-US" sz="2000" spc="-1" strike="noStrike">
                <a:solidFill>
                  <a:srgbClr val="000000"/>
                </a:solidFill>
                <a:latin typeface="Arial Bold"/>
              </a:rPr>
              <a:t>simply measures how often the classifier correctly predicts. We can define accuracy as the ratio of the number of correct predictions and the total number of predictions. When any model gives an accuracy rate of 99%, you might think that model is performing very good but this is not always true and can be misleading in some situations. Accuracy is useful when the target class is well balanced but is not a good choice for the unbalanced classes. </a:t>
            </a:r>
            <a:endParaRPr b="0" lang="en-GB" sz="2000" spc="-1" strike="noStrike">
              <a:solidFill>
                <a:srgbClr val="000000"/>
              </a:solidFill>
              <a:latin typeface="Arial"/>
            </a:endParaRPr>
          </a:p>
        </p:txBody>
      </p:sp>
      <p:pic>
        <p:nvPicPr>
          <p:cNvPr id="175" name="Picture 6" descr=""/>
          <p:cNvPicPr/>
          <p:nvPr/>
        </p:nvPicPr>
        <p:blipFill>
          <a:blip r:embed="rId1"/>
          <a:stretch/>
        </p:blipFill>
        <p:spPr>
          <a:xfrm>
            <a:off x="5916960" y="1802880"/>
            <a:ext cx="5916960" cy="3082320"/>
          </a:xfrm>
          <a:prstGeom prst="rect">
            <a:avLst/>
          </a:prstGeom>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76" name="Text Box 3"/>
          <p:cNvSpPr/>
          <p:nvPr/>
        </p:nvSpPr>
        <p:spPr>
          <a:xfrm>
            <a:off x="356400" y="1160640"/>
            <a:ext cx="5192280" cy="5273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000" spc="-1" strike="noStrike">
                <a:solidFill>
                  <a:srgbClr val="000000"/>
                </a:solidFill>
                <a:latin typeface="Arial Bold"/>
              </a:rPr>
              <a:t>Confusion Matrix</a:t>
            </a:r>
            <a:r>
              <a:rPr b="0" lang="en-US" sz="2000" spc="-1" strike="noStrike">
                <a:solidFill>
                  <a:srgbClr val="000000"/>
                </a:solidFill>
                <a:latin typeface="Arial Bold"/>
              </a:rPr>
              <a:t> is a performance measurement for the machine learning classification problems where the output can be two or more classes. It is a table with combinations of predicted and actual values.</a:t>
            </a:r>
            <a:endParaRPr b="0" lang="en-GB" sz="2000" spc="-1" strike="noStrike">
              <a:solidFill>
                <a:srgbClr val="000000"/>
              </a:solidFill>
              <a:latin typeface="Arial"/>
            </a:endParaRPr>
          </a:p>
          <a:p>
            <a:pPr>
              <a:lnSpc>
                <a:spcPct val="100000"/>
              </a:lnSpc>
            </a:pPr>
            <a:r>
              <a:rPr b="0" lang="en-US" sz="2000" spc="-1" strike="noStrike">
                <a:solidFill>
                  <a:srgbClr val="000000"/>
                </a:solidFill>
                <a:latin typeface="Arial Bold"/>
              </a:rPr>
              <a:t>A confusion matrix is defined as thetable that is often used to describe the performance of a classification model on a set of the test data for which the true values are known.</a:t>
            </a:r>
            <a:endParaRPr b="0" lang="en-GB" sz="2000" spc="-1" strike="noStrike">
              <a:solidFill>
                <a:srgbClr val="000000"/>
              </a:solidFill>
              <a:latin typeface="Arial"/>
            </a:endParaRPr>
          </a:p>
          <a:p>
            <a:pPr>
              <a:lnSpc>
                <a:spcPct val="100000"/>
              </a:lnSpc>
            </a:pPr>
            <a:endParaRPr b="0" lang="en-GB" sz="2000" spc="-1" strike="noStrike">
              <a:solidFill>
                <a:srgbClr val="000000"/>
              </a:solidFill>
              <a:latin typeface="Arial"/>
            </a:endParaRPr>
          </a:p>
          <a:p>
            <a:pPr>
              <a:lnSpc>
                <a:spcPct val="100000"/>
              </a:lnSpc>
            </a:pPr>
            <a:r>
              <a:rPr b="0" lang="en-US" sz="2000" spc="-1" strike="noStrike">
                <a:solidFill>
                  <a:srgbClr val="000000"/>
                </a:solidFill>
                <a:latin typeface="Arial Bold"/>
              </a:rPr>
              <a:t>It is extremely useful for measuring the Recall, Precision, Accuracy, and AUC-ROC curves. Let’s try to understand TP, FP, FN, TN with an example of pregnancy analogy.</a:t>
            </a:r>
            <a:endParaRPr b="0" lang="en-GB" sz="2000" spc="-1" strike="noStrike">
              <a:solidFill>
                <a:srgbClr val="000000"/>
              </a:solidFill>
              <a:latin typeface="Arial"/>
            </a:endParaRPr>
          </a:p>
        </p:txBody>
      </p:sp>
      <p:pic>
        <p:nvPicPr>
          <p:cNvPr id="177" name="Picture 1" descr=""/>
          <p:cNvPicPr/>
          <p:nvPr/>
        </p:nvPicPr>
        <p:blipFill>
          <a:blip r:embed="rId1"/>
          <a:stretch/>
        </p:blipFill>
        <p:spPr>
          <a:xfrm>
            <a:off x="6247800" y="1030680"/>
            <a:ext cx="5655960" cy="4837320"/>
          </a:xfrm>
          <a:prstGeom prst="rect">
            <a:avLst/>
          </a:prstGeom>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78" name="Text Box 3"/>
          <p:cNvSpPr/>
          <p:nvPr/>
        </p:nvSpPr>
        <p:spPr>
          <a:xfrm>
            <a:off x="356400" y="1160640"/>
            <a:ext cx="5192280" cy="466344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00000"/>
              </a:lnSpc>
              <a:buClr>
                <a:srgbClr val="000000"/>
              </a:buClr>
              <a:buFont typeface="Wingdings" charset="2"/>
              <a:buChar char=""/>
            </a:pPr>
            <a:r>
              <a:rPr b="0" lang="en-US" sz="2000" spc="-1" strike="noStrike">
                <a:solidFill>
                  <a:srgbClr val="000000"/>
                </a:solidFill>
                <a:latin typeface="Arial"/>
              </a:rPr>
              <a:t>True Positive: We predicted positive and it’s true. In the image, we predicted that a woman is pregnant and she actually is.</a:t>
            </a:r>
            <a:endParaRPr b="0" lang="en-GB" sz="2000" spc="-1" strike="noStrike">
              <a:solidFill>
                <a:srgbClr val="000000"/>
              </a:solidFill>
              <a:latin typeface="Arial"/>
            </a:endParaRPr>
          </a:p>
          <a:p>
            <a:pPr marL="343080" indent="-343080">
              <a:lnSpc>
                <a:spcPct val="100000"/>
              </a:lnSpc>
              <a:buClr>
                <a:srgbClr val="000000"/>
              </a:buClr>
              <a:buFont typeface="Wingdings" charset="2"/>
              <a:buChar char=""/>
            </a:pPr>
            <a:r>
              <a:rPr b="0" lang="en-US" sz="2000" spc="-1" strike="noStrike">
                <a:solidFill>
                  <a:srgbClr val="000000"/>
                </a:solidFill>
                <a:latin typeface="Arial"/>
              </a:rPr>
              <a:t>True Negative: We predicted negative and it’s true. In the image, we predicted that a man is not pregnant and he actually is not.</a:t>
            </a:r>
            <a:endParaRPr b="0" lang="en-GB" sz="2000" spc="-1" strike="noStrike">
              <a:solidFill>
                <a:srgbClr val="000000"/>
              </a:solidFill>
              <a:latin typeface="Arial"/>
            </a:endParaRPr>
          </a:p>
          <a:p>
            <a:pPr marL="343080" indent="-343080">
              <a:lnSpc>
                <a:spcPct val="100000"/>
              </a:lnSpc>
              <a:buClr>
                <a:srgbClr val="000000"/>
              </a:buClr>
              <a:buFont typeface="Wingdings" charset="2"/>
              <a:buChar char=""/>
            </a:pPr>
            <a:r>
              <a:rPr b="0" lang="en-US" sz="2000" spc="-1" strike="noStrike">
                <a:solidFill>
                  <a:srgbClr val="000000"/>
                </a:solidFill>
                <a:latin typeface="Arial"/>
              </a:rPr>
              <a:t>False Positive (Type 1 Error): We predicted positive and it’s false. In the image, we predicted that a man is pregnant but he actually is not.</a:t>
            </a:r>
            <a:endParaRPr b="0" lang="en-GB" sz="2000" spc="-1" strike="noStrike">
              <a:solidFill>
                <a:srgbClr val="000000"/>
              </a:solidFill>
              <a:latin typeface="Arial"/>
            </a:endParaRPr>
          </a:p>
          <a:p>
            <a:pPr marL="343080" indent="-343080">
              <a:lnSpc>
                <a:spcPct val="100000"/>
              </a:lnSpc>
              <a:buClr>
                <a:srgbClr val="000000"/>
              </a:buClr>
              <a:buFont typeface="Wingdings" charset="2"/>
              <a:buChar char=""/>
            </a:pPr>
            <a:r>
              <a:rPr b="0" lang="en-US" sz="2000" spc="-1" strike="noStrike">
                <a:solidFill>
                  <a:srgbClr val="000000"/>
                </a:solidFill>
                <a:latin typeface="Arial"/>
              </a:rPr>
              <a:t>False Negative (Type 2 Error): We predicted negative and it’s false. In the image, we predicted that a woman is not pregnant but she actually is.</a:t>
            </a:r>
            <a:endParaRPr b="0" lang="en-GB" sz="2000" spc="-1" strike="noStrike">
              <a:solidFill>
                <a:srgbClr val="000000"/>
              </a:solidFill>
              <a:latin typeface="Arial"/>
            </a:endParaRPr>
          </a:p>
        </p:txBody>
      </p:sp>
      <p:pic>
        <p:nvPicPr>
          <p:cNvPr id="179" name="Picture 2" descr=""/>
          <p:cNvPicPr/>
          <p:nvPr/>
        </p:nvPicPr>
        <p:blipFill>
          <a:blip r:embed="rId1"/>
          <a:stretch/>
        </p:blipFill>
        <p:spPr>
          <a:xfrm>
            <a:off x="5779800" y="853920"/>
            <a:ext cx="5920200" cy="5378400"/>
          </a:xfrm>
          <a:prstGeom prst="rect">
            <a:avLst/>
          </a:prstGeom>
          <a:ln w="0">
            <a:noFill/>
          </a:ln>
        </p:spPr>
      </p:pic>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80" name="Text Box 3"/>
          <p:cNvSpPr/>
          <p:nvPr/>
        </p:nvSpPr>
        <p:spPr>
          <a:xfrm>
            <a:off x="230400" y="574200"/>
            <a:ext cx="5192280" cy="618804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000" spc="-1" strike="noStrike">
                <a:solidFill>
                  <a:srgbClr val="000000"/>
                </a:solidFill>
                <a:latin typeface="Arial Bold"/>
              </a:rPr>
              <a:t>Precision </a:t>
            </a:r>
            <a:endParaRPr b="0" lang="en-GB" sz="2000" spc="-1" strike="noStrike">
              <a:solidFill>
                <a:srgbClr val="000000"/>
              </a:solidFill>
              <a:latin typeface="Arial"/>
            </a:endParaRPr>
          </a:p>
          <a:p>
            <a:pPr>
              <a:lnSpc>
                <a:spcPct val="100000"/>
              </a:lnSpc>
              <a:tabLst>
                <a:tab algn="l" pos="0"/>
              </a:tabLst>
            </a:pPr>
            <a:r>
              <a:rPr b="0" lang="en-US" sz="2000" spc="-1" strike="noStrike">
                <a:solidFill>
                  <a:srgbClr val="000000"/>
                </a:solidFill>
                <a:latin typeface="Arial Bold"/>
              </a:rPr>
              <a:t>It explains how many of the correctly predicted cases actually turned out to be positive. Precision is useful in the cases where False Positive is a higher concern than False Negatives. Precision for a label is defined as the number of true positives divided by the number of predicted positives.</a:t>
            </a:r>
            <a:endParaRPr b="0" lang="en-GB" sz="2000" spc="-1" strike="noStrike">
              <a:solidFill>
                <a:srgbClr val="000000"/>
              </a:solidFill>
              <a:latin typeface="Arial"/>
            </a:endParaRPr>
          </a:p>
          <a:p>
            <a:pPr>
              <a:lnSpc>
                <a:spcPct val="100000"/>
              </a:lnSpc>
              <a:tabLst>
                <a:tab algn="l" pos="0"/>
              </a:tabLst>
            </a:pPr>
            <a:endParaRPr b="0" lang="en-GB" sz="2000" spc="-1" strike="noStrike">
              <a:solidFill>
                <a:srgbClr val="000000"/>
              </a:solidFill>
              <a:latin typeface="Arial"/>
            </a:endParaRPr>
          </a:p>
          <a:p>
            <a:pPr>
              <a:lnSpc>
                <a:spcPct val="100000"/>
              </a:lnSpc>
              <a:tabLst>
                <a:tab algn="l" pos="0"/>
              </a:tabLst>
            </a:pPr>
            <a:endParaRPr b="0" lang="en-GB" sz="2000" spc="-1" strike="noStrike">
              <a:solidFill>
                <a:srgbClr val="000000"/>
              </a:solidFill>
              <a:latin typeface="Arial"/>
            </a:endParaRPr>
          </a:p>
          <a:p>
            <a:pPr>
              <a:lnSpc>
                <a:spcPct val="100000"/>
              </a:lnSpc>
              <a:tabLst>
                <a:tab algn="l" pos="0"/>
              </a:tabLst>
            </a:pPr>
            <a:r>
              <a:rPr b="1" lang="en-US" sz="2000" spc="-1" strike="noStrike">
                <a:solidFill>
                  <a:srgbClr val="000000"/>
                </a:solidFill>
                <a:latin typeface="Arial Bold"/>
              </a:rPr>
              <a:t>Recall (Sensitivity)</a:t>
            </a:r>
            <a:endParaRPr b="0" lang="en-GB" sz="2000" spc="-1" strike="noStrike">
              <a:solidFill>
                <a:srgbClr val="000000"/>
              </a:solidFill>
              <a:latin typeface="Arial"/>
            </a:endParaRPr>
          </a:p>
          <a:p>
            <a:pPr>
              <a:lnSpc>
                <a:spcPct val="100000"/>
              </a:lnSpc>
              <a:tabLst>
                <a:tab algn="l" pos="0"/>
              </a:tabLst>
            </a:pPr>
            <a:r>
              <a:rPr b="0" lang="en-US" sz="2000" spc="-1" strike="noStrike">
                <a:solidFill>
                  <a:srgbClr val="000000"/>
                </a:solidFill>
                <a:latin typeface="Arial Bold"/>
              </a:rPr>
              <a:t> </a:t>
            </a:r>
            <a:r>
              <a:rPr b="0" lang="en-US" sz="2000" spc="-1" strike="noStrike">
                <a:solidFill>
                  <a:srgbClr val="000000"/>
                </a:solidFill>
                <a:latin typeface="Arial Bold"/>
              </a:rPr>
              <a:t>It explains how many of the actual positive cases we were able to predict correctly with our model. Recall is a useful metric in cases where False Negative is of higher concern than False Positive. Recall for a label is defined as the number of true positives divided by the total number of actual positives.</a:t>
            </a:r>
            <a:endParaRPr b="0" lang="en-GB" sz="2000" spc="-1" strike="noStrike">
              <a:solidFill>
                <a:srgbClr val="000000"/>
              </a:solidFill>
              <a:latin typeface="Arial"/>
            </a:endParaRPr>
          </a:p>
        </p:txBody>
      </p:sp>
      <p:pic>
        <p:nvPicPr>
          <p:cNvPr id="181" name="Picture 1" descr=""/>
          <p:cNvPicPr/>
          <p:nvPr/>
        </p:nvPicPr>
        <p:blipFill>
          <a:blip r:embed="rId1"/>
          <a:stretch/>
        </p:blipFill>
        <p:spPr>
          <a:xfrm>
            <a:off x="6544800" y="1099080"/>
            <a:ext cx="5376600" cy="1407600"/>
          </a:xfrm>
          <a:prstGeom prst="rect">
            <a:avLst/>
          </a:prstGeom>
          <a:ln w="0">
            <a:noFill/>
          </a:ln>
        </p:spPr>
      </p:pic>
      <p:pic>
        <p:nvPicPr>
          <p:cNvPr id="182" name="Picture 4" descr=""/>
          <p:cNvPicPr/>
          <p:nvPr/>
        </p:nvPicPr>
        <p:blipFill>
          <a:blip r:embed="rId2"/>
          <a:stretch/>
        </p:blipFill>
        <p:spPr>
          <a:xfrm>
            <a:off x="6888960" y="4614480"/>
            <a:ext cx="4876200" cy="1383480"/>
          </a:xfrm>
          <a:prstGeom prst="rect">
            <a:avLst/>
          </a:prstGeom>
          <a:ln w="0">
            <a:noFill/>
          </a:ln>
        </p:spPr>
      </p:pic>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83" name="Text Box 3"/>
          <p:cNvSpPr/>
          <p:nvPr/>
        </p:nvSpPr>
        <p:spPr>
          <a:xfrm>
            <a:off x="83880" y="91440"/>
            <a:ext cx="6136560" cy="71028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2000" spc="-1" strike="noStrike">
                <a:solidFill>
                  <a:srgbClr val="000000"/>
                </a:solidFill>
                <a:latin typeface="Arial Bold"/>
              </a:rPr>
              <a:t>F1 Score </a:t>
            </a:r>
            <a:endParaRPr b="0" lang="en-GB" sz="2000" spc="-1" strike="noStrike">
              <a:solidFill>
                <a:srgbClr val="000000"/>
              </a:solidFill>
              <a:latin typeface="Arial"/>
            </a:endParaRPr>
          </a:p>
          <a:p>
            <a:pPr>
              <a:lnSpc>
                <a:spcPct val="100000"/>
              </a:lnSpc>
              <a:tabLst>
                <a:tab algn="l" pos="0"/>
              </a:tabLst>
            </a:pPr>
            <a:r>
              <a:rPr b="0" lang="en-US" sz="2000" spc="-1" strike="noStrike">
                <a:solidFill>
                  <a:srgbClr val="000000"/>
                </a:solidFill>
                <a:latin typeface="Arial Bold"/>
              </a:rPr>
              <a:t>It gives a combined idea about Precision and Recall metrics. It is maximum when Precision is equal to Recall. The F1 score punishes extreme values more. F1 Score could be an effective evaluation metric in the following cases:</a:t>
            </a:r>
            <a:endParaRPr b="0" lang="en-GB" sz="2000" spc="-1" strike="noStrike">
              <a:solidFill>
                <a:srgbClr val="000000"/>
              </a:solidFill>
              <a:latin typeface="Arial"/>
            </a:endParaRPr>
          </a:p>
          <a:p>
            <a:pPr marL="343080" indent="-343080">
              <a:lnSpc>
                <a:spcPct val="100000"/>
              </a:lnSpc>
              <a:buClr>
                <a:srgbClr val="000000"/>
              </a:buClr>
              <a:buFont typeface="Arial"/>
              <a:buChar char="•"/>
              <a:tabLst>
                <a:tab algn="l" pos="0"/>
              </a:tabLst>
            </a:pPr>
            <a:r>
              <a:rPr b="0" lang="en-US" sz="2000" spc="-1" strike="noStrike">
                <a:solidFill>
                  <a:srgbClr val="000000"/>
                </a:solidFill>
                <a:latin typeface="Arial Bold"/>
              </a:rPr>
              <a:t>When FP and FN are equally costly.</a:t>
            </a:r>
            <a:endParaRPr b="0" lang="en-GB" sz="2000" spc="-1" strike="noStrike">
              <a:solidFill>
                <a:srgbClr val="000000"/>
              </a:solidFill>
              <a:latin typeface="Arial"/>
            </a:endParaRPr>
          </a:p>
          <a:p>
            <a:pPr marL="343080" indent="-343080">
              <a:lnSpc>
                <a:spcPct val="100000"/>
              </a:lnSpc>
              <a:buClr>
                <a:srgbClr val="000000"/>
              </a:buClr>
              <a:buFont typeface="Arial"/>
              <a:buChar char="•"/>
              <a:tabLst>
                <a:tab algn="l" pos="0"/>
              </a:tabLst>
            </a:pPr>
            <a:r>
              <a:rPr b="0" lang="en-US" sz="2000" spc="-1" strike="noStrike">
                <a:solidFill>
                  <a:srgbClr val="000000"/>
                </a:solidFill>
                <a:latin typeface="Arial Bold"/>
              </a:rPr>
              <a:t>Adding more data doesn’t effectively change the outcome</a:t>
            </a:r>
            <a:endParaRPr b="0" lang="en-GB" sz="2000" spc="-1" strike="noStrike">
              <a:solidFill>
                <a:srgbClr val="000000"/>
              </a:solidFill>
              <a:latin typeface="Arial"/>
            </a:endParaRPr>
          </a:p>
          <a:p>
            <a:pPr marL="343080" indent="-343080">
              <a:lnSpc>
                <a:spcPct val="100000"/>
              </a:lnSpc>
              <a:buClr>
                <a:srgbClr val="000000"/>
              </a:buClr>
              <a:buFont typeface="Arial"/>
              <a:buChar char="•"/>
              <a:tabLst>
                <a:tab algn="l" pos="0"/>
              </a:tabLst>
            </a:pPr>
            <a:r>
              <a:rPr b="0" lang="en-US" sz="2000" spc="-1" strike="noStrike">
                <a:solidFill>
                  <a:srgbClr val="000000"/>
                </a:solidFill>
                <a:latin typeface="Arial Bold"/>
              </a:rPr>
              <a:t>True Negative is high</a:t>
            </a:r>
            <a:endParaRPr b="0" lang="en-GB" sz="2000" spc="-1" strike="noStrike">
              <a:solidFill>
                <a:srgbClr val="000000"/>
              </a:solidFill>
              <a:latin typeface="Arial"/>
            </a:endParaRPr>
          </a:p>
          <a:p>
            <a:pPr>
              <a:lnSpc>
                <a:spcPct val="100000"/>
              </a:lnSpc>
              <a:tabLst>
                <a:tab algn="l" pos="0"/>
              </a:tabLst>
            </a:pPr>
            <a:endParaRPr b="0" lang="en-GB" sz="2000" spc="-1" strike="noStrike">
              <a:solidFill>
                <a:srgbClr val="000000"/>
              </a:solidFill>
              <a:latin typeface="Arial"/>
            </a:endParaRPr>
          </a:p>
          <a:p>
            <a:pPr>
              <a:lnSpc>
                <a:spcPct val="100000"/>
              </a:lnSpc>
              <a:tabLst>
                <a:tab algn="l" pos="0"/>
              </a:tabLst>
            </a:pPr>
            <a:r>
              <a:rPr b="1" lang="en-US" sz="2000" spc="-1" strike="noStrike">
                <a:solidFill>
                  <a:srgbClr val="000000"/>
                </a:solidFill>
                <a:latin typeface="Arial Bold"/>
              </a:rPr>
              <a:t>AUC-ROC </a:t>
            </a:r>
            <a:endParaRPr b="0" lang="en-GB" sz="2000" spc="-1" strike="noStrike">
              <a:solidFill>
                <a:srgbClr val="000000"/>
              </a:solidFill>
              <a:latin typeface="Arial"/>
            </a:endParaRPr>
          </a:p>
          <a:p>
            <a:pPr>
              <a:lnSpc>
                <a:spcPct val="100000"/>
              </a:lnSpc>
              <a:tabLst>
                <a:tab algn="l" pos="0"/>
              </a:tabLst>
            </a:pPr>
            <a:r>
              <a:rPr b="0" lang="en-US" sz="2000" spc="-1" strike="noStrike">
                <a:solidFill>
                  <a:srgbClr val="000000"/>
                </a:solidFill>
                <a:latin typeface="Arial Bold"/>
              </a:rPr>
              <a:t>The Receiver Operator Characteristic (ROC) is a probability curve that plots the TPR(True Positive Rate) against the FPR(False Positive Rate) at various threshold values and separates the ‘signal’ from the ‘noise’.</a:t>
            </a:r>
            <a:endParaRPr b="0" lang="en-GB" sz="2000" spc="-1" strike="noStrike">
              <a:solidFill>
                <a:srgbClr val="000000"/>
              </a:solidFill>
              <a:latin typeface="Arial"/>
            </a:endParaRPr>
          </a:p>
          <a:p>
            <a:pPr>
              <a:lnSpc>
                <a:spcPct val="100000"/>
              </a:lnSpc>
              <a:tabLst>
                <a:tab algn="l" pos="0"/>
              </a:tabLst>
            </a:pPr>
            <a:endParaRPr b="0" lang="en-GB" sz="2000" spc="-1" strike="noStrike">
              <a:solidFill>
                <a:srgbClr val="000000"/>
              </a:solidFill>
              <a:latin typeface="Arial"/>
            </a:endParaRPr>
          </a:p>
          <a:p>
            <a:pPr>
              <a:lnSpc>
                <a:spcPct val="100000"/>
              </a:lnSpc>
              <a:tabLst>
                <a:tab algn="l" pos="0"/>
              </a:tabLst>
            </a:pPr>
            <a:r>
              <a:rPr b="0" lang="en-US" sz="2000" spc="-1" strike="noStrike">
                <a:solidFill>
                  <a:srgbClr val="000000"/>
                </a:solidFill>
                <a:latin typeface="Arial Bold"/>
              </a:rPr>
              <a:t>The Area Under the Curve (AUC) is the measure of the ability of a classifier to distinguish between classes. From the graph, we simply say the area of the curve ABDE and the X and Y-axis.</a:t>
            </a:r>
            <a:endParaRPr b="0" lang="en-GB" sz="2000" spc="-1" strike="noStrike">
              <a:solidFill>
                <a:srgbClr val="000000"/>
              </a:solidFill>
              <a:latin typeface="Arial"/>
            </a:endParaRPr>
          </a:p>
          <a:p>
            <a:pPr>
              <a:lnSpc>
                <a:spcPct val="100000"/>
              </a:lnSpc>
              <a:tabLst>
                <a:tab algn="l" pos="0"/>
              </a:tabLst>
            </a:pPr>
            <a:endParaRPr b="0" lang="en-GB" sz="2000" spc="-1" strike="noStrike">
              <a:solidFill>
                <a:srgbClr val="000000"/>
              </a:solidFill>
              <a:latin typeface="Arial"/>
            </a:endParaRPr>
          </a:p>
        </p:txBody>
      </p:sp>
      <p:pic>
        <p:nvPicPr>
          <p:cNvPr id="184" name="Picture 2" descr=""/>
          <p:cNvPicPr/>
          <p:nvPr/>
        </p:nvPicPr>
        <p:blipFill>
          <a:blip r:embed="rId1"/>
          <a:stretch/>
        </p:blipFill>
        <p:spPr>
          <a:xfrm>
            <a:off x="6886080" y="337320"/>
            <a:ext cx="4838760" cy="3160440"/>
          </a:xfrm>
          <a:prstGeom prst="rect">
            <a:avLst/>
          </a:prstGeom>
          <a:ln w="0">
            <a:noFill/>
          </a:ln>
        </p:spPr>
      </p:pic>
      <p:sp>
        <p:nvSpPr>
          <p:cNvPr id="185" name="Text Box 5"/>
          <p:cNvSpPr/>
          <p:nvPr/>
        </p:nvSpPr>
        <p:spPr>
          <a:xfrm>
            <a:off x="6714360" y="3808800"/>
            <a:ext cx="5095800" cy="2832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a:solidFill>
                  <a:srgbClr val="000000"/>
                </a:solidFill>
                <a:latin typeface="Arial Bold"/>
              </a:rPr>
              <a:t>Working of AUC </a:t>
            </a:r>
            <a:endParaRPr b="0" lang="en-GB" sz="1800" spc="-1" strike="noStrike">
              <a:solidFill>
                <a:srgbClr val="000000"/>
              </a:solidFill>
              <a:latin typeface="Arial"/>
            </a:endParaRPr>
          </a:p>
          <a:p>
            <a:pPr>
              <a:lnSpc>
                <a:spcPct val="100000"/>
              </a:lnSpc>
            </a:pPr>
            <a:r>
              <a:rPr b="0" lang="en-US" sz="1800" spc="-1" strike="noStrike">
                <a:solidFill>
                  <a:srgbClr val="000000"/>
                </a:solidFill>
                <a:latin typeface="Arial Bold"/>
              </a:rPr>
              <a:t>In a ROC curve, the X-axis value shows False Positive Rate (FPR),  and Y-axis shows True Positive Rate (TPR). Higher the value of X means higher the number of False Positives(FP) than True Negatives(TN), while a higher Y-axis value indicates a higher number of TP than FN. So, the choice of the threshold depends on the ability to balance between FP and FN.</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86" name="Text Box 3"/>
          <p:cNvSpPr/>
          <p:nvPr/>
        </p:nvSpPr>
        <p:spPr>
          <a:xfrm>
            <a:off x="461160" y="689760"/>
            <a:ext cx="5192280" cy="5334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Arial Bold"/>
              </a:rPr>
              <a:t>Model Evaluation for Regression</a:t>
            </a:r>
            <a:endParaRPr b="0" lang="en-GB" sz="2400" spc="-1" strike="noStrike">
              <a:solidFill>
                <a:srgbClr val="000000"/>
              </a:solidFill>
              <a:latin typeface="Arial"/>
            </a:endParaRPr>
          </a:p>
          <a:p>
            <a:pPr>
              <a:lnSpc>
                <a:spcPct val="100000"/>
              </a:lnSpc>
            </a:pPr>
            <a:r>
              <a:rPr b="0" lang="en-US" sz="2000" spc="-1" strike="noStrike">
                <a:solidFill>
                  <a:srgbClr val="000000"/>
                </a:solidFill>
                <a:latin typeface="Arial Bold"/>
              </a:rPr>
              <a:t>There are many ways for measuring regression performance.Mean Absolute Error(MAE), Mean Squared Error(MSE), Root Mean Squared Error(RMSE), Root Mean Squared Log Error(RMSLE), R Squared (R2), R Squared (R2). </a:t>
            </a:r>
            <a:endParaRPr b="0" lang="en-GB" sz="2000" spc="-1" strike="noStrike">
              <a:solidFill>
                <a:srgbClr val="000000"/>
              </a:solidFill>
              <a:latin typeface="Arial"/>
            </a:endParaRPr>
          </a:p>
          <a:p>
            <a:pPr>
              <a:lnSpc>
                <a:spcPct val="100000"/>
              </a:lnSpc>
            </a:pPr>
            <a:endParaRPr b="0" lang="en-GB" sz="2000" spc="-1" strike="noStrike">
              <a:solidFill>
                <a:srgbClr val="000000"/>
              </a:solidFill>
              <a:latin typeface="Arial"/>
            </a:endParaRPr>
          </a:p>
          <a:p>
            <a:pPr>
              <a:lnSpc>
                <a:spcPct val="100000"/>
              </a:lnSpc>
            </a:pPr>
            <a:r>
              <a:rPr b="1" lang="en-US" sz="2000" spc="-1" strike="noStrike">
                <a:solidFill>
                  <a:srgbClr val="000000"/>
                </a:solidFill>
                <a:latin typeface="Arial Bold"/>
              </a:rPr>
              <a:t>Mean Squared Error(MSE)</a:t>
            </a:r>
            <a:endParaRPr b="0" lang="en-GB" sz="2000" spc="-1" strike="noStrike">
              <a:solidFill>
                <a:srgbClr val="000000"/>
              </a:solidFill>
              <a:latin typeface="Arial"/>
            </a:endParaRPr>
          </a:p>
          <a:p>
            <a:pPr>
              <a:lnSpc>
                <a:spcPct val="100000"/>
              </a:lnSpc>
            </a:pPr>
            <a:r>
              <a:rPr b="0" lang="en-US" sz="2000" spc="-1" strike="noStrike">
                <a:solidFill>
                  <a:srgbClr val="000000"/>
                </a:solidFill>
                <a:latin typeface="Arial Bold"/>
              </a:rPr>
              <a:t>MSE is a most used and very simple metric with a little bit of change in mean absolute error. It represents the squared distance between actual and predicted values. we perform squared to avoid the cancellation of negative terms and it is the benefit of MSE.</a:t>
            </a:r>
            <a:endParaRPr b="0" lang="en-GB" sz="2000" spc="-1" strike="noStrike">
              <a:solidFill>
                <a:srgbClr val="000000"/>
              </a:solidFill>
              <a:latin typeface="Arial"/>
            </a:endParaRPr>
          </a:p>
          <a:p>
            <a:pPr>
              <a:lnSpc>
                <a:spcPct val="100000"/>
              </a:lnSpc>
            </a:pPr>
            <a:endParaRPr b="0" lang="en-GB" sz="2000" spc="-1" strike="noStrike">
              <a:solidFill>
                <a:srgbClr val="000000"/>
              </a:solidFill>
              <a:latin typeface="Arial"/>
            </a:endParaRPr>
          </a:p>
        </p:txBody>
      </p:sp>
      <p:pic>
        <p:nvPicPr>
          <p:cNvPr id="187" name="Picture 1" descr=""/>
          <p:cNvPicPr/>
          <p:nvPr/>
        </p:nvPicPr>
        <p:blipFill>
          <a:blip r:embed="rId1"/>
          <a:stretch/>
        </p:blipFill>
        <p:spPr>
          <a:xfrm>
            <a:off x="6595920" y="1904400"/>
            <a:ext cx="4832280" cy="2646720"/>
          </a:xfrm>
          <a:prstGeom prst="rect">
            <a:avLst/>
          </a:prstGeom>
          <a:ln w="0">
            <a:noFill/>
          </a:ln>
        </p:spPr>
      </p:pic>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88" name="Text Box 3"/>
          <p:cNvSpPr/>
          <p:nvPr/>
        </p:nvSpPr>
        <p:spPr>
          <a:xfrm>
            <a:off x="439920" y="1487160"/>
            <a:ext cx="5192280" cy="4053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000" spc="-1" strike="noStrike">
                <a:solidFill>
                  <a:srgbClr val="000000"/>
                </a:solidFill>
                <a:latin typeface="Arial Bold"/>
              </a:rPr>
              <a:t>R Squared (R2)</a:t>
            </a:r>
            <a:endParaRPr b="0" lang="en-GB" sz="2000" spc="-1" strike="noStrike">
              <a:solidFill>
                <a:srgbClr val="000000"/>
              </a:solidFill>
              <a:latin typeface="Arial"/>
            </a:endParaRPr>
          </a:p>
          <a:p>
            <a:pPr>
              <a:lnSpc>
                <a:spcPct val="100000"/>
              </a:lnSpc>
            </a:pPr>
            <a:r>
              <a:rPr b="0" lang="en-US" sz="2000" spc="-1" strike="noStrike">
                <a:solidFill>
                  <a:srgbClr val="000000"/>
                </a:solidFill>
                <a:latin typeface="Arial Bold"/>
              </a:rPr>
              <a:t>R2 score is a metric that tells the performance of your model, not the loss in an absolute sense that how many wells did your model perform. It represents the proportion of variance in the dependent variable explained by the model and ranges from 0 to 1; higher values indicate better model fit. </a:t>
            </a:r>
            <a:endParaRPr b="0" lang="en-GB" sz="2000" spc="-1" strike="noStrike">
              <a:solidFill>
                <a:srgbClr val="000000"/>
              </a:solidFill>
              <a:latin typeface="Arial"/>
            </a:endParaRPr>
          </a:p>
          <a:p>
            <a:pPr>
              <a:lnSpc>
                <a:spcPct val="100000"/>
              </a:lnSpc>
            </a:pPr>
            <a:endParaRPr b="0" lang="en-GB" sz="2000" spc="-1" strike="noStrike">
              <a:solidFill>
                <a:srgbClr val="000000"/>
              </a:solidFill>
              <a:latin typeface="Arial"/>
            </a:endParaRPr>
          </a:p>
          <a:p>
            <a:pPr>
              <a:lnSpc>
                <a:spcPct val="100000"/>
              </a:lnSpc>
            </a:pPr>
            <a:r>
              <a:rPr b="0" lang="en-US" sz="2000" spc="-1" strike="noStrike">
                <a:solidFill>
                  <a:srgbClr val="000000"/>
                </a:solidFill>
                <a:latin typeface="Arial Bold"/>
              </a:rPr>
              <a:t>R2 squared is also known as Coefficient of Determination or sometimes also known as Goodness of fit.</a:t>
            </a:r>
            <a:endParaRPr b="0" lang="en-GB" sz="2000" spc="-1" strike="noStrike">
              <a:solidFill>
                <a:srgbClr val="000000"/>
              </a:solidFill>
              <a:latin typeface="Arial"/>
            </a:endParaRPr>
          </a:p>
        </p:txBody>
      </p:sp>
      <p:pic>
        <p:nvPicPr>
          <p:cNvPr id="189" name="Picture 2" descr=""/>
          <p:cNvPicPr/>
          <p:nvPr/>
        </p:nvPicPr>
        <p:blipFill>
          <a:blip r:embed="rId1"/>
          <a:stretch/>
        </p:blipFill>
        <p:spPr>
          <a:xfrm>
            <a:off x="6498000" y="1781640"/>
            <a:ext cx="4901400" cy="2787480"/>
          </a:xfrm>
          <a:prstGeom prst="rect">
            <a:avLst/>
          </a:prstGeom>
          <a:ln w="0">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4114800" y="2297880"/>
            <a:ext cx="4190400" cy="165852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i="1" lang="en-GB" sz="3600" spc="-1" strike="noStrike">
                <a:solidFill>
                  <a:schemeClr val="dk1"/>
                </a:solidFill>
                <a:latin typeface="Comic Sans MS"/>
              </a:rPr>
              <a:t>THE</a:t>
            </a:r>
            <a:r>
              <a:rPr b="1" i="1" lang="en-GB" sz="3600" spc="-15" strike="noStrike">
                <a:solidFill>
                  <a:schemeClr val="dk1"/>
                </a:solidFill>
                <a:latin typeface="Comic Sans MS"/>
              </a:rPr>
              <a:t> </a:t>
            </a:r>
            <a:r>
              <a:rPr b="1" i="1" lang="en-GB" sz="3600" spc="-26" strike="noStrike">
                <a:solidFill>
                  <a:schemeClr val="dk1"/>
                </a:solidFill>
                <a:latin typeface="Comic Sans MS"/>
              </a:rPr>
              <a:t>END</a:t>
            </a:r>
            <a:endParaRPr b="0" lang="en-GB" sz="3600" spc="-1" strike="noStrike">
              <a:solidFill>
                <a:srgbClr val="000000"/>
              </a:solidFill>
              <a:latin typeface="Arial"/>
            </a:endParaRPr>
          </a:p>
          <a:p>
            <a:pPr marL="12600" indent="0">
              <a:lnSpc>
                <a:spcPct val="100000"/>
              </a:lnSpc>
              <a:spcBef>
                <a:spcPts val="4320"/>
              </a:spcBef>
              <a:buNone/>
              <a:tabLst>
                <a:tab algn="l" pos="0"/>
              </a:tabLst>
            </a:pPr>
            <a:r>
              <a:rPr b="1" i="1" lang="en-GB" sz="3600" spc="-1" strike="noStrike">
                <a:solidFill>
                  <a:schemeClr val="dk1"/>
                </a:solidFill>
                <a:latin typeface="Comic Sans MS"/>
              </a:rPr>
              <a:t>THANK</a:t>
            </a:r>
            <a:r>
              <a:rPr b="1" i="1" lang="en-GB" sz="3600" spc="-32" strike="noStrike">
                <a:solidFill>
                  <a:schemeClr val="dk1"/>
                </a:solidFill>
                <a:latin typeface="Comic Sans MS"/>
              </a:rPr>
              <a:t> </a:t>
            </a:r>
            <a:r>
              <a:rPr b="1" i="1" lang="en-GB" sz="3600" spc="-26" strike="noStrike">
                <a:solidFill>
                  <a:schemeClr val="dk1"/>
                </a:solidFill>
                <a:latin typeface="Comic Sans MS"/>
              </a:rPr>
              <a:t>YOU</a:t>
            </a:r>
            <a:endParaRPr b="0" lang="en-GB" sz="3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162</TotalTime>
  <Application>LibreOffice/24.2.7.2$Linux_X86_64 LibreOffice_project/420$Build-2</Application>
  <AppVersion>15.0000</AppVersion>
  <Words>6507</Words>
  <Paragraphs>424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2024-11-11T12:01:58Z</dcterms:created>
  <dc:creator>olayemi oyeleke</dc:creator>
  <dc:description/>
  <dc:language>en-GB</dc:language>
  <cp:lastModifiedBy/>
  <dcterms:modified xsi:type="dcterms:W3CDTF">2026-09-15T12:22:12Z</dcterms:modified>
  <cp:revision>16</cp:revision>
  <dc:subject/>
  <dc:title>INTRODUCTION TO MACHINE LEARNING ALGORITHMS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KSOProductBuildVer">
    <vt:lpwstr>1033-3.2.0.6442</vt:lpwstr>
  </property>
  <property fmtid="{D5CDD505-2E9C-101B-9397-08002B2CF9AE}" pid="4" name="PresentationFormat">
    <vt:lpwstr>Widescreen</vt:lpwstr>
  </property>
  <property fmtid="{D5CDD505-2E9C-101B-9397-08002B2CF9AE}" pid="5" name="Slides">
    <vt:i4>52</vt:i4>
  </property>
</Properties>
</file>